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d57890d94742ab" /><Relationship Type="http://schemas.openxmlformats.org/officeDocument/2006/relationships/extended-properties" Target="/docProps/app.xml" Id="R34c6b46252a148ab" /><Relationship Type="http://schemas.openxmlformats.org/officeDocument/2006/relationships/officeDocument" Target="/ppt/presentation.xml" Id="R01748888483942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ad2f43da884380"/>
  </p:sldMasterIdLst>
  <p:notesMasterIdLst>
    <p:notesMasterId xmlns:r="http://schemas.openxmlformats.org/officeDocument/2006/relationships" r:id="R067d4b9156a1436c"/>
  </p:notesMasterIdLst>
  <p:sldIdLst>
    <p:sldId xmlns:r="http://schemas.openxmlformats.org/officeDocument/2006/relationships" id="256" r:id="R1b0b404462914f4f"/>
  </p:sldIdLst>
  <p:sldSz cx="11229975" cy="5372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0bc34804d9421c" /><Relationship Type="http://schemas.openxmlformats.org/officeDocument/2006/relationships/slideMaster" Target="/ppt/slideMasters/slideMaster1.xml" Id="Rf7ad2f43da884380" /><Relationship Type="http://schemas.openxmlformats.org/officeDocument/2006/relationships/notesMaster" Target="/ppt/notesMasters/notesMaster1.xml" Id="R067d4b9156a1436c" /><Relationship Type="http://schemas.openxmlformats.org/officeDocument/2006/relationships/presProps" Target="/ppt/presProps.xml" Id="Re3f57271bbff481c" /><Relationship Type="http://schemas.openxmlformats.org/officeDocument/2006/relationships/tableStyles" Target="/ppt/tableStyles.xml" Id="Rd2b084ae0cf24be8" /><Relationship Type="http://schemas.openxmlformats.org/officeDocument/2006/relationships/slide" Target="/ppt/slides/slide1.xml" Id="R1b0b404462914f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39370d6c184c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d9833622364c60" /><Relationship Type="http://schemas.openxmlformats.org/officeDocument/2006/relationships/notesMaster" Target="/ppt/notesMasters/notesMaster1.xml" Id="Rf3f6b1f79164495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素材ID：SE-081</ns1:t>
            </ns1:r>
          </ns1:p>
          <ns1:p>
            <ns1:r>
              <ns1:t>论文：Understanding Developers’ Discussions and Perceptions on Non-functional Requirements: The Case of the Spring Ecosystem</ns1:t>
            </ns1:r>
          </ns1:p>
          <ns1:p>
            <ns1:r>
              <ns1:t>会议：FSE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1，PDF第7页</ns1:t>
            </ns1:r>
          </ns1:p>
          <ns1:p>
            <ns1:r>
              <ns1:t>类型：研究流程</ns1:t>
            </ns1:r>
          </ns1:p>
          <ns1:p>
            <ns1:r>
              <ns1:t>借鉴点：六个区域依次展示项目选择、PR采集、分类、开发者分位筛选、调查问卷和分析；每一步标明输入数据、人工/自动操作及样本数，最后汇到三个研究问题。</ns1:t>
            </ns1:r>
          </ns1:p>
          <ns1:p>
            <ns1:r>
              <ns1:t>论文URL：https://andersonjso.github.io/preprints/fse24oliveira.pdf</ns1:t>
            </ns1:r>
          </ns1:p>
          <ns1:p>
            <ns1:r>
              <ns1:t>官方获奖URL：https://www2.sigsoft.org/awards/distinguishedpaper/#the-acm-international-conference-on-the-foundations-of-software-engineering-fse-2024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eb6e0d24645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5d78cfd66a49cb" /><Relationship Type="http://schemas.openxmlformats.org/officeDocument/2006/relationships/slideLayout" Target="/ppt/slideLayouts/slideLayout1.xml" Id="R222757e1790642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757e1790642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8df48b8fd45c2" /><Relationship Type="http://schemas.openxmlformats.org/officeDocument/2006/relationships/image" Target="/ppt/media/image.png" Id="R01f5578cce4e445a" /><Relationship Type="http://schemas.openxmlformats.org/officeDocument/2006/relationships/image" Target="/ppt/media/image2.png" Id="Rf8f32722fcbf451c" /><Relationship Type="http://schemas.openxmlformats.org/officeDocument/2006/relationships/image" Target="/ppt/media/image3.png" Id="R0418e38d02e94d59" /><Relationship Type="http://schemas.openxmlformats.org/officeDocument/2006/relationships/image" Target="/ppt/media/image4.png" Id="Rdb83fc0872ef4fdd" /><Relationship Type="http://schemas.openxmlformats.org/officeDocument/2006/relationships/image" Target="/ppt/media/image5.png" Id="Rd01552918189401e" /><Relationship Type="http://schemas.openxmlformats.org/officeDocument/2006/relationships/image" Target="/ppt/media/image6.png" Id="R4640b8f814884557" /><Relationship Type="http://schemas.openxmlformats.org/officeDocument/2006/relationships/image" Target="/ppt/media/image7.png" Id="R6b4a74b4bf1b4bb9" /><Relationship Type="http://schemas.openxmlformats.org/officeDocument/2006/relationships/image" Target="/ppt/media/image8.png" Id="R293d28f538bb4efb" /><Relationship Type="http://schemas.openxmlformats.org/officeDocument/2006/relationships/image" Target="/ppt/media/image9.png" Id="R7cd27bf26d034188" /><Relationship Type="http://schemas.openxmlformats.org/officeDocument/2006/relationships/image" Target="/ppt/media/image10.png" Id="R5b7d159d93fc4612" /><Relationship Type="http://schemas.openxmlformats.org/officeDocument/2006/relationships/image" Target="/ppt/media/image11.png" Id="R286cce3d4d894415" /><Relationship Type="http://schemas.openxmlformats.org/officeDocument/2006/relationships/notesSlide" Target="/ppt/notesSlides/notesSlide1.xml" Id="R03f71c1d91804f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74C8C-2FB4-4E11-B53A-BAF39025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610"/>
            <a:ext cx="11177257" cy="5258343"/>
          </a:xfrm>
          <a:custGeom xmlns:a="http://schemas.openxmlformats.org/drawingml/2006/main">
            <a:pathLst>
              <a:path w="11177257" h="5258343">
                <a:moveTo>
                  <a:pt x="11177257" y="0"/>
                </a:moveTo>
                <a:lnTo>
                  <a:pt x="0" y="0"/>
                </a:lnTo>
                <a:lnTo>
                  <a:pt x="0" y="5258343"/>
                </a:lnTo>
                <a:lnTo>
                  <a:pt x="11177257" y="5258343"/>
                </a:lnTo>
                <a:lnTo>
                  <a:pt x="1117725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8D298-7EEF-4016-8A18-5BA3ABF6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754" y="86674"/>
            <a:ext cx="3219402" cy="2545341"/>
          </a:xfrm>
          <a:custGeom xmlns:a="http://schemas.openxmlformats.org/drawingml/2006/main">
            <a:pathLst>
              <a:path w="3219402" h="2545341">
                <a:moveTo>
                  <a:pt x="0" y="2545341"/>
                </a:moveTo>
                <a:lnTo>
                  <a:pt x="3219402" y="2545341"/>
                </a:lnTo>
                <a:lnTo>
                  <a:pt x="3219402" y="0"/>
                </a:lnTo>
                <a:lnTo>
                  <a:pt x="0" y="0"/>
                </a:lnTo>
                <a:lnTo>
                  <a:pt x="0" y="254534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B0129-3153-489F-8CF5-55F60FFB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754" y="86674"/>
            <a:ext cx="3219402" cy="2545341"/>
          </a:xfrm>
          <a:custGeom xmlns:a="http://schemas.openxmlformats.org/drawingml/2006/main">
            <a:pathLst>
              <a:path w="3219402" h="2545341" fill="none">
                <a:moveTo>
                  <a:pt x="0" y="2545341"/>
                </a:moveTo>
                <a:lnTo>
                  <a:pt x="3219402" y="2545341"/>
                </a:lnTo>
                <a:lnTo>
                  <a:pt x="3219402" y="0"/>
                </a:lnTo>
                <a:lnTo>
                  <a:pt x="0" y="0"/>
                </a:lnTo>
                <a:lnTo>
                  <a:pt x="0" y="25453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" cap="flat">
            <a:solidFill>
              <a:srgbClr val="000000"/>
            </a:solidFill>
            <a:miter/>
          </a:ln>
        </p:spPr>
      </p:sp>
      <p:sp>
        <p:nvSpPr>
          <p:cNvPr id="4" name="Text Step2:DataCollection">
            <a:extLst xmlns:a="http://schemas.openxmlformats.org/drawingml/2006/main">
              <a:ext uri="{FF2B5EF4-FFF2-40B4-BE49-F238E27FC236}">
                <a16:creationId xmlns:a16="http://schemas.microsoft.com/office/drawing/2014/main" id="{5FE5D06A-B1D0-4C2C-A7EB-EFC4AA00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189" y="200956"/>
            <a:ext cx="1630386" cy="149180"/>
          </a:xfrm>
          <a:custGeom xmlns:a="http://schemas.openxmlformats.org/drawingml/2006/main">
            <a:pathLst>
              <a:path w="1630386" h="149180">
                <a:moveTo>
                  <a:pt x="0" y="79856"/>
                </a:moveTo>
                <a:lnTo>
                  <a:pt x="15091" y="78441"/>
                </a:lnTo>
                <a:lnTo>
                  <a:pt x="14934" y="82450"/>
                </a:lnTo>
                <a:cubicBezTo>
                  <a:pt x="14934" y="86904"/>
                  <a:pt x="15956" y="90978"/>
                  <a:pt x="17999" y="94672"/>
                </a:cubicBezTo>
                <a:cubicBezTo>
                  <a:pt x="20043" y="98366"/>
                  <a:pt x="23422" y="101222"/>
                  <a:pt x="28138" y="103239"/>
                </a:cubicBezTo>
                <a:cubicBezTo>
                  <a:pt x="32854" y="105257"/>
                  <a:pt x="38461" y="106265"/>
                  <a:pt x="44958" y="106265"/>
                </a:cubicBezTo>
                <a:cubicBezTo>
                  <a:pt x="54181" y="106265"/>
                  <a:pt x="61215" y="104246"/>
                  <a:pt x="66062" y="100208"/>
                </a:cubicBezTo>
                <a:cubicBezTo>
                  <a:pt x="70909" y="96170"/>
                  <a:pt x="73332" y="91556"/>
                  <a:pt x="73332" y="86365"/>
                </a:cubicBezTo>
                <a:cubicBezTo>
                  <a:pt x="73332" y="82746"/>
                  <a:pt x="72049" y="79443"/>
                  <a:pt x="69481" y="76454"/>
                </a:cubicBezTo>
                <a:cubicBezTo>
                  <a:pt x="66861" y="73523"/>
                  <a:pt x="59709" y="69546"/>
                  <a:pt x="48024" y="64522"/>
                </a:cubicBezTo>
                <a:cubicBezTo>
                  <a:pt x="38959" y="60597"/>
                  <a:pt x="32776" y="57588"/>
                  <a:pt x="29474" y="55495"/>
                </a:cubicBezTo>
                <a:cubicBezTo>
                  <a:pt x="24287" y="52094"/>
                  <a:pt x="20462" y="48392"/>
                  <a:pt x="17999" y="44389"/>
                </a:cubicBezTo>
                <a:cubicBezTo>
                  <a:pt x="15536" y="40385"/>
                  <a:pt x="14305" y="35819"/>
                  <a:pt x="14305" y="30690"/>
                </a:cubicBezTo>
                <a:cubicBezTo>
                  <a:pt x="14305" y="24777"/>
                  <a:pt x="15929" y="19440"/>
                  <a:pt x="19178" y="14678"/>
                </a:cubicBezTo>
                <a:cubicBezTo>
                  <a:pt x="22427" y="9917"/>
                  <a:pt x="27182" y="6280"/>
                  <a:pt x="33444" y="3768"/>
                </a:cubicBezTo>
                <a:cubicBezTo>
                  <a:pt x="39705" y="1256"/>
                  <a:pt x="46766" y="0"/>
                  <a:pt x="54626" y="0"/>
                </a:cubicBezTo>
                <a:cubicBezTo>
                  <a:pt x="64005" y="0"/>
                  <a:pt x="71918" y="1572"/>
                  <a:pt x="78363" y="4716"/>
                </a:cubicBezTo>
                <a:cubicBezTo>
                  <a:pt x="84808" y="7860"/>
                  <a:pt x="89484" y="12052"/>
                  <a:pt x="92393" y="17292"/>
                </a:cubicBezTo>
                <a:cubicBezTo>
                  <a:pt x="95301" y="22532"/>
                  <a:pt x="96755" y="27536"/>
                  <a:pt x="96755" y="32304"/>
                </a:cubicBezTo>
                <a:cubicBezTo>
                  <a:pt x="96755" y="32776"/>
                  <a:pt x="96729" y="33562"/>
                  <a:pt x="96676" y="34662"/>
                </a:cubicBezTo>
                <a:lnTo>
                  <a:pt x="81821" y="35841"/>
                </a:lnTo>
                <a:cubicBezTo>
                  <a:pt x="81821" y="32581"/>
                  <a:pt x="81533" y="30030"/>
                  <a:pt x="80957" y="28190"/>
                </a:cubicBezTo>
                <a:cubicBezTo>
                  <a:pt x="79909" y="24984"/>
                  <a:pt x="78284" y="22277"/>
                  <a:pt x="76083" y="20070"/>
                </a:cubicBezTo>
                <a:cubicBezTo>
                  <a:pt x="73883" y="17861"/>
                  <a:pt x="70857" y="16086"/>
                  <a:pt x="67005" y="14745"/>
                </a:cubicBezTo>
                <a:cubicBezTo>
                  <a:pt x="63154" y="13404"/>
                  <a:pt x="58844" y="12733"/>
                  <a:pt x="54076" y="12733"/>
                </a:cubicBezTo>
                <a:cubicBezTo>
                  <a:pt x="45692" y="12733"/>
                  <a:pt x="39168" y="14620"/>
                  <a:pt x="34505" y="18395"/>
                </a:cubicBezTo>
                <a:cubicBezTo>
                  <a:pt x="30942" y="21280"/>
                  <a:pt x="29160" y="25107"/>
                  <a:pt x="29160" y="29877"/>
                </a:cubicBezTo>
                <a:cubicBezTo>
                  <a:pt x="29160" y="32708"/>
                  <a:pt x="29894" y="35238"/>
                  <a:pt x="31361" y="37467"/>
                </a:cubicBezTo>
                <a:cubicBezTo>
                  <a:pt x="32828" y="39696"/>
                  <a:pt x="35474" y="41885"/>
                  <a:pt x="39299" y="44035"/>
                </a:cubicBezTo>
                <a:cubicBezTo>
                  <a:pt x="42024" y="45553"/>
                  <a:pt x="48495" y="48562"/>
                  <a:pt x="58713" y="53061"/>
                </a:cubicBezTo>
                <a:cubicBezTo>
                  <a:pt x="66992" y="56724"/>
                  <a:pt x="72704" y="59603"/>
                  <a:pt x="75848" y="61697"/>
                </a:cubicBezTo>
                <a:cubicBezTo>
                  <a:pt x="80040" y="64471"/>
                  <a:pt x="83262" y="67834"/>
                  <a:pt x="85515" y="71785"/>
                </a:cubicBezTo>
                <a:cubicBezTo>
                  <a:pt x="87768" y="75735"/>
                  <a:pt x="88895" y="80221"/>
                  <a:pt x="88895" y="85245"/>
                </a:cubicBezTo>
                <a:cubicBezTo>
                  <a:pt x="88895" y="91472"/>
                  <a:pt x="86996" y="97216"/>
                  <a:pt x="83197" y="102475"/>
                </a:cubicBezTo>
                <a:cubicBezTo>
                  <a:pt x="79398" y="107735"/>
                  <a:pt x="74145" y="111804"/>
                  <a:pt x="67438" y="114683"/>
                </a:cubicBezTo>
                <a:cubicBezTo>
                  <a:pt x="60730" y="117560"/>
                  <a:pt x="53054" y="118998"/>
                  <a:pt x="44408" y="118998"/>
                </a:cubicBezTo>
                <a:cubicBezTo>
                  <a:pt x="31361" y="118998"/>
                  <a:pt x="20711" y="116161"/>
                  <a:pt x="12458" y="110487"/>
                </a:cubicBezTo>
                <a:cubicBezTo>
                  <a:pt x="4205" y="104814"/>
                  <a:pt x="52" y="94603"/>
                  <a:pt x="0" y="79856"/>
                </a:cubicBezTo>
                <a:close/>
                <a:moveTo>
                  <a:pt x="134641" y="105548"/>
                </a:moveTo>
                <a:lnTo>
                  <a:pt x="132283" y="117181"/>
                </a:lnTo>
                <a:cubicBezTo>
                  <a:pt x="128877" y="118078"/>
                  <a:pt x="125576" y="118527"/>
                  <a:pt x="122379" y="118527"/>
                </a:cubicBezTo>
                <a:cubicBezTo>
                  <a:pt x="116720" y="118527"/>
                  <a:pt x="112214" y="117138"/>
                  <a:pt x="108861" y="114361"/>
                </a:cubicBezTo>
                <a:cubicBezTo>
                  <a:pt x="106345" y="112265"/>
                  <a:pt x="105088" y="109409"/>
                  <a:pt x="105088" y="105794"/>
                </a:cubicBezTo>
                <a:cubicBezTo>
                  <a:pt x="105088" y="103960"/>
                  <a:pt x="105769" y="99742"/>
                  <a:pt x="107131" y="93139"/>
                </a:cubicBezTo>
                <a:lnTo>
                  <a:pt x="117271" y="44644"/>
                </a:lnTo>
                <a:lnTo>
                  <a:pt x="106031" y="44644"/>
                </a:lnTo>
                <a:lnTo>
                  <a:pt x="108310" y="33640"/>
                </a:lnTo>
                <a:lnTo>
                  <a:pt x="119550" y="33640"/>
                </a:lnTo>
                <a:lnTo>
                  <a:pt x="123873" y="13126"/>
                </a:lnTo>
                <a:lnTo>
                  <a:pt x="140143" y="3301"/>
                </a:lnTo>
                <a:lnTo>
                  <a:pt x="133776" y="33640"/>
                </a:lnTo>
                <a:lnTo>
                  <a:pt x="147767" y="33640"/>
                </a:lnTo>
                <a:lnTo>
                  <a:pt x="145409" y="44644"/>
                </a:lnTo>
                <a:lnTo>
                  <a:pt x="131497" y="44644"/>
                </a:lnTo>
                <a:lnTo>
                  <a:pt x="121829" y="90722"/>
                </a:lnTo>
                <a:cubicBezTo>
                  <a:pt x="120624" y="96585"/>
                  <a:pt x="120022" y="100091"/>
                  <a:pt x="120022" y="101242"/>
                </a:cubicBezTo>
                <a:cubicBezTo>
                  <a:pt x="120022" y="102916"/>
                  <a:pt x="120506" y="104198"/>
                  <a:pt x="121476" y="105089"/>
                </a:cubicBezTo>
                <a:cubicBezTo>
                  <a:pt x="122445" y="105978"/>
                  <a:pt x="124030" y="106422"/>
                  <a:pt x="126231" y="106422"/>
                </a:cubicBezTo>
                <a:cubicBezTo>
                  <a:pt x="129375" y="106422"/>
                  <a:pt x="132178" y="106131"/>
                  <a:pt x="134641" y="105548"/>
                </a:cubicBezTo>
                <a:close/>
                <a:moveTo>
                  <a:pt x="207450" y="88974"/>
                </a:moveTo>
                <a:lnTo>
                  <a:pt x="221283" y="90231"/>
                </a:lnTo>
                <a:cubicBezTo>
                  <a:pt x="219292" y="97077"/>
                  <a:pt x="214720" y="103584"/>
                  <a:pt x="207568" y="109751"/>
                </a:cubicBezTo>
                <a:cubicBezTo>
                  <a:pt x="200416" y="115916"/>
                  <a:pt x="191888" y="118998"/>
                  <a:pt x="181984" y="118998"/>
                </a:cubicBezTo>
                <a:cubicBezTo>
                  <a:pt x="175801" y="118998"/>
                  <a:pt x="170129" y="117570"/>
                  <a:pt x="164968" y="114715"/>
                </a:cubicBezTo>
                <a:cubicBezTo>
                  <a:pt x="159806" y="111859"/>
                  <a:pt x="155876" y="107706"/>
                  <a:pt x="153178" y="102257"/>
                </a:cubicBezTo>
                <a:cubicBezTo>
                  <a:pt x="150479" y="96807"/>
                  <a:pt x="149130" y="90598"/>
                  <a:pt x="149130" y="83629"/>
                </a:cubicBezTo>
                <a:cubicBezTo>
                  <a:pt x="149130" y="74511"/>
                  <a:pt x="151239" y="65669"/>
                  <a:pt x="155457" y="57102"/>
                </a:cubicBezTo>
                <a:cubicBezTo>
                  <a:pt x="159675" y="48535"/>
                  <a:pt x="165138" y="42168"/>
                  <a:pt x="171845" y="38002"/>
                </a:cubicBezTo>
                <a:cubicBezTo>
                  <a:pt x="178552" y="33837"/>
                  <a:pt x="185809" y="31754"/>
                  <a:pt x="193617" y="31754"/>
                </a:cubicBezTo>
                <a:cubicBezTo>
                  <a:pt x="203573" y="31754"/>
                  <a:pt x="211524" y="34845"/>
                  <a:pt x="217471" y="41028"/>
                </a:cubicBezTo>
                <a:cubicBezTo>
                  <a:pt x="223419" y="47212"/>
                  <a:pt x="226392" y="55648"/>
                  <a:pt x="226392" y="66337"/>
                </a:cubicBezTo>
                <a:cubicBezTo>
                  <a:pt x="226392" y="70424"/>
                  <a:pt x="226026" y="74616"/>
                  <a:pt x="225292" y="78913"/>
                </a:cubicBezTo>
                <a:lnTo>
                  <a:pt x="163828" y="78913"/>
                </a:lnTo>
                <a:cubicBezTo>
                  <a:pt x="163618" y="80537"/>
                  <a:pt x="163514" y="82004"/>
                  <a:pt x="163514" y="83314"/>
                </a:cubicBezTo>
                <a:cubicBezTo>
                  <a:pt x="163514" y="91122"/>
                  <a:pt x="165308" y="97082"/>
                  <a:pt x="168898" y="101196"/>
                </a:cubicBezTo>
                <a:cubicBezTo>
                  <a:pt x="172487" y="105309"/>
                  <a:pt x="176875" y="107366"/>
                  <a:pt x="182063" y="107366"/>
                </a:cubicBezTo>
                <a:cubicBezTo>
                  <a:pt x="186936" y="107366"/>
                  <a:pt x="191730" y="105788"/>
                  <a:pt x="196446" y="102633"/>
                </a:cubicBezTo>
                <a:cubicBezTo>
                  <a:pt x="201162" y="99475"/>
                  <a:pt x="204830" y="94922"/>
                  <a:pt x="207450" y="88974"/>
                </a:cubicBezTo>
                <a:moveTo>
                  <a:pt x="166107" y="67909"/>
                </a:moveTo>
                <a:lnTo>
                  <a:pt x="212952" y="67909"/>
                </a:lnTo>
                <a:cubicBezTo>
                  <a:pt x="213004" y="66447"/>
                  <a:pt x="213031" y="65402"/>
                  <a:pt x="213031" y="64775"/>
                </a:cubicBezTo>
                <a:cubicBezTo>
                  <a:pt x="213031" y="57672"/>
                  <a:pt x="211249" y="52226"/>
                  <a:pt x="207686" y="48439"/>
                </a:cubicBezTo>
                <a:cubicBezTo>
                  <a:pt x="204123" y="44651"/>
                  <a:pt x="199538" y="42758"/>
                  <a:pt x="193931" y="42758"/>
                </a:cubicBezTo>
                <a:cubicBezTo>
                  <a:pt x="187853" y="42758"/>
                  <a:pt x="182312" y="44847"/>
                  <a:pt x="177308" y="49026"/>
                </a:cubicBezTo>
                <a:cubicBezTo>
                  <a:pt x="172303" y="53205"/>
                  <a:pt x="168570" y="59499"/>
                  <a:pt x="166107" y="67909"/>
                </a:cubicBezTo>
                <a:close/>
                <a:moveTo>
                  <a:pt x="228726" y="149180"/>
                </a:moveTo>
                <a:lnTo>
                  <a:pt x="252856" y="33640"/>
                </a:lnTo>
                <a:lnTo>
                  <a:pt x="265981" y="33640"/>
                </a:lnTo>
                <a:lnTo>
                  <a:pt x="263545" y="45273"/>
                </a:lnTo>
                <a:cubicBezTo>
                  <a:pt x="268418" y="40190"/>
                  <a:pt x="272780" y="36666"/>
                  <a:pt x="276632" y="34701"/>
                </a:cubicBezTo>
                <a:cubicBezTo>
                  <a:pt x="280483" y="32736"/>
                  <a:pt x="284557" y="31754"/>
                  <a:pt x="288854" y="31754"/>
                </a:cubicBezTo>
                <a:cubicBezTo>
                  <a:pt x="296818" y="31754"/>
                  <a:pt x="303421" y="34649"/>
                  <a:pt x="308660" y="40439"/>
                </a:cubicBezTo>
                <a:cubicBezTo>
                  <a:pt x="313900" y="46229"/>
                  <a:pt x="316520" y="54521"/>
                  <a:pt x="316520" y="65315"/>
                </a:cubicBezTo>
                <a:cubicBezTo>
                  <a:pt x="316520" y="74014"/>
                  <a:pt x="315079" y="81939"/>
                  <a:pt x="312197" y="89091"/>
                </a:cubicBezTo>
                <a:cubicBezTo>
                  <a:pt x="309315" y="96244"/>
                  <a:pt x="305779" y="101995"/>
                  <a:pt x="301587" y="106344"/>
                </a:cubicBezTo>
                <a:cubicBezTo>
                  <a:pt x="297395" y="110693"/>
                  <a:pt x="293150" y="113889"/>
                  <a:pt x="288854" y="115933"/>
                </a:cubicBezTo>
                <a:cubicBezTo>
                  <a:pt x="284557" y="117976"/>
                  <a:pt x="280155" y="118998"/>
                  <a:pt x="275649" y="118998"/>
                </a:cubicBezTo>
                <a:cubicBezTo>
                  <a:pt x="265641" y="118998"/>
                  <a:pt x="257886" y="113916"/>
                  <a:pt x="252384" y="103750"/>
                </a:cubicBezTo>
                <a:lnTo>
                  <a:pt x="242952" y="149180"/>
                </a:lnTo>
                <a:lnTo>
                  <a:pt x="228726" y="149180"/>
                </a:lnTo>
                <a:moveTo>
                  <a:pt x="256864" y="82985"/>
                </a:moveTo>
                <a:cubicBezTo>
                  <a:pt x="256864" y="89224"/>
                  <a:pt x="257309" y="93549"/>
                  <a:pt x="258200" y="95961"/>
                </a:cubicBezTo>
                <a:cubicBezTo>
                  <a:pt x="259510" y="99369"/>
                  <a:pt x="261659" y="102122"/>
                  <a:pt x="264645" y="104219"/>
                </a:cubicBezTo>
                <a:cubicBezTo>
                  <a:pt x="267632" y="106317"/>
                  <a:pt x="271090" y="107366"/>
                  <a:pt x="275020" y="107366"/>
                </a:cubicBezTo>
                <a:cubicBezTo>
                  <a:pt x="283195" y="107366"/>
                  <a:pt x="289797" y="102768"/>
                  <a:pt x="294827" y="93572"/>
                </a:cubicBezTo>
                <a:cubicBezTo>
                  <a:pt x="299857" y="84376"/>
                  <a:pt x="302373" y="74983"/>
                  <a:pt x="302373" y="65394"/>
                </a:cubicBezTo>
                <a:cubicBezTo>
                  <a:pt x="302373" y="58320"/>
                  <a:pt x="300683" y="52858"/>
                  <a:pt x="297303" y="49006"/>
                </a:cubicBezTo>
                <a:cubicBezTo>
                  <a:pt x="293923" y="45155"/>
                  <a:pt x="289718" y="43229"/>
                  <a:pt x="284688" y="43229"/>
                </a:cubicBezTo>
                <a:cubicBezTo>
                  <a:pt x="281072" y="43229"/>
                  <a:pt x="277719" y="44185"/>
                  <a:pt x="274627" y="46098"/>
                </a:cubicBezTo>
                <a:cubicBezTo>
                  <a:pt x="271536" y="48009"/>
                  <a:pt x="268667" y="50863"/>
                  <a:pt x="266021" y="54660"/>
                </a:cubicBezTo>
                <a:cubicBezTo>
                  <a:pt x="263375" y="58458"/>
                  <a:pt x="261187" y="63106"/>
                  <a:pt x="259458" y="68607"/>
                </a:cubicBezTo>
                <a:cubicBezTo>
                  <a:pt x="257729" y="74107"/>
                  <a:pt x="256864" y="78900"/>
                  <a:pt x="256864" y="82985"/>
                </a:cubicBezTo>
                <a:close/>
                <a:moveTo>
                  <a:pt x="373978" y="117112"/>
                </a:moveTo>
                <a:cubicBezTo>
                  <a:pt x="375446" y="110251"/>
                  <a:pt x="377476" y="104503"/>
                  <a:pt x="380070" y="99869"/>
                </a:cubicBezTo>
                <a:cubicBezTo>
                  <a:pt x="382663" y="95234"/>
                  <a:pt x="386109" y="90835"/>
                  <a:pt x="390405" y="86672"/>
                </a:cubicBezTo>
                <a:cubicBezTo>
                  <a:pt x="394702" y="82508"/>
                  <a:pt x="402981" y="75531"/>
                  <a:pt x="415243" y="65740"/>
                </a:cubicBezTo>
                <a:cubicBezTo>
                  <a:pt x="422683" y="59826"/>
                  <a:pt x="427766" y="55455"/>
                  <a:pt x="430491" y="52627"/>
                </a:cubicBezTo>
                <a:cubicBezTo>
                  <a:pt x="434421" y="48543"/>
                  <a:pt x="437276" y="44538"/>
                  <a:pt x="439058" y="40611"/>
                </a:cubicBezTo>
                <a:cubicBezTo>
                  <a:pt x="440263" y="37942"/>
                  <a:pt x="440866" y="35036"/>
                  <a:pt x="440866" y="31894"/>
                </a:cubicBezTo>
                <a:cubicBezTo>
                  <a:pt x="440866" y="26606"/>
                  <a:pt x="438992" y="22117"/>
                  <a:pt x="435246" y="18426"/>
                </a:cubicBezTo>
                <a:cubicBezTo>
                  <a:pt x="431499" y="14736"/>
                  <a:pt x="426901" y="12890"/>
                  <a:pt x="421452" y="12890"/>
                </a:cubicBezTo>
                <a:cubicBezTo>
                  <a:pt x="416055" y="12890"/>
                  <a:pt x="411339" y="14762"/>
                  <a:pt x="407304" y="18505"/>
                </a:cubicBezTo>
                <a:cubicBezTo>
                  <a:pt x="403269" y="22248"/>
                  <a:pt x="400387" y="28256"/>
                  <a:pt x="398658" y="36529"/>
                </a:cubicBezTo>
                <a:lnTo>
                  <a:pt x="384746" y="34485"/>
                </a:lnTo>
                <a:cubicBezTo>
                  <a:pt x="386109" y="24249"/>
                  <a:pt x="390078" y="16179"/>
                  <a:pt x="396654" y="10274"/>
                </a:cubicBezTo>
                <a:cubicBezTo>
                  <a:pt x="403230" y="4368"/>
                  <a:pt x="411417" y="1415"/>
                  <a:pt x="421216" y="1415"/>
                </a:cubicBezTo>
                <a:cubicBezTo>
                  <a:pt x="427766" y="1415"/>
                  <a:pt x="433700" y="2779"/>
                  <a:pt x="439019" y="5507"/>
                </a:cubicBezTo>
                <a:cubicBezTo>
                  <a:pt x="444337" y="8233"/>
                  <a:pt x="448333" y="12061"/>
                  <a:pt x="451005" y="16990"/>
                </a:cubicBezTo>
                <a:cubicBezTo>
                  <a:pt x="453677" y="21918"/>
                  <a:pt x="455013" y="27005"/>
                  <a:pt x="455013" y="32250"/>
                </a:cubicBezTo>
                <a:cubicBezTo>
                  <a:pt x="455013" y="39907"/>
                  <a:pt x="452289" y="47275"/>
                  <a:pt x="446839" y="54353"/>
                </a:cubicBezTo>
                <a:cubicBezTo>
                  <a:pt x="443486" y="58752"/>
                  <a:pt x="433635" y="67416"/>
                  <a:pt x="417286" y="80347"/>
                </a:cubicBezTo>
                <a:cubicBezTo>
                  <a:pt x="410265" y="85897"/>
                  <a:pt x="405038" y="90452"/>
                  <a:pt x="401606" y="94014"/>
                </a:cubicBezTo>
                <a:cubicBezTo>
                  <a:pt x="398174" y="97574"/>
                  <a:pt x="395593" y="100924"/>
                  <a:pt x="393864" y="104064"/>
                </a:cubicBezTo>
                <a:lnTo>
                  <a:pt x="445424" y="104064"/>
                </a:lnTo>
                <a:lnTo>
                  <a:pt x="442673" y="117112"/>
                </a:lnTo>
                <a:lnTo>
                  <a:pt x="373978" y="117112"/>
                </a:lnTo>
                <a:close/>
                <a:moveTo>
                  <a:pt x="477311" y="49831"/>
                </a:moveTo>
                <a:lnTo>
                  <a:pt x="480691" y="33640"/>
                </a:lnTo>
                <a:lnTo>
                  <a:pt x="496725" y="33640"/>
                </a:lnTo>
                <a:lnTo>
                  <a:pt x="493424" y="49831"/>
                </a:lnTo>
                <a:lnTo>
                  <a:pt x="477311" y="49831"/>
                </a:lnTo>
                <a:moveTo>
                  <a:pt x="463242" y="117112"/>
                </a:moveTo>
                <a:lnTo>
                  <a:pt x="466621" y="100921"/>
                </a:lnTo>
                <a:lnTo>
                  <a:pt x="482734" y="100921"/>
                </a:lnTo>
                <a:lnTo>
                  <a:pt x="479276" y="117112"/>
                </a:lnTo>
                <a:lnTo>
                  <a:pt x="463242" y="117112"/>
                </a:lnTo>
                <a:close/>
                <a:moveTo>
                  <a:pt x="550697" y="117112"/>
                </a:moveTo>
                <a:lnTo>
                  <a:pt x="574748" y="1886"/>
                </a:lnTo>
                <a:lnTo>
                  <a:pt x="609489" y="1886"/>
                </a:lnTo>
                <a:cubicBezTo>
                  <a:pt x="617821" y="1886"/>
                  <a:pt x="624187" y="2489"/>
                  <a:pt x="628589" y="3694"/>
                </a:cubicBezTo>
                <a:cubicBezTo>
                  <a:pt x="634876" y="5319"/>
                  <a:pt x="640247" y="8214"/>
                  <a:pt x="644701" y="12379"/>
                </a:cubicBezTo>
                <a:cubicBezTo>
                  <a:pt x="649155" y="16545"/>
                  <a:pt x="652509" y="21746"/>
                  <a:pt x="654762" y="27981"/>
                </a:cubicBezTo>
                <a:cubicBezTo>
                  <a:pt x="657015" y="34217"/>
                  <a:pt x="658142" y="41212"/>
                  <a:pt x="658142" y="48967"/>
                </a:cubicBezTo>
                <a:cubicBezTo>
                  <a:pt x="658142" y="58242"/>
                  <a:pt x="656740" y="66691"/>
                  <a:pt x="653937" y="74315"/>
                </a:cubicBezTo>
                <a:cubicBezTo>
                  <a:pt x="651133" y="81939"/>
                  <a:pt x="647465" y="88646"/>
                  <a:pt x="642933" y="94436"/>
                </a:cubicBezTo>
                <a:cubicBezTo>
                  <a:pt x="638400" y="100226"/>
                  <a:pt x="633658" y="104759"/>
                  <a:pt x="628706" y="108034"/>
                </a:cubicBezTo>
                <a:cubicBezTo>
                  <a:pt x="623755" y="111309"/>
                  <a:pt x="617899" y="113732"/>
                  <a:pt x="611140" y="115304"/>
                </a:cubicBezTo>
                <a:cubicBezTo>
                  <a:pt x="606005" y="116509"/>
                  <a:pt x="599690" y="117112"/>
                  <a:pt x="592197" y="117112"/>
                </a:cubicBezTo>
                <a:lnTo>
                  <a:pt x="550697" y="117112"/>
                </a:lnTo>
                <a:moveTo>
                  <a:pt x="568854" y="104064"/>
                </a:moveTo>
                <a:lnTo>
                  <a:pt x="587088" y="104064"/>
                </a:lnTo>
                <a:cubicBezTo>
                  <a:pt x="595315" y="104064"/>
                  <a:pt x="602625" y="103279"/>
                  <a:pt x="609017" y="101707"/>
                </a:cubicBezTo>
                <a:cubicBezTo>
                  <a:pt x="613000" y="100763"/>
                  <a:pt x="616406" y="99375"/>
                  <a:pt x="619235" y="97541"/>
                </a:cubicBezTo>
                <a:cubicBezTo>
                  <a:pt x="622956" y="95183"/>
                  <a:pt x="626335" y="92065"/>
                  <a:pt x="629374" y="88188"/>
                </a:cubicBezTo>
                <a:cubicBezTo>
                  <a:pt x="633357" y="83052"/>
                  <a:pt x="636540" y="77197"/>
                  <a:pt x="638924" y="70621"/>
                </a:cubicBezTo>
                <a:cubicBezTo>
                  <a:pt x="641308" y="64045"/>
                  <a:pt x="642500" y="56565"/>
                  <a:pt x="642500" y="48181"/>
                </a:cubicBezTo>
                <a:cubicBezTo>
                  <a:pt x="642500" y="38854"/>
                  <a:pt x="640876" y="31688"/>
                  <a:pt x="637627" y="26684"/>
                </a:cubicBezTo>
                <a:cubicBezTo>
                  <a:pt x="634379" y="21680"/>
                  <a:pt x="630239" y="18366"/>
                  <a:pt x="625209" y="16741"/>
                </a:cubicBezTo>
                <a:cubicBezTo>
                  <a:pt x="621488" y="15536"/>
                  <a:pt x="615698" y="14934"/>
                  <a:pt x="607838" y="14934"/>
                </a:cubicBezTo>
                <a:lnTo>
                  <a:pt x="587481" y="14934"/>
                </a:lnTo>
                <a:lnTo>
                  <a:pt x="568854" y="104064"/>
                </a:lnTo>
                <a:close/>
                <a:moveTo>
                  <a:pt x="721386" y="106737"/>
                </a:moveTo>
                <a:cubicBezTo>
                  <a:pt x="716461" y="110981"/>
                  <a:pt x="711719" y="114086"/>
                  <a:pt x="707160" y="116051"/>
                </a:cubicBezTo>
                <a:cubicBezTo>
                  <a:pt x="702601" y="118016"/>
                  <a:pt x="697728" y="118998"/>
                  <a:pt x="692541" y="118998"/>
                </a:cubicBezTo>
                <a:cubicBezTo>
                  <a:pt x="684838" y="118998"/>
                  <a:pt x="678629" y="116732"/>
                  <a:pt x="673913" y="112199"/>
                </a:cubicBezTo>
                <a:cubicBezTo>
                  <a:pt x="669197" y="107667"/>
                  <a:pt x="666839" y="101864"/>
                  <a:pt x="666839" y="94790"/>
                </a:cubicBezTo>
                <a:cubicBezTo>
                  <a:pt x="666839" y="90126"/>
                  <a:pt x="667900" y="86000"/>
                  <a:pt x="670022" y="82411"/>
                </a:cubicBezTo>
                <a:cubicBezTo>
                  <a:pt x="672144" y="78821"/>
                  <a:pt x="674961" y="75939"/>
                  <a:pt x="678472" y="73765"/>
                </a:cubicBezTo>
                <a:cubicBezTo>
                  <a:pt x="681982" y="71590"/>
                  <a:pt x="686279" y="70031"/>
                  <a:pt x="691362" y="69088"/>
                </a:cubicBezTo>
                <a:cubicBezTo>
                  <a:pt x="694558" y="68459"/>
                  <a:pt x="700623" y="67962"/>
                  <a:pt x="709557" y="67595"/>
                </a:cubicBezTo>
                <a:cubicBezTo>
                  <a:pt x="718491" y="67228"/>
                  <a:pt x="724897" y="66285"/>
                  <a:pt x="728775" y="64765"/>
                </a:cubicBezTo>
                <a:cubicBezTo>
                  <a:pt x="729875" y="60888"/>
                  <a:pt x="730425" y="57665"/>
                  <a:pt x="730425" y="55098"/>
                </a:cubicBezTo>
                <a:cubicBezTo>
                  <a:pt x="730425" y="51796"/>
                  <a:pt x="729220" y="49203"/>
                  <a:pt x="726810" y="47316"/>
                </a:cubicBezTo>
                <a:cubicBezTo>
                  <a:pt x="723509" y="44696"/>
                  <a:pt x="718688" y="43386"/>
                  <a:pt x="712348" y="43386"/>
                </a:cubicBezTo>
                <a:cubicBezTo>
                  <a:pt x="706374" y="43386"/>
                  <a:pt x="701488" y="44709"/>
                  <a:pt x="697689" y="47356"/>
                </a:cubicBezTo>
                <a:cubicBezTo>
                  <a:pt x="693890" y="50002"/>
                  <a:pt x="691126" y="53761"/>
                  <a:pt x="689397" y="58635"/>
                </a:cubicBezTo>
                <a:lnTo>
                  <a:pt x="675013" y="57377"/>
                </a:lnTo>
                <a:cubicBezTo>
                  <a:pt x="677948" y="49098"/>
                  <a:pt x="682598" y="42758"/>
                  <a:pt x="688964" y="38356"/>
                </a:cubicBezTo>
                <a:cubicBezTo>
                  <a:pt x="695331" y="33955"/>
                  <a:pt x="703361" y="31754"/>
                  <a:pt x="713055" y="31754"/>
                </a:cubicBezTo>
                <a:cubicBezTo>
                  <a:pt x="723378" y="31754"/>
                  <a:pt x="731552" y="34217"/>
                  <a:pt x="737578" y="39142"/>
                </a:cubicBezTo>
                <a:cubicBezTo>
                  <a:pt x="742189" y="42810"/>
                  <a:pt x="744494" y="47578"/>
                  <a:pt x="744494" y="53447"/>
                </a:cubicBezTo>
                <a:cubicBezTo>
                  <a:pt x="744494" y="57901"/>
                  <a:pt x="743839" y="63062"/>
                  <a:pt x="742529" y="68931"/>
                </a:cubicBezTo>
                <a:lnTo>
                  <a:pt x="737892" y="89681"/>
                </a:lnTo>
                <a:cubicBezTo>
                  <a:pt x="736425" y="96283"/>
                  <a:pt x="735691" y="101654"/>
                  <a:pt x="735691" y="105794"/>
                </a:cubicBezTo>
                <a:cubicBezTo>
                  <a:pt x="735691" y="108414"/>
                  <a:pt x="736268" y="112186"/>
                  <a:pt x="737420" y="117112"/>
                </a:cubicBezTo>
                <a:lnTo>
                  <a:pt x="723037" y="117112"/>
                </a:lnTo>
                <a:cubicBezTo>
                  <a:pt x="722251" y="114387"/>
                  <a:pt x="721701" y="110929"/>
                  <a:pt x="721386" y="106737"/>
                </a:cubicBezTo>
                <a:moveTo>
                  <a:pt x="726652" y="74826"/>
                </a:moveTo>
                <a:cubicBezTo>
                  <a:pt x="724661" y="75612"/>
                  <a:pt x="722526" y="76214"/>
                  <a:pt x="720247" y="76634"/>
                </a:cubicBezTo>
                <a:cubicBezTo>
                  <a:pt x="717967" y="77053"/>
                  <a:pt x="714155" y="77498"/>
                  <a:pt x="708811" y="77970"/>
                </a:cubicBezTo>
                <a:cubicBezTo>
                  <a:pt x="700532" y="78703"/>
                  <a:pt x="694689" y="79633"/>
                  <a:pt x="691283" y="80760"/>
                </a:cubicBezTo>
                <a:cubicBezTo>
                  <a:pt x="687877" y="81887"/>
                  <a:pt x="685310" y="83681"/>
                  <a:pt x="683580" y="86144"/>
                </a:cubicBezTo>
                <a:cubicBezTo>
                  <a:pt x="681851" y="88607"/>
                  <a:pt x="680987" y="91332"/>
                  <a:pt x="680987" y="94318"/>
                </a:cubicBezTo>
                <a:cubicBezTo>
                  <a:pt x="680987" y="98301"/>
                  <a:pt x="682362" y="101576"/>
                  <a:pt x="685113" y="104143"/>
                </a:cubicBezTo>
                <a:cubicBezTo>
                  <a:pt x="687864" y="106711"/>
                  <a:pt x="691781" y="107994"/>
                  <a:pt x="696864" y="107994"/>
                </a:cubicBezTo>
                <a:cubicBezTo>
                  <a:pt x="701580" y="107994"/>
                  <a:pt x="706112" y="106750"/>
                  <a:pt x="710461" y="104261"/>
                </a:cubicBezTo>
                <a:cubicBezTo>
                  <a:pt x="714810" y="101772"/>
                  <a:pt x="718242" y="98301"/>
                  <a:pt x="720758" y="93847"/>
                </a:cubicBezTo>
                <a:cubicBezTo>
                  <a:pt x="723273" y="89393"/>
                  <a:pt x="725238" y="83052"/>
                  <a:pt x="726652" y="74826"/>
                </a:cubicBezTo>
                <a:close/>
                <a:moveTo>
                  <a:pt x="787856" y="105548"/>
                </a:moveTo>
                <a:lnTo>
                  <a:pt x="785498" y="117181"/>
                </a:lnTo>
                <a:cubicBezTo>
                  <a:pt x="782092" y="118078"/>
                  <a:pt x="778791" y="118527"/>
                  <a:pt x="775595" y="118527"/>
                </a:cubicBezTo>
                <a:cubicBezTo>
                  <a:pt x="769936" y="118527"/>
                  <a:pt x="765429" y="117138"/>
                  <a:pt x="762076" y="114361"/>
                </a:cubicBezTo>
                <a:cubicBezTo>
                  <a:pt x="759561" y="112265"/>
                  <a:pt x="758303" y="109409"/>
                  <a:pt x="758303" y="105794"/>
                </a:cubicBezTo>
                <a:cubicBezTo>
                  <a:pt x="758303" y="103960"/>
                  <a:pt x="758984" y="99742"/>
                  <a:pt x="760347" y="93139"/>
                </a:cubicBezTo>
                <a:lnTo>
                  <a:pt x="770486" y="44644"/>
                </a:lnTo>
                <a:lnTo>
                  <a:pt x="759246" y="44644"/>
                </a:lnTo>
                <a:lnTo>
                  <a:pt x="761526" y="33640"/>
                </a:lnTo>
                <a:lnTo>
                  <a:pt x="772765" y="33640"/>
                </a:lnTo>
                <a:lnTo>
                  <a:pt x="777088" y="13126"/>
                </a:lnTo>
                <a:lnTo>
                  <a:pt x="793358" y="3301"/>
                </a:lnTo>
                <a:lnTo>
                  <a:pt x="786992" y="33640"/>
                </a:lnTo>
                <a:lnTo>
                  <a:pt x="800982" y="33640"/>
                </a:lnTo>
                <a:lnTo>
                  <a:pt x="798624" y="44644"/>
                </a:lnTo>
                <a:lnTo>
                  <a:pt x="784712" y="44644"/>
                </a:lnTo>
                <a:lnTo>
                  <a:pt x="775045" y="90722"/>
                </a:lnTo>
                <a:cubicBezTo>
                  <a:pt x="773839" y="96585"/>
                  <a:pt x="773237" y="100091"/>
                  <a:pt x="773237" y="101242"/>
                </a:cubicBezTo>
                <a:cubicBezTo>
                  <a:pt x="773237" y="102916"/>
                  <a:pt x="773722" y="104198"/>
                  <a:pt x="774691" y="105089"/>
                </a:cubicBezTo>
                <a:cubicBezTo>
                  <a:pt x="775660" y="105978"/>
                  <a:pt x="777245" y="106422"/>
                  <a:pt x="779446" y="106422"/>
                </a:cubicBezTo>
                <a:cubicBezTo>
                  <a:pt x="782590" y="106422"/>
                  <a:pt x="785393" y="106131"/>
                  <a:pt x="787856" y="105548"/>
                </a:cubicBezTo>
                <a:close/>
                <a:moveTo>
                  <a:pt x="855635" y="106737"/>
                </a:moveTo>
                <a:cubicBezTo>
                  <a:pt x="850710" y="110981"/>
                  <a:pt x="845968" y="114086"/>
                  <a:pt x="841409" y="116051"/>
                </a:cubicBezTo>
                <a:cubicBezTo>
                  <a:pt x="836850" y="118016"/>
                  <a:pt x="831977" y="118998"/>
                  <a:pt x="826789" y="118998"/>
                </a:cubicBezTo>
                <a:cubicBezTo>
                  <a:pt x="819087" y="118998"/>
                  <a:pt x="812878" y="116732"/>
                  <a:pt x="808162" y="112199"/>
                </a:cubicBezTo>
                <a:cubicBezTo>
                  <a:pt x="803446" y="107667"/>
                  <a:pt x="801088" y="101864"/>
                  <a:pt x="801088" y="94790"/>
                </a:cubicBezTo>
                <a:cubicBezTo>
                  <a:pt x="801088" y="90126"/>
                  <a:pt x="802149" y="86000"/>
                  <a:pt x="804271" y="82411"/>
                </a:cubicBezTo>
                <a:cubicBezTo>
                  <a:pt x="806393" y="78821"/>
                  <a:pt x="809210" y="75939"/>
                  <a:pt x="812720" y="73765"/>
                </a:cubicBezTo>
                <a:cubicBezTo>
                  <a:pt x="816231" y="71590"/>
                  <a:pt x="820528" y="70031"/>
                  <a:pt x="825611" y="69088"/>
                </a:cubicBezTo>
                <a:cubicBezTo>
                  <a:pt x="828807" y="68459"/>
                  <a:pt x="834872" y="67962"/>
                  <a:pt x="843806" y="67595"/>
                </a:cubicBezTo>
                <a:cubicBezTo>
                  <a:pt x="852740" y="67228"/>
                  <a:pt x="859146" y="66285"/>
                  <a:pt x="863023" y="64765"/>
                </a:cubicBezTo>
                <a:cubicBezTo>
                  <a:pt x="864124" y="60888"/>
                  <a:pt x="864674" y="57665"/>
                  <a:pt x="864674" y="55098"/>
                </a:cubicBezTo>
                <a:cubicBezTo>
                  <a:pt x="864674" y="51796"/>
                  <a:pt x="863469" y="49203"/>
                  <a:pt x="861058" y="47316"/>
                </a:cubicBezTo>
                <a:cubicBezTo>
                  <a:pt x="857757" y="44696"/>
                  <a:pt x="852937" y="43386"/>
                  <a:pt x="846596" y="43386"/>
                </a:cubicBezTo>
                <a:cubicBezTo>
                  <a:pt x="840623" y="43386"/>
                  <a:pt x="835737" y="44709"/>
                  <a:pt x="831938" y="47356"/>
                </a:cubicBezTo>
                <a:cubicBezTo>
                  <a:pt x="828139" y="50002"/>
                  <a:pt x="825375" y="53761"/>
                  <a:pt x="823646" y="58635"/>
                </a:cubicBezTo>
                <a:lnTo>
                  <a:pt x="809262" y="57377"/>
                </a:lnTo>
                <a:cubicBezTo>
                  <a:pt x="812196" y="49098"/>
                  <a:pt x="816847" y="42758"/>
                  <a:pt x="823213" y="38356"/>
                </a:cubicBezTo>
                <a:cubicBezTo>
                  <a:pt x="829580" y="33955"/>
                  <a:pt x="837610" y="31754"/>
                  <a:pt x="847304" y="31754"/>
                </a:cubicBezTo>
                <a:cubicBezTo>
                  <a:pt x="857626" y="31754"/>
                  <a:pt x="865801" y="34217"/>
                  <a:pt x="871826" y="39142"/>
                </a:cubicBezTo>
                <a:cubicBezTo>
                  <a:pt x="876438" y="42810"/>
                  <a:pt x="878743" y="47578"/>
                  <a:pt x="878743" y="53447"/>
                </a:cubicBezTo>
                <a:cubicBezTo>
                  <a:pt x="878743" y="57901"/>
                  <a:pt x="878088" y="63062"/>
                  <a:pt x="876778" y="68931"/>
                </a:cubicBezTo>
                <a:lnTo>
                  <a:pt x="872141" y="89681"/>
                </a:lnTo>
                <a:cubicBezTo>
                  <a:pt x="870674" y="96283"/>
                  <a:pt x="869940" y="101654"/>
                  <a:pt x="869940" y="105794"/>
                </a:cubicBezTo>
                <a:cubicBezTo>
                  <a:pt x="869940" y="108414"/>
                  <a:pt x="870516" y="112186"/>
                  <a:pt x="871669" y="117112"/>
                </a:cubicBezTo>
                <a:lnTo>
                  <a:pt x="857286" y="117112"/>
                </a:lnTo>
                <a:cubicBezTo>
                  <a:pt x="856500" y="114387"/>
                  <a:pt x="855950" y="110929"/>
                  <a:pt x="855635" y="106737"/>
                </a:cubicBezTo>
                <a:moveTo>
                  <a:pt x="860901" y="74826"/>
                </a:moveTo>
                <a:cubicBezTo>
                  <a:pt x="858910" y="75612"/>
                  <a:pt x="856775" y="76214"/>
                  <a:pt x="854495" y="76634"/>
                </a:cubicBezTo>
                <a:cubicBezTo>
                  <a:pt x="852216" y="77053"/>
                  <a:pt x="848404" y="77498"/>
                  <a:pt x="843059" y="77970"/>
                </a:cubicBezTo>
                <a:cubicBezTo>
                  <a:pt x="834780" y="78703"/>
                  <a:pt x="828938" y="79633"/>
                  <a:pt x="825532" y="80760"/>
                </a:cubicBezTo>
                <a:cubicBezTo>
                  <a:pt x="822126" y="81887"/>
                  <a:pt x="819558" y="83681"/>
                  <a:pt x="817829" y="86144"/>
                </a:cubicBezTo>
                <a:cubicBezTo>
                  <a:pt x="816100" y="88607"/>
                  <a:pt x="815236" y="91332"/>
                  <a:pt x="815236" y="94318"/>
                </a:cubicBezTo>
                <a:cubicBezTo>
                  <a:pt x="815236" y="98301"/>
                  <a:pt x="816611" y="101576"/>
                  <a:pt x="819362" y="104143"/>
                </a:cubicBezTo>
                <a:cubicBezTo>
                  <a:pt x="822113" y="106711"/>
                  <a:pt x="826030" y="107994"/>
                  <a:pt x="831112" y="107994"/>
                </a:cubicBezTo>
                <a:cubicBezTo>
                  <a:pt x="835828" y="107994"/>
                  <a:pt x="840361" y="106750"/>
                  <a:pt x="844710" y="104261"/>
                </a:cubicBezTo>
                <a:cubicBezTo>
                  <a:pt x="849059" y="101772"/>
                  <a:pt x="852491" y="98301"/>
                  <a:pt x="855006" y="93847"/>
                </a:cubicBezTo>
                <a:cubicBezTo>
                  <a:pt x="857522" y="89393"/>
                  <a:pt x="859486" y="83052"/>
                  <a:pt x="860901" y="74826"/>
                </a:cubicBezTo>
                <a:close/>
                <a:moveTo>
                  <a:pt x="1025332" y="76555"/>
                </a:moveTo>
                <a:lnTo>
                  <a:pt x="1040580" y="78756"/>
                </a:lnTo>
                <a:cubicBezTo>
                  <a:pt x="1035759" y="92013"/>
                  <a:pt x="1028738" y="102034"/>
                  <a:pt x="1019516" y="108820"/>
                </a:cubicBezTo>
                <a:cubicBezTo>
                  <a:pt x="1010293" y="115605"/>
                  <a:pt x="999945" y="118998"/>
                  <a:pt x="988469" y="118998"/>
                </a:cubicBezTo>
                <a:cubicBezTo>
                  <a:pt x="974479" y="118998"/>
                  <a:pt x="963383" y="114733"/>
                  <a:pt x="955183" y="106204"/>
                </a:cubicBezTo>
                <a:cubicBezTo>
                  <a:pt x="946982" y="97674"/>
                  <a:pt x="942882" y="85455"/>
                  <a:pt x="942882" y="69547"/>
                </a:cubicBezTo>
                <a:cubicBezTo>
                  <a:pt x="942882" y="48824"/>
                  <a:pt x="949117" y="31685"/>
                  <a:pt x="961588" y="18132"/>
                </a:cubicBezTo>
                <a:cubicBezTo>
                  <a:pt x="972697" y="6044"/>
                  <a:pt x="986504" y="0"/>
                  <a:pt x="1003010" y="0"/>
                </a:cubicBezTo>
                <a:cubicBezTo>
                  <a:pt x="1015219" y="0"/>
                  <a:pt x="1025109" y="3282"/>
                  <a:pt x="1032681" y="9847"/>
                </a:cubicBezTo>
                <a:cubicBezTo>
                  <a:pt x="1040253" y="16410"/>
                  <a:pt x="1044641" y="25232"/>
                  <a:pt x="1045846" y="36313"/>
                </a:cubicBezTo>
                <a:lnTo>
                  <a:pt x="1031463" y="37727"/>
                </a:lnTo>
                <a:cubicBezTo>
                  <a:pt x="1029943" y="29343"/>
                  <a:pt x="1026812" y="23082"/>
                  <a:pt x="1022070" y="18942"/>
                </a:cubicBezTo>
                <a:cubicBezTo>
                  <a:pt x="1017328" y="14803"/>
                  <a:pt x="1011210" y="12733"/>
                  <a:pt x="1003717" y="12733"/>
                </a:cubicBezTo>
                <a:cubicBezTo>
                  <a:pt x="989622" y="12733"/>
                  <a:pt x="978225" y="18984"/>
                  <a:pt x="969527" y="31486"/>
                </a:cubicBezTo>
                <a:cubicBezTo>
                  <a:pt x="961981" y="42262"/>
                  <a:pt x="958209" y="55053"/>
                  <a:pt x="958209" y="69857"/>
                </a:cubicBezTo>
                <a:cubicBezTo>
                  <a:pt x="958209" y="81679"/>
                  <a:pt x="961117" y="90704"/>
                  <a:pt x="966933" y="96929"/>
                </a:cubicBezTo>
                <a:cubicBezTo>
                  <a:pt x="972749" y="103153"/>
                  <a:pt x="980321" y="106265"/>
                  <a:pt x="989648" y="106265"/>
                </a:cubicBezTo>
                <a:cubicBezTo>
                  <a:pt x="997613" y="106265"/>
                  <a:pt x="1004818" y="103679"/>
                  <a:pt x="1011263" y="98506"/>
                </a:cubicBezTo>
                <a:cubicBezTo>
                  <a:pt x="1017708" y="93332"/>
                  <a:pt x="1022398" y="86015"/>
                  <a:pt x="1025332" y="76555"/>
                </a:cubicBezTo>
                <a:close/>
                <a:moveTo>
                  <a:pt x="1052343" y="85437"/>
                </a:moveTo>
                <a:cubicBezTo>
                  <a:pt x="1052343" y="69141"/>
                  <a:pt x="1057137" y="55648"/>
                  <a:pt x="1066726" y="44958"/>
                </a:cubicBezTo>
                <a:cubicBezTo>
                  <a:pt x="1074639" y="36155"/>
                  <a:pt x="1085014" y="31754"/>
                  <a:pt x="1097851" y="31754"/>
                </a:cubicBezTo>
                <a:cubicBezTo>
                  <a:pt x="1107912" y="31754"/>
                  <a:pt x="1116021" y="34898"/>
                  <a:pt x="1122178" y="41186"/>
                </a:cubicBezTo>
                <a:cubicBezTo>
                  <a:pt x="1128334" y="47474"/>
                  <a:pt x="1131413" y="55962"/>
                  <a:pt x="1131413" y="66652"/>
                </a:cubicBezTo>
                <a:cubicBezTo>
                  <a:pt x="1131413" y="76241"/>
                  <a:pt x="1129474" y="85162"/>
                  <a:pt x="1125597" y="93414"/>
                </a:cubicBezTo>
                <a:cubicBezTo>
                  <a:pt x="1121719" y="101667"/>
                  <a:pt x="1116204" y="107994"/>
                  <a:pt x="1109052" y="112396"/>
                </a:cubicBezTo>
                <a:cubicBezTo>
                  <a:pt x="1101899" y="116797"/>
                  <a:pt x="1094367" y="118998"/>
                  <a:pt x="1086455" y="118998"/>
                </a:cubicBezTo>
                <a:cubicBezTo>
                  <a:pt x="1079957" y="118998"/>
                  <a:pt x="1074049" y="117610"/>
                  <a:pt x="1068731" y="114832"/>
                </a:cubicBezTo>
                <a:cubicBezTo>
                  <a:pt x="1063412" y="112055"/>
                  <a:pt x="1059351" y="108125"/>
                  <a:pt x="1056548" y="103043"/>
                </a:cubicBezTo>
                <a:cubicBezTo>
                  <a:pt x="1053744" y="97960"/>
                  <a:pt x="1052343" y="92091"/>
                  <a:pt x="1052343" y="85437"/>
                </a:cubicBezTo>
                <a:moveTo>
                  <a:pt x="1066569" y="84022"/>
                </a:moveTo>
                <a:cubicBezTo>
                  <a:pt x="1066569" y="91882"/>
                  <a:pt x="1068455" y="97842"/>
                  <a:pt x="1072228" y="101903"/>
                </a:cubicBezTo>
                <a:cubicBezTo>
                  <a:pt x="1076001" y="105964"/>
                  <a:pt x="1080795" y="107994"/>
                  <a:pt x="1086612" y="107994"/>
                </a:cubicBezTo>
                <a:cubicBezTo>
                  <a:pt x="1089651" y="107994"/>
                  <a:pt x="1092664" y="107379"/>
                  <a:pt x="1095651" y="106147"/>
                </a:cubicBezTo>
                <a:cubicBezTo>
                  <a:pt x="1098637" y="104916"/>
                  <a:pt x="1101414" y="103043"/>
                  <a:pt x="1103982" y="100528"/>
                </a:cubicBezTo>
                <a:cubicBezTo>
                  <a:pt x="1106550" y="98012"/>
                  <a:pt x="1108737" y="95144"/>
                  <a:pt x="1110545" y="91921"/>
                </a:cubicBezTo>
                <a:cubicBezTo>
                  <a:pt x="1112353" y="88698"/>
                  <a:pt x="1113807" y="85227"/>
                  <a:pt x="1114907" y="81507"/>
                </a:cubicBezTo>
                <a:cubicBezTo>
                  <a:pt x="1116532" y="76319"/>
                  <a:pt x="1117344" y="71341"/>
                  <a:pt x="1117344" y="66573"/>
                </a:cubicBezTo>
                <a:cubicBezTo>
                  <a:pt x="1117344" y="59028"/>
                  <a:pt x="1115444" y="53172"/>
                  <a:pt x="1111645" y="49006"/>
                </a:cubicBezTo>
                <a:cubicBezTo>
                  <a:pt x="1107846" y="44840"/>
                  <a:pt x="1103065" y="42758"/>
                  <a:pt x="1097301" y="42758"/>
                </a:cubicBezTo>
                <a:cubicBezTo>
                  <a:pt x="1092847" y="42758"/>
                  <a:pt x="1088786" y="43819"/>
                  <a:pt x="1085118" y="45941"/>
                </a:cubicBezTo>
                <a:cubicBezTo>
                  <a:pt x="1081450" y="48063"/>
                  <a:pt x="1078136" y="51168"/>
                  <a:pt x="1075176" y="55255"/>
                </a:cubicBezTo>
                <a:cubicBezTo>
                  <a:pt x="1072215" y="59342"/>
                  <a:pt x="1070041" y="64097"/>
                  <a:pt x="1068652" y="69520"/>
                </a:cubicBezTo>
                <a:cubicBezTo>
                  <a:pt x="1067263" y="74944"/>
                  <a:pt x="1066569" y="79778"/>
                  <a:pt x="1066569" y="84022"/>
                </a:cubicBezTo>
                <a:close/>
                <a:moveTo>
                  <a:pt x="1138226" y="117112"/>
                </a:moveTo>
                <a:lnTo>
                  <a:pt x="1162278" y="1886"/>
                </a:lnTo>
                <a:lnTo>
                  <a:pt x="1176504" y="1886"/>
                </a:lnTo>
                <a:lnTo>
                  <a:pt x="1152453" y="117112"/>
                </a:lnTo>
                <a:lnTo>
                  <a:pt x="1138226" y="117112"/>
                </a:lnTo>
                <a:close/>
                <a:moveTo>
                  <a:pt x="1173962" y="117112"/>
                </a:moveTo>
                <a:lnTo>
                  <a:pt x="1198013" y="1886"/>
                </a:lnTo>
                <a:lnTo>
                  <a:pt x="1212239" y="1886"/>
                </a:lnTo>
                <a:lnTo>
                  <a:pt x="1188188" y="117112"/>
                </a:lnTo>
                <a:lnTo>
                  <a:pt x="1173962" y="117112"/>
                </a:lnTo>
                <a:close/>
                <a:moveTo>
                  <a:pt x="1272104" y="88974"/>
                </a:moveTo>
                <a:lnTo>
                  <a:pt x="1285938" y="90231"/>
                </a:lnTo>
                <a:cubicBezTo>
                  <a:pt x="1283946" y="97077"/>
                  <a:pt x="1279375" y="103584"/>
                  <a:pt x="1272222" y="109751"/>
                </a:cubicBezTo>
                <a:cubicBezTo>
                  <a:pt x="1265070" y="115916"/>
                  <a:pt x="1256542" y="118998"/>
                  <a:pt x="1246638" y="118998"/>
                </a:cubicBezTo>
                <a:cubicBezTo>
                  <a:pt x="1240455" y="118998"/>
                  <a:pt x="1234783" y="117570"/>
                  <a:pt x="1229622" y="114715"/>
                </a:cubicBezTo>
                <a:cubicBezTo>
                  <a:pt x="1224460" y="111859"/>
                  <a:pt x="1220531" y="107706"/>
                  <a:pt x="1217832" y="102257"/>
                </a:cubicBezTo>
                <a:cubicBezTo>
                  <a:pt x="1215133" y="96807"/>
                  <a:pt x="1213784" y="90598"/>
                  <a:pt x="1213784" y="83629"/>
                </a:cubicBezTo>
                <a:cubicBezTo>
                  <a:pt x="1213784" y="74511"/>
                  <a:pt x="1215893" y="65669"/>
                  <a:pt x="1220111" y="57102"/>
                </a:cubicBezTo>
                <a:cubicBezTo>
                  <a:pt x="1224329" y="48535"/>
                  <a:pt x="1229792" y="42168"/>
                  <a:pt x="1236499" y="38002"/>
                </a:cubicBezTo>
                <a:cubicBezTo>
                  <a:pt x="1243206" y="33837"/>
                  <a:pt x="1250464" y="31754"/>
                  <a:pt x="1258271" y="31754"/>
                </a:cubicBezTo>
                <a:cubicBezTo>
                  <a:pt x="1268227" y="31754"/>
                  <a:pt x="1276178" y="34845"/>
                  <a:pt x="1282126" y="41028"/>
                </a:cubicBezTo>
                <a:cubicBezTo>
                  <a:pt x="1288073" y="47212"/>
                  <a:pt x="1291047" y="55648"/>
                  <a:pt x="1291047" y="66337"/>
                </a:cubicBezTo>
                <a:cubicBezTo>
                  <a:pt x="1291047" y="70424"/>
                  <a:pt x="1290680" y="74616"/>
                  <a:pt x="1289946" y="78913"/>
                </a:cubicBezTo>
                <a:lnTo>
                  <a:pt x="1228482" y="78913"/>
                </a:lnTo>
                <a:cubicBezTo>
                  <a:pt x="1228273" y="80537"/>
                  <a:pt x="1228168" y="82004"/>
                  <a:pt x="1228168" y="83314"/>
                </a:cubicBezTo>
                <a:cubicBezTo>
                  <a:pt x="1228168" y="91122"/>
                  <a:pt x="1229962" y="97082"/>
                  <a:pt x="1233552" y="101196"/>
                </a:cubicBezTo>
                <a:cubicBezTo>
                  <a:pt x="1237141" y="105309"/>
                  <a:pt x="1241529" y="107366"/>
                  <a:pt x="1246717" y="107366"/>
                </a:cubicBezTo>
                <a:cubicBezTo>
                  <a:pt x="1251590" y="107366"/>
                  <a:pt x="1256385" y="105788"/>
                  <a:pt x="1261101" y="102633"/>
                </a:cubicBezTo>
                <a:cubicBezTo>
                  <a:pt x="1265816" y="99475"/>
                  <a:pt x="1269484" y="94922"/>
                  <a:pt x="1272104" y="88974"/>
                </a:cubicBezTo>
                <a:moveTo>
                  <a:pt x="1230761" y="67909"/>
                </a:moveTo>
                <a:lnTo>
                  <a:pt x="1277606" y="67909"/>
                </a:lnTo>
                <a:cubicBezTo>
                  <a:pt x="1277659" y="66447"/>
                  <a:pt x="1277685" y="65402"/>
                  <a:pt x="1277685" y="64775"/>
                </a:cubicBezTo>
                <a:cubicBezTo>
                  <a:pt x="1277685" y="57672"/>
                  <a:pt x="1275903" y="52226"/>
                  <a:pt x="1272340" y="48439"/>
                </a:cubicBezTo>
                <a:cubicBezTo>
                  <a:pt x="1268777" y="44651"/>
                  <a:pt x="1264192" y="42758"/>
                  <a:pt x="1258585" y="42758"/>
                </a:cubicBezTo>
                <a:cubicBezTo>
                  <a:pt x="1252507" y="42758"/>
                  <a:pt x="1246966" y="44847"/>
                  <a:pt x="1241962" y="49026"/>
                </a:cubicBezTo>
                <a:cubicBezTo>
                  <a:pt x="1236958" y="53205"/>
                  <a:pt x="1233224" y="59499"/>
                  <a:pt x="1230761" y="67909"/>
                </a:cubicBezTo>
                <a:close/>
                <a:moveTo>
                  <a:pt x="1357909" y="86616"/>
                </a:moveTo>
                <a:lnTo>
                  <a:pt x="1372136" y="88188"/>
                </a:lnTo>
                <a:cubicBezTo>
                  <a:pt x="1368573" y="98615"/>
                  <a:pt x="1363503" y="106357"/>
                  <a:pt x="1356927" y="111413"/>
                </a:cubicBezTo>
                <a:cubicBezTo>
                  <a:pt x="1350351" y="116470"/>
                  <a:pt x="1342871" y="118998"/>
                  <a:pt x="1334487" y="118998"/>
                </a:cubicBezTo>
                <a:cubicBezTo>
                  <a:pt x="1325422" y="118998"/>
                  <a:pt x="1318073" y="116064"/>
                  <a:pt x="1312440" y="110195"/>
                </a:cubicBezTo>
                <a:cubicBezTo>
                  <a:pt x="1306807" y="104326"/>
                  <a:pt x="1303991" y="96126"/>
                  <a:pt x="1303991" y="85594"/>
                </a:cubicBezTo>
                <a:cubicBezTo>
                  <a:pt x="1303991" y="76476"/>
                  <a:pt x="1305799" y="67516"/>
                  <a:pt x="1309414" y="58713"/>
                </a:cubicBezTo>
                <a:cubicBezTo>
                  <a:pt x="1313030" y="49910"/>
                  <a:pt x="1318204" y="43216"/>
                  <a:pt x="1324937" y="38631"/>
                </a:cubicBezTo>
                <a:cubicBezTo>
                  <a:pt x="1331671" y="34046"/>
                  <a:pt x="1339360" y="31754"/>
                  <a:pt x="1348006" y="31754"/>
                </a:cubicBezTo>
                <a:cubicBezTo>
                  <a:pt x="1356966" y="31754"/>
                  <a:pt x="1364066" y="34282"/>
                  <a:pt x="1369306" y="39339"/>
                </a:cubicBezTo>
                <a:cubicBezTo>
                  <a:pt x="1374546" y="44395"/>
                  <a:pt x="1377166" y="51089"/>
                  <a:pt x="1377166" y="59421"/>
                </a:cubicBezTo>
                <a:lnTo>
                  <a:pt x="1363175" y="60364"/>
                </a:lnTo>
                <a:cubicBezTo>
                  <a:pt x="1363123" y="55096"/>
                  <a:pt x="1361590" y="50976"/>
                  <a:pt x="1358577" y="48004"/>
                </a:cubicBezTo>
                <a:cubicBezTo>
                  <a:pt x="1355565" y="45030"/>
                  <a:pt x="1351595" y="43544"/>
                  <a:pt x="1346670" y="43544"/>
                </a:cubicBezTo>
                <a:cubicBezTo>
                  <a:pt x="1340958" y="43544"/>
                  <a:pt x="1336007" y="45350"/>
                  <a:pt x="1331815" y="48962"/>
                </a:cubicBezTo>
                <a:cubicBezTo>
                  <a:pt x="1327623" y="52573"/>
                  <a:pt x="1324335" y="58055"/>
                  <a:pt x="1321951" y="65409"/>
                </a:cubicBezTo>
                <a:cubicBezTo>
                  <a:pt x="1319566" y="72761"/>
                  <a:pt x="1318374" y="79839"/>
                  <a:pt x="1318374" y="86643"/>
                </a:cubicBezTo>
                <a:cubicBezTo>
                  <a:pt x="1318374" y="93759"/>
                  <a:pt x="1319946" y="99097"/>
                  <a:pt x="1323090" y="102657"/>
                </a:cubicBezTo>
                <a:cubicBezTo>
                  <a:pt x="1326234" y="106215"/>
                  <a:pt x="1330112" y="107994"/>
                  <a:pt x="1334723" y="107994"/>
                </a:cubicBezTo>
                <a:cubicBezTo>
                  <a:pt x="1339334" y="107994"/>
                  <a:pt x="1343749" y="106232"/>
                  <a:pt x="1347967" y="102709"/>
                </a:cubicBezTo>
                <a:cubicBezTo>
                  <a:pt x="1352185" y="99185"/>
                  <a:pt x="1355499" y="93820"/>
                  <a:pt x="1357909" y="86616"/>
                </a:cubicBezTo>
                <a:close/>
                <a:moveTo>
                  <a:pt x="1414029" y="105548"/>
                </a:moveTo>
                <a:lnTo>
                  <a:pt x="1411671" y="117181"/>
                </a:lnTo>
                <a:cubicBezTo>
                  <a:pt x="1408265" y="118078"/>
                  <a:pt x="1404964" y="118527"/>
                  <a:pt x="1401767" y="118527"/>
                </a:cubicBezTo>
                <a:cubicBezTo>
                  <a:pt x="1396108" y="118527"/>
                  <a:pt x="1391602" y="117138"/>
                  <a:pt x="1388248" y="114361"/>
                </a:cubicBezTo>
                <a:cubicBezTo>
                  <a:pt x="1385733" y="112265"/>
                  <a:pt x="1384476" y="109409"/>
                  <a:pt x="1384476" y="105794"/>
                </a:cubicBezTo>
                <a:cubicBezTo>
                  <a:pt x="1384476" y="103960"/>
                  <a:pt x="1385157" y="99742"/>
                  <a:pt x="1386519" y="93139"/>
                </a:cubicBezTo>
                <a:lnTo>
                  <a:pt x="1396658" y="44644"/>
                </a:lnTo>
                <a:lnTo>
                  <a:pt x="1385419" y="44644"/>
                </a:lnTo>
                <a:lnTo>
                  <a:pt x="1387698" y="33640"/>
                </a:lnTo>
                <a:lnTo>
                  <a:pt x="1398938" y="33640"/>
                </a:lnTo>
                <a:lnTo>
                  <a:pt x="1403261" y="13126"/>
                </a:lnTo>
                <a:lnTo>
                  <a:pt x="1419531" y="3301"/>
                </a:lnTo>
                <a:lnTo>
                  <a:pt x="1413164" y="33640"/>
                </a:lnTo>
                <a:lnTo>
                  <a:pt x="1427155" y="33640"/>
                </a:lnTo>
                <a:lnTo>
                  <a:pt x="1424797" y="44644"/>
                </a:lnTo>
                <a:lnTo>
                  <a:pt x="1410885" y="44644"/>
                </a:lnTo>
                <a:lnTo>
                  <a:pt x="1401217" y="90722"/>
                </a:lnTo>
                <a:cubicBezTo>
                  <a:pt x="1400012" y="96585"/>
                  <a:pt x="1399409" y="100091"/>
                  <a:pt x="1399409" y="101242"/>
                </a:cubicBezTo>
                <a:cubicBezTo>
                  <a:pt x="1399409" y="102916"/>
                  <a:pt x="1399894" y="104198"/>
                  <a:pt x="1400863" y="105089"/>
                </a:cubicBezTo>
                <a:cubicBezTo>
                  <a:pt x="1401833" y="105978"/>
                  <a:pt x="1403418" y="106422"/>
                  <a:pt x="1405619" y="106422"/>
                </a:cubicBezTo>
                <a:cubicBezTo>
                  <a:pt x="1408763" y="106422"/>
                  <a:pt x="1411566" y="106131"/>
                  <a:pt x="1414029" y="105548"/>
                </a:cubicBezTo>
                <a:close/>
                <a:moveTo>
                  <a:pt x="1445731" y="18078"/>
                </a:moveTo>
                <a:lnTo>
                  <a:pt x="1449111" y="1886"/>
                </a:lnTo>
                <a:lnTo>
                  <a:pt x="1463258" y="1886"/>
                </a:lnTo>
                <a:lnTo>
                  <a:pt x="1459879" y="18078"/>
                </a:lnTo>
                <a:lnTo>
                  <a:pt x="1445731" y="18078"/>
                </a:lnTo>
                <a:moveTo>
                  <a:pt x="1424981" y="117112"/>
                </a:moveTo>
                <a:lnTo>
                  <a:pt x="1442430" y="33640"/>
                </a:lnTo>
                <a:lnTo>
                  <a:pt x="1456656" y="33640"/>
                </a:lnTo>
                <a:lnTo>
                  <a:pt x="1439207" y="117112"/>
                </a:lnTo>
                <a:lnTo>
                  <a:pt x="1424981" y="117112"/>
                </a:lnTo>
                <a:close/>
                <a:moveTo>
                  <a:pt x="1463782" y="85437"/>
                </a:moveTo>
                <a:cubicBezTo>
                  <a:pt x="1463782" y="69141"/>
                  <a:pt x="1468576" y="55648"/>
                  <a:pt x="1478165" y="44958"/>
                </a:cubicBezTo>
                <a:cubicBezTo>
                  <a:pt x="1486077" y="36155"/>
                  <a:pt x="1496452" y="31754"/>
                  <a:pt x="1509290" y="31754"/>
                </a:cubicBezTo>
                <a:cubicBezTo>
                  <a:pt x="1519351" y="31754"/>
                  <a:pt x="1527460" y="34898"/>
                  <a:pt x="1533616" y="41186"/>
                </a:cubicBezTo>
                <a:cubicBezTo>
                  <a:pt x="1539773" y="47474"/>
                  <a:pt x="1542852" y="55962"/>
                  <a:pt x="1542852" y="66652"/>
                </a:cubicBezTo>
                <a:cubicBezTo>
                  <a:pt x="1542852" y="76241"/>
                  <a:pt x="1540913" y="85162"/>
                  <a:pt x="1537035" y="93414"/>
                </a:cubicBezTo>
                <a:cubicBezTo>
                  <a:pt x="1533158" y="101667"/>
                  <a:pt x="1527643" y="107994"/>
                  <a:pt x="1520490" y="112396"/>
                </a:cubicBezTo>
                <a:cubicBezTo>
                  <a:pt x="1513338" y="116797"/>
                  <a:pt x="1505806" y="118998"/>
                  <a:pt x="1497893" y="118998"/>
                </a:cubicBezTo>
                <a:cubicBezTo>
                  <a:pt x="1491396" y="118998"/>
                  <a:pt x="1485488" y="117610"/>
                  <a:pt x="1480169" y="114832"/>
                </a:cubicBezTo>
                <a:cubicBezTo>
                  <a:pt x="1474851" y="112055"/>
                  <a:pt x="1470790" y="108125"/>
                  <a:pt x="1467987" y="103043"/>
                </a:cubicBezTo>
                <a:cubicBezTo>
                  <a:pt x="1465183" y="97960"/>
                  <a:pt x="1463782" y="92091"/>
                  <a:pt x="1463782" y="85437"/>
                </a:cubicBezTo>
                <a:moveTo>
                  <a:pt x="1478008" y="84022"/>
                </a:moveTo>
                <a:cubicBezTo>
                  <a:pt x="1478008" y="91882"/>
                  <a:pt x="1479894" y="97842"/>
                  <a:pt x="1483667" y="101903"/>
                </a:cubicBezTo>
                <a:cubicBezTo>
                  <a:pt x="1487440" y="105964"/>
                  <a:pt x="1492234" y="107994"/>
                  <a:pt x="1498051" y="107994"/>
                </a:cubicBezTo>
                <a:cubicBezTo>
                  <a:pt x="1501090" y="107994"/>
                  <a:pt x="1504103" y="107379"/>
                  <a:pt x="1507089" y="106147"/>
                </a:cubicBezTo>
                <a:cubicBezTo>
                  <a:pt x="1510076" y="104916"/>
                  <a:pt x="1512853" y="103043"/>
                  <a:pt x="1515421" y="100528"/>
                </a:cubicBezTo>
                <a:cubicBezTo>
                  <a:pt x="1517988" y="98012"/>
                  <a:pt x="1520176" y="95144"/>
                  <a:pt x="1521984" y="91921"/>
                </a:cubicBezTo>
                <a:cubicBezTo>
                  <a:pt x="1523792" y="88698"/>
                  <a:pt x="1525246" y="85227"/>
                  <a:pt x="1526346" y="81507"/>
                </a:cubicBezTo>
                <a:cubicBezTo>
                  <a:pt x="1527970" y="76319"/>
                  <a:pt x="1528783" y="71341"/>
                  <a:pt x="1528783" y="66573"/>
                </a:cubicBezTo>
                <a:cubicBezTo>
                  <a:pt x="1528783" y="59028"/>
                  <a:pt x="1526883" y="53172"/>
                  <a:pt x="1523084" y="49006"/>
                </a:cubicBezTo>
                <a:cubicBezTo>
                  <a:pt x="1519285" y="44840"/>
                  <a:pt x="1514504" y="42758"/>
                  <a:pt x="1508740" y="42758"/>
                </a:cubicBezTo>
                <a:cubicBezTo>
                  <a:pt x="1504286" y="42758"/>
                  <a:pt x="1500225" y="43819"/>
                  <a:pt x="1496557" y="45941"/>
                </a:cubicBezTo>
                <a:cubicBezTo>
                  <a:pt x="1492889" y="48063"/>
                  <a:pt x="1489575" y="51168"/>
                  <a:pt x="1486614" y="55255"/>
                </a:cubicBezTo>
                <a:cubicBezTo>
                  <a:pt x="1483654" y="59342"/>
                  <a:pt x="1481479" y="64097"/>
                  <a:pt x="1480091" y="69520"/>
                </a:cubicBezTo>
                <a:cubicBezTo>
                  <a:pt x="1478702" y="74944"/>
                  <a:pt x="1478008" y="79778"/>
                  <a:pt x="1478008" y="84022"/>
                </a:cubicBezTo>
                <a:close/>
                <a:moveTo>
                  <a:pt x="1550766" y="117112"/>
                </a:moveTo>
                <a:lnTo>
                  <a:pt x="1568215" y="33640"/>
                </a:lnTo>
                <a:lnTo>
                  <a:pt x="1581105" y="33640"/>
                </a:lnTo>
                <a:lnTo>
                  <a:pt x="1578039" y="48198"/>
                </a:lnTo>
                <a:cubicBezTo>
                  <a:pt x="1583646" y="42475"/>
                  <a:pt x="1588886" y="38304"/>
                  <a:pt x="1593759" y="35684"/>
                </a:cubicBezTo>
                <a:cubicBezTo>
                  <a:pt x="1598632" y="33064"/>
                  <a:pt x="1603610" y="31754"/>
                  <a:pt x="1608693" y="31754"/>
                </a:cubicBezTo>
                <a:cubicBezTo>
                  <a:pt x="1615452" y="31754"/>
                  <a:pt x="1620758" y="33589"/>
                  <a:pt x="1624609" y="37261"/>
                </a:cubicBezTo>
                <a:cubicBezTo>
                  <a:pt x="1628460" y="40932"/>
                  <a:pt x="1630386" y="45835"/>
                  <a:pt x="1630386" y="51971"/>
                </a:cubicBezTo>
                <a:cubicBezTo>
                  <a:pt x="1630386" y="55061"/>
                  <a:pt x="1629705" y="59932"/>
                  <a:pt x="1628342" y="66585"/>
                </a:cubicBezTo>
                <a:lnTo>
                  <a:pt x="1617732" y="117112"/>
                </a:lnTo>
                <a:lnTo>
                  <a:pt x="1603505" y="117112"/>
                </a:lnTo>
                <a:lnTo>
                  <a:pt x="1614588" y="64272"/>
                </a:lnTo>
                <a:cubicBezTo>
                  <a:pt x="1615688" y="59141"/>
                  <a:pt x="1616238" y="55346"/>
                  <a:pt x="1616238" y="52887"/>
                </a:cubicBezTo>
                <a:cubicBezTo>
                  <a:pt x="1616238" y="50113"/>
                  <a:pt x="1615282" y="47862"/>
                  <a:pt x="1613369" y="46135"/>
                </a:cubicBezTo>
                <a:cubicBezTo>
                  <a:pt x="1611457" y="44407"/>
                  <a:pt x="1608693" y="43544"/>
                  <a:pt x="1605077" y="43544"/>
                </a:cubicBezTo>
                <a:cubicBezTo>
                  <a:pt x="1597794" y="43544"/>
                  <a:pt x="1591309" y="46159"/>
                  <a:pt x="1585624" y="51389"/>
                </a:cubicBezTo>
                <a:cubicBezTo>
                  <a:pt x="1579939" y="56617"/>
                  <a:pt x="1575760" y="65585"/>
                  <a:pt x="1573088" y="78292"/>
                </a:cubicBezTo>
                <a:lnTo>
                  <a:pt x="1564992" y="117112"/>
                </a:lnTo>
                <a:lnTo>
                  <a:pt x="1550766" y="117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D8254-A8E2-4FB2-A075-B585A4C2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1" y="2709137"/>
            <a:ext cx="5043716" cy="2548692"/>
          </a:xfrm>
          <a:custGeom xmlns:a="http://schemas.openxmlformats.org/drawingml/2006/main">
            <a:pathLst>
              <a:path w="5043716" h="2548692">
                <a:moveTo>
                  <a:pt x="0" y="2548692"/>
                </a:moveTo>
                <a:lnTo>
                  <a:pt x="5043716" y="2548692"/>
                </a:lnTo>
                <a:lnTo>
                  <a:pt x="5043716" y="0"/>
                </a:lnTo>
                <a:lnTo>
                  <a:pt x="0" y="0"/>
                </a:lnTo>
                <a:lnTo>
                  <a:pt x="0" y="25486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496C9-16AF-496D-BED6-93E33F98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1" y="2709137"/>
            <a:ext cx="5043716" cy="2548692"/>
          </a:xfrm>
          <a:custGeom xmlns:a="http://schemas.openxmlformats.org/drawingml/2006/main">
            <a:pathLst>
              <a:path w="5043716" h="2548692" fill="none">
                <a:moveTo>
                  <a:pt x="0" y="2548692"/>
                </a:moveTo>
                <a:lnTo>
                  <a:pt x="5043716" y="2548692"/>
                </a:lnTo>
                <a:lnTo>
                  <a:pt x="5043716" y="0"/>
                </a:lnTo>
                <a:lnTo>
                  <a:pt x="0" y="0"/>
                </a:lnTo>
                <a:lnTo>
                  <a:pt x="0" y="25486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" cap="flat">
            <a:solidFill>
              <a:srgbClr val="000000"/>
            </a:solidFill>
            <a:miter/>
          </a:ln>
        </p:spPr>
      </p:sp>
      <p:sp>
        <p:nvSpPr>
          <p:cNvPr id="7" name="Text Step4:Developer">
            <a:extLst xmlns:a="http://schemas.openxmlformats.org/drawingml/2006/main">
              <a:ext uri="{FF2B5EF4-FFF2-40B4-BE49-F238E27FC236}">
                <a16:creationId xmlns:a16="http://schemas.microsoft.com/office/drawing/2014/main" id="{7960CB19-CAAB-47A7-9A0C-0595A53C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73" y="2830142"/>
            <a:ext cx="1290997" cy="149180"/>
          </a:xfrm>
          <a:custGeom xmlns:a="http://schemas.openxmlformats.org/drawingml/2006/main">
            <a:pathLst>
              <a:path w="1290997" h="149180">
                <a:moveTo>
                  <a:pt x="0" y="79856"/>
                </a:moveTo>
                <a:lnTo>
                  <a:pt x="15091" y="78441"/>
                </a:lnTo>
                <a:lnTo>
                  <a:pt x="14934" y="82450"/>
                </a:lnTo>
                <a:cubicBezTo>
                  <a:pt x="14934" y="86904"/>
                  <a:pt x="15956" y="90978"/>
                  <a:pt x="17999" y="94672"/>
                </a:cubicBezTo>
                <a:cubicBezTo>
                  <a:pt x="20043" y="98366"/>
                  <a:pt x="23422" y="101222"/>
                  <a:pt x="28138" y="103239"/>
                </a:cubicBezTo>
                <a:cubicBezTo>
                  <a:pt x="32854" y="105257"/>
                  <a:pt x="38461" y="106265"/>
                  <a:pt x="44958" y="106265"/>
                </a:cubicBezTo>
                <a:cubicBezTo>
                  <a:pt x="54181" y="106265"/>
                  <a:pt x="61215" y="104246"/>
                  <a:pt x="66062" y="100208"/>
                </a:cubicBezTo>
                <a:cubicBezTo>
                  <a:pt x="70909" y="96170"/>
                  <a:pt x="73332" y="91556"/>
                  <a:pt x="73332" y="86365"/>
                </a:cubicBezTo>
                <a:cubicBezTo>
                  <a:pt x="73332" y="82746"/>
                  <a:pt x="72049" y="79443"/>
                  <a:pt x="69481" y="76454"/>
                </a:cubicBezTo>
                <a:cubicBezTo>
                  <a:pt x="66861" y="73523"/>
                  <a:pt x="59709" y="69546"/>
                  <a:pt x="48024" y="64522"/>
                </a:cubicBezTo>
                <a:cubicBezTo>
                  <a:pt x="38959" y="60597"/>
                  <a:pt x="32776" y="57588"/>
                  <a:pt x="29474" y="55495"/>
                </a:cubicBezTo>
                <a:cubicBezTo>
                  <a:pt x="24287" y="52094"/>
                  <a:pt x="20462" y="48392"/>
                  <a:pt x="17999" y="44389"/>
                </a:cubicBezTo>
                <a:cubicBezTo>
                  <a:pt x="15536" y="40385"/>
                  <a:pt x="14305" y="35819"/>
                  <a:pt x="14305" y="30690"/>
                </a:cubicBezTo>
                <a:cubicBezTo>
                  <a:pt x="14305" y="24777"/>
                  <a:pt x="15929" y="19440"/>
                  <a:pt x="19178" y="14678"/>
                </a:cubicBezTo>
                <a:cubicBezTo>
                  <a:pt x="22427" y="9917"/>
                  <a:pt x="27182" y="6280"/>
                  <a:pt x="33444" y="3768"/>
                </a:cubicBezTo>
                <a:cubicBezTo>
                  <a:pt x="39705" y="1256"/>
                  <a:pt x="46766" y="0"/>
                  <a:pt x="54626" y="0"/>
                </a:cubicBezTo>
                <a:cubicBezTo>
                  <a:pt x="64005" y="0"/>
                  <a:pt x="71918" y="1572"/>
                  <a:pt x="78363" y="4716"/>
                </a:cubicBezTo>
                <a:cubicBezTo>
                  <a:pt x="84808" y="7860"/>
                  <a:pt x="89484" y="12052"/>
                  <a:pt x="92393" y="17292"/>
                </a:cubicBezTo>
                <a:cubicBezTo>
                  <a:pt x="95301" y="22532"/>
                  <a:pt x="96755" y="27536"/>
                  <a:pt x="96755" y="32304"/>
                </a:cubicBezTo>
                <a:cubicBezTo>
                  <a:pt x="96755" y="32776"/>
                  <a:pt x="96729" y="33562"/>
                  <a:pt x="96676" y="34662"/>
                </a:cubicBezTo>
                <a:lnTo>
                  <a:pt x="81821" y="35841"/>
                </a:lnTo>
                <a:cubicBezTo>
                  <a:pt x="81821" y="32581"/>
                  <a:pt x="81533" y="30030"/>
                  <a:pt x="80957" y="28190"/>
                </a:cubicBezTo>
                <a:cubicBezTo>
                  <a:pt x="79909" y="24984"/>
                  <a:pt x="78284" y="22277"/>
                  <a:pt x="76083" y="20070"/>
                </a:cubicBezTo>
                <a:cubicBezTo>
                  <a:pt x="73883" y="17861"/>
                  <a:pt x="70857" y="16086"/>
                  <a:pt x="67005" y="14745"/>
                </a:cubicBezTo>
                <a:cubicBezTo>
                  <a:pt x="63154" y="13404"/>
                  <a:pt x="58844" y="12733"/>
                  <a:pt x="54076" y="12733"/>
                </a:cubicBezTo>
                <a:cubicBezTo>
                  <a:pt x="45692" y="12733"/>
                  <a:pt x="39168" y="14620"/>
                  <a:pt x="34505" y="18395"/>
                </a:cubicBezTo>
                <a:cubicBezTo>
                  <a:pt x="30942" y="21280"/>
                  <a:pt x="29160" y="25107"/>
                  <a:pt x="29160" y="29877"/>
                </a:cubicBezTo>
                <a:cubicBezTo>
                  <a:pt x="29160" y="32708"/>
                  <a:pt x="29894" y="35238"/>
                  <a:pt x="31361" y="37467"/>
                </a:cubicBezTo>
                <a:cubicBezTo>
                  <a:pt x="32828" y="39696"/>
                  <a:pt x="35474" y="41885"/>
                  <a:pt x="39299" y="44035"/>
                </a:cubicBezTo>
                <a:cubicBezTo>
                  <a:pt x="42024" y="45553"/>
                  <a:pt x="48495" y="48562"/>
                  <a:pt x="58713" y="53061"/>
                </a:cubicBezTo>
                <a:cubicBezTo>
                  <a:pt x="66992" y="56724"/>
                  <a:pt x="72704" y="59603"/>
                  <a:pt x="75848" y="61697"/>
                </a:cubicBezTo>
                <a:cubicBezTo>
                  <a:pt x="80040" y="64471"/>
                  <a:pt x="83262" y="67834"/>
                  <a:pt x="85515" y="71785"/>
                </a:cubicBezTo>
                <a:cubicBezTo>
                  <a:pt x="87768" y="75735"/>
                  <a:pt x="88895" y="80221"/>
                  <a:pt x="88895" y="85245"/>
                </a:cubicBezTo>
                <a:cubicBezTo>
                  <a:pt x="88895" y="91472"/>
                  <a:pt x="86996" y="97216"/>
                  <a:pt x="83197" y="102475"/>
                </a:cubicBezTo>
                <a:cubicBezTo>
                  <a:pt x="79398" y="107735"/>
                  <a:pt x="74145" y="111804"/>
                  <a:pt x="67438" y="114683"/>
                </a:cubicBezTo>
                <a:cubicBezTo>
                  <a:pt x="60730" y="117560"/>
                  <a:pt x="53054" y="118998"/>
                  <a:pt x="44408" y="118998"/>
                </a:cubicBezTo>
                <a:cubicBezTo>
                  <a:pt x="31361" y="118998"/>
                  <a:pt x="20711" y="116161"/>
                  <a:pt x="12458" y="110487"/>
                </a:cubicBezTo>
                <a:cubicBezTo>
                  <a:pt x="4205" y="104814"/>
                  <a:pt x="52" y="94603"/>
                  <a:pt x="0" y="79856"/>
                </a:cubicBezTo>
                <a:close/>
                <a:moveTo>
                  <a:pt x="134641" y="105548"/>
                </a:moveTo>
                <a:lnTo>
                  <a:pt x="132283" y="117181"/>
                </a:lnTo>
                <a:cubicBezTo>
                  <a:pt x="128877" y="118078"/>
                  <a:pt x="125576" y="118527"/>
                  <a:pt x="122379" y="118527"/>
                </a:cubicBezTo>
                <a:cubicBezTo>
                  <a:pt x="116720" y="118527"/>
                  <a:pt x="112214" y="117138"/>
                  <a:pt x="108860" y="114361"/>
                </a:cubicBezTo>
                <a:cubicBezTo>
                  <a:pt x="106345" y="112265"/>
                  <a:pt x="105087" y="109409"/>
                  <a:pt x="105087" y="105794"/>
                </a:cubicBezTo>
                <a:cubicBezTo>
                  <a:pt x="105087" y="103960"/>
                  <a:pt x="105769" y="99742"/>
                  <a:pt x="107131" y="93139"/>
                </a:cubicBezTo>
                <a:lnTo>
                  <a:pt x="117270" y="44644"/>
                </a:lnTo>
                <a:lnTo>
                  <a:pt x="106031" y="44644"/>
                </a:lnTo>
                <a:lnTo>
                  <a:pt x="108310" y="33640"/>
                </a:lnTo>
                <a:lnTo>
                  <a:pt x="119550" y="33640"/>
                </a:lnTo>
                <a:lnTo>
                  <a:pt x="123873" y="13126"/>
                </a:lnTo>
                <a:lnTo>
                  <a:pt x="140142" y="3301"/>
                </a:lnTo>
                <a:lnTo>
                  <a:pt x="133776" y="33640"/>
                </a:lnTo>
                <a:lnTo>
                  <a:pt x="147767" y="33640"/>
                </a:lnTo>
                <a:lnTo>
                  <a:pt x="145409" y="44644"/>
                </a:lnTo>
                <a:lnTo>
                  <a:pt x="131497" y="44644"/>
                </a:lnTo>
                <a:lnTo>
                  <a:pt x="121829" y="90722"/>
                </a:lnTo>
                <a:cubicBezTo>
                  <a:pt x="120624" y="96585"/>
                  <a:pt x="120021" y="100091"/>
                  <a:pt x="120021" y="101242"/>
                </a:cubicBezTo>
                <a:cubicBezTo>
                  <a:pt x="120021" y="102916"/>
                  <a:pt x="120506" y="104198"/>
                  <a:pt x="121475" y="105089"/>
                </a:cubicBezTo>
                <a:cubicBezTo>
                  <a:pt x="122445" y="105978"/>
                  <a:pt x="124030" y="106422"/>
                  <a:pt x="126231" y="106422"/>
                </a:cubicBezTo>
                <a:cubicBezTo>
                  <a:pt x="129374" y="106422"/>
                  <a:pt x="132178" y="106131"/>
                  <a:pt x="134641" y="105548"/>
                </a:cubicBezTo>
                <a:close/>
                <a:moveTo>
                  <a:pt x="207450" y="88974"/>
                </a:moveTo>
                <a:lnTo>
                  <a:pt x="221283" y="90231"/>
                </a:lnTo>
                <a:cubicBezTo>
                  <a:pt x="219292" y="97077"/>
                  <a:pt x="214720" y="103584"/>
                  <a:pt x="207568" y="109751"/>
                </a:cubicBezTo>
                <a:cubicBezTo>
                  <a:pt x="200415" y="115916"/>
                  <a:pt x="191887" y="118998"/>
                  <a:pt x="181984" y="118998"/>
                </a:cubicBezTo>
                <a:cubicBezTo>
                  <a:pt x="175801" y="118998"/>
                  <a:pt x="170129" y="117570"/>
                  <a:pt x="164967" y="114715"/>
                </a:cubicBezTo>
                <a:cubicBezTo>
                  <a:pt x="159806" y="111859"/>
                  <a:pt x="155876" y="107706"/>
                  <a:pt x="153178" y="102257"/>
                </a:cubicBezTo>
                <a:cubicBezTo>
                  <a:pt x="150479" y="96807"/>
                  <a:pt x="149130" y="90598"/>
                  <a:pt x="149130" y="83629"/>
                </a:cubicBezTo>
                <a:cubicBezTo>
                  <a:pt x="149130" y="74511"/>
                  <a:pt x="151239" y="65669"/>
                  <a:pt x="155457" y="57102"/>
                </a:cubicBezTo>
                <a:cubicBezTo>
                  <a:pt x="159675" y="48535"/>
                  <a:pt x="165138" y="42168"/>
                  <a:pt x="171845" y="38002"/>
                </a:cubicBezTo>
                <a:cubicBezTo>
                  <a:pt x="178552" y="33837"/>
                  <a:pt x="185809" y="31754"/>
                  <a:pt x="193616" y="31754"/>
                </a:cubicBezTo>
                <a:cubicBezTo>
                  <a:pt x="203572" y="31754"/>
                  <a:pt x="211524" y="34845"/>
                  <a:pt x="217471" y="41028"/>
                </a:cubicBezTo>
                <a:cubicBezTo>
                  <a:pt x="223418" y="47212"/>
                  <a:pt x="226392" y="55648"/>
                  <a:pt x="226392" y="66337"/>
                </a:cubicBezTo>
                <a:cubicBezTo>
                  <a:pt x="226392" y="70424"/>
                  <a:pt x="226025" y="74616"/>
                  <a:pt x="225292" y="78913"/>
                </a:cubicBezTo>
                <a:lnTo>
                  <a:pt x="163828" y="78913"/>
                </a:lnTo>
                <a:cubicBezTo>
                  <a:pt x="163618" y="80537"/>
                  <a:pt x="163513" y="82004"/>
                  <a:pt x="163513" y="83314"/>
                </a:cubicBezTo>
                <a:cubicBezTo>
                  <a:pt x="163513" y="91122"/>
                  <a:pt x="165308" y="97082"/>
                  <a:pt x="168897" y="101196"/>
                </a:cubicBezTo>
                <a:cubicBezTo>
                  <a:pt x="172487" y="105309"/>
                  <a:pt x="176875" y="107366"/>
                  <a:pt x="182063" y="107366"/>
                </a:cubicBezTo>
                <a:cubicBezTo>
                  <a:pt x="186936" y="107366"/>
                  <a:pt x="191730" y="105788"/>
                  <a:pt x="196446" y="102633"/>
                </a:cubicBezTo>
                <a:cubicBezTo>
                  <a:pt x="201162" y="99475"/>
                  <a:pt x="204830" y="94922"/>
                  <a:pt x="207450" y="88974"/>
                </a:cubicBezTo>
                <a:moveTo>
                  <a:pt x="166107" y="67909"/>
                </a:moveTo>
                <a:lnTo>
                  <a:pt x="212952" y="67909"/>
                </a:lnTo>
                <a:cubicBezTo>
                  <a:pt x="213004" y="66447"/>
                  <a:pt x="213030" y="65402"/>
                  <a:pt x="213030" y="64775"/>
                </a:cubicBezTo>
                <a:cubicBezTo>
                  <a:pt x="213030" y="57672"/>
                  <a:pt x="211249" y="52226"/>
                  <a:pt x="207686" y="48439"/>
                </a:cubicBezTo>
                <a:cubicBezTo>
                  <a:pt x="204122" y="44651"/>
                  <a:pt x="199538" y="42758"/>
                  <a:pt x="193931" y="42758"/>
                </a:cubicBezTo>
                <a:cubicBezTo>
                  <a:pt x="187853" y="42758"/>
                  <a:pt x="182311" y="44847"/>
                  <a:pt x="177307" y="49026"/>
                </a:cubicBezTo>
                <a:cubicBezTo>
                  <a:pt x="172303" y="53205"/>
                  <a:pt x="168570" y="59499"/>
                  <a:pt x="166107" y="67909"/>
                </a:cubicBezTo>
                <a:close/>
                <a:moveTo>
                  <a:pt x="228725" y="149180"/>
                </a:moveTo>
                <a:lnTo>
                  <a:pt x="252855" y="33640"/>
                </a:lnTo>
                <a:lnTo>
                  <a:pt x="265981" y="33640"/>
                </a:lnTo>
                <a:lnTo>
                  <a:pt x="263545" y="45273"/>
                </a:lnTo>
                <a:cubicBezTo>
                  <a:pt x="268418" y="40190"/>
                  <a:pt x="272780" y="36666"/>
                  <a:pt x="276631" y="34701"/>
                </a:cubicBezTo>
                <a:cubicBezTo>
                  <a:pt x="280483" y="32736"/>
                  <a:pt x="284557" y="31754"/>
                  <a:pt x="288853" y="31754"/>
                </a:cubicBezTo>
                <a:cubicBezTo>
                  <a:pt x="296818" y="31754"/>
                  <a:pt x="303420" y="34649"/>
                  <a:pt x="308660" y="40439"/>
                </a:cubicBezTo>
                <a:cubicBezTo>
                  <a:pt x="313900" y="46229"/>
                  <a:pt x="316520" y="54521"/>
                  <a:pt x="316520" y="65315"/>
                </a:cubicBezTo>
                <a:cubicBezTo>
                  <a:pt x="316520" y="74014"/>
                  <a:pt x="315079" y="81939"/>
                  <a:pt x="312197" y="89091"/>
                </a:cubicBezTo>
                <a:cubicBezTo>
                  <a:pt x="309315" y="96244"/>
                  <a:pt x="305778" y="101995"/>
                  <a:pt x="301586" y="106344"/>
                </a:cubicBezTo>
                <a:cubicBezTo>
                  <a:pt x="297394" y="110693"/>
                  <a:pt x="293150" y="113889"/>
                  <a:pt x="288853" y="115933"/>
                </a:cubicBezTo>
                <a:cubicBezTo>
                  <a:pt x="284557" y="117976"/>
                  <a:pt x="280155" y="118998"/>
                  <a:pt x="275649" y="118998"/>
                </a:cubicBezTo>
                <a:cubicBezTo>
                  <a:pt x="265641" y="118998"/>
                  <a:pt x="257886" y="113916"/>
                  <a:pt x="252384" y="103750"/>
                </a:cubicBezTo>
                <a:lnTo>
                  <a:pt x="242952" y="149180"/>
                </a:lnTo>
                <a:lnTo>
                  <a:pt x="228725" y="149180"/>
                </a:lnTo>
                <a:moveTo>
                  <a:pt x="256864" y="82985"/>
                </a:moveTo>
                <a:cubicBezTo>
                  <a:pt x="256864" y="89224"/>
                  <a:pt x="257309" y="93549"/>
                  <a:pt x="258200" y="95961"/>
                </a:cubicBezTo>
                <a:cubicBezTo>
                  <a:pt x="259510" y="99369"/>
                  <a:pt x="261658" y="102122"/>
                  <a:pt x="264645" y="104219"/>
                </a:cubicBezTo>
                <a:cubicBezTo>
                  <a:pt x="267632" y="106317"/>
                  <a:pt x="271090" y="107366"/>
                  <a:pt x="275020" y="107366"/>
                </a:cubicBezTo>
                <a:cubicBezTo>
                  <a:pt x="283194" y="107366"/>
                  <a:pt x="289797" y="102768"/>
                  <a:pt x="294827" y="93572"/>
                </a:cubicBezTo>
                <a:cubicBezTo>
                  <a:pt x="299857" y="84376"/>
                  <a:pt x="302372" y="74983"/>
                  <a:pt x="302372" y="65394"/>
                </a:cubicBezTo>
                <a:cubicBezTo>
                  <a:pt x="302372" y="58320"/>
                  <a:pt x="300682" y="52858"/>
                  <a:pt x="297303" y="49006"/>
                </a:cubicBezTo>
                <a:cubicBezTo>
                  <a:pt x="293923" y="45155"/>
                  <a:pt x="289718" y="43229"/>
                  <a:pt x="284688" y="43229"/>
                </a:cubicBezTo>
                <a:cubicBezTo>
                  <a:pt x="281072" y="43229"/>
                  <a:pt x="277719" y="44185"/>
                  <a:pt x="274627" y="46098"/>
                </a:cubicBezTo>
                <a:cubicBezTo>
                  <a:pt x="271535" y="48009"/>
                  <a:pt x="268667" y="50863"/>
                  <a:pt x="266020" y="54660"/>
                </a:cubicBezTo>
                <a:cubicBezTo>
                  <a:pt x="263374" y="58458"/>
                  <a:pt x="261187" y="63106"/>
                  <a:pt x="259458" y="68607"/>
                </a:cubicBezTo>
                <a:cubicBezTo>
                  <a:pt x="257728" y="74107"/>
                  <a:pt x="256864" y="78900"/>
                  <a:pt x="256864" y="82985"/>
                </a:cubicBezTo>
                <a:close/>
                <a:moveTo>
                  <a:pt x="412649" y="117112"/>
                </a:moveTo>
                <a:lnTo>
                  <a:pt x="418819" y="87716"/>
                </a:lnTo>
                <a:lnTo>
                  <a:pt x="371856" y="87716"/>
                </a:lnTo>
                <a:lnTo>
                  <a:pt x="374843" y="73647"/>
                </a:lnTo>
                <a:lnTo>
                  <a:pt x="439372" y="1886"/>
                </a:lnTo>
                <a:lnTo>
                  <a:pt x="451005" y="1886"/>
                </a:lnTo>
                <a:lnTo>
                  <a:pt x="435663" y="75140"/>
                </a:lnTo>
                <a:lnTo>
                  <a:pt x="451869" y="75140"/>
                </a:lnTo>
                <a:lnTo>
                  <a:pt x="449275" y="87716"/>
                </a:lnTo>
                <a:lnTo>
                  <a:pt x="433030" y="87716"/>
                </a:lnTo>
                <a:lnTo>
                  <a:pt x="426875" y="117112"/>
                </a:lnTo>
                <a:lnTo>
                  <a:pt x="412649" y="117112"/>
                </a:lnTo>
                <a:moveTo>
                  <a:pt x="421456" y="75140"/>
                </a:moveTo>
                <a:lnTo>
                  <a:pt x="431512" y="27227"/>
                </a:lnTo>
                <a:lnTo>
                  <a:pt x="388597" y="75140"/>
                </a:lnTo>
                <a:lnTo>
                  <a:pt x="421456" y="75140"/>
                </a:lnTo>
                <a:close/>
                <a:moveTo>
                  <a:pt x="477311" y="49831"/>
                </a:moveTo>
                <a:lnTo>
                  <a:pt x="480690" y="33640"/>
                </a:lnTo>
                <a:lnTo>
                  <a:pt x="496724" y="33640"/>
                </a:lnTo>
                <a:lnTo>
                  <a:pt x="493423" y="49831"/>
                </a:lnTo>
                <a:lnTo>
                  <a:pt x="477311" y="49831"/>
                </a:lnTo>
                <a:moveTo>
                  <a:pt x="463241" y="117112"/>
                </a:moveTo>
                <a:lnTo>
                  <a:pt x="466621" y="100921"/>
                </a:lnTo>
                <a:lnTo>
                  <a:pt x="482734" y="100921"/>
                </a:lnTo>
                <a:lnTo>
                  <a:pt x="479276" y="117112"/>
                </a:lnTo>
                <a:lnTo>
                  <a:pt x="463241" y="117112"/>
                </a:lnTo>
                <a:close/>
                <a:moveTo>
                  <a:pt x="550697" y="117112"/>
                </a:moveTo>
                <a:lnTo>
                  <a:pt x="574748" y="1886"/>
                </a:lnTo>
                <a:lnTo>
                  <a:pt x="609489" y="1886"/>
                </a:lnTo>
                <a:cubicBezTo>
                  <a:pt x="617820" y="1886"/>
                  <a:pt x="624187" y="2489"/>
                  <a:pt x="628588" y="3694"/>
                </a:cubicBezTo>
                <a:cubicBezTo>
                  <a:pt x="634876" y="5319"/>
                  <a:pt x="640247" y="8214"/>
                  <a:pt x="644701" y="12379"/>
                </a:cubicBezTo>
                <a:cubicBezTo>
                  <a:pt x="649155" y="16545"/>
                  <a:pt x="652508" y="21746"/>
                  <a:pt x="654762" y="27981"/>
                </a:cubicBezTo>
                <a:cubicBezTo>
                  <a:pt x="657015" y="34217"/>
                  <a:pt x="658141" y="41212"/>
                  <a:pt x="658141" y="48967"/>
                </a:cubicBezTo>
                <a:cubicBezTo>
                  <a:pt x="658141" y="58242"/>
                  <a:pt x="656740" y="66691"/>
                  <a:pt x="653936" y="74315"/>
                </a:cubicBezTo>
                <a:cubicBezTo>
                  <a:pt x="651133" y="81939"/>
                  <a:pt x="647465" y="88646"/>
                  <a:pt x="642932" y="94436"/>
                </a:cubicBezTo>
                <a:cubicBezTo>
                  <a:pt x="638400" y="100226"/>
                  <a:pt x="633658" y="104759"/>
                  <a:pt x="628706" y="108034"/>
                </a:cubicBezTo>
                <a:cubicBezTo>
                  <a:pt x="623754" y="111309"/>
                  <a:pt x="617899" y="113732"/>
                  <a:pt x="611139" y="115304"/>
                </a:cubicBezTo>
                <a:cubicBezTo>
                  <a:pt x="606004" y="116509"/>
                  <a:pt x="599690" y="117112"/>
                  <a:pt x="592197" y="117112"/>
                </a:cubicBezTo>
                <a:lnTo>
                  <a:pt x="550697" y="117112"/>
                </a:lnTo>
                <a:moveTo>
                  <a:pt x="568853" y="104064"/>
                </a:moveTo>
                <a:lnTo>
                  <a:pt x="587088" y="104064"/>
                </a:lnTo>
                <a:cubicBezTo>
                  <a:pt x="595315" y="104064"/>
                  <a:pt x="602625" y="103279"/>
                  <a:pt x="609017" y="101707"/>
                </a:cubicBezTo>
                <a:cubicBezTo>
                  <a:pt x="613000" y="100763"/>
                  <a:pt x="616405" y="99375"/>
                  <a:pt x="619235" y="97541"/>
                </a:cubicBezTo>
                <a:cubicBezTo>
                  <a:pt x="622955" y="95183"/>
                  <a:pt x="626335" y="92065"/>
                  <a:pt x="629374" y="88188"/>
                </a:cubicBezTo>
                <a:cubicBezTo>
                  <a:pt x="633357" y="83052"/>
                  <a:pt x="636540" y="77197"/>
                  <a:pt x="638924" y="70621"/>
                </a:cubicBezTo>
                <a:cubicBezTo>
                  <a:pt x="641308" y="64045"/>
                  <a:pt x="642500" y="56565"/>
                  <a:pt x="642500" y="48181"/>
                </a:cubicBezTo>
                <a:cubicBezTo>
                  <a:pt x="642500" y="38854"/>
                  <a:pt x="640876" y="31688"/>
                  <a:pt x="637627" y="26684"/>
                </a:cubicBezTo>
                <a:cubicBezTo>
                  <a:pt x="634378" y="21680"/>
                  <a:pt x="630239" y="18366"/>
                  <a:pt x="625208" y="16741"/>
                </a:cubicBezTo>
                <a:cubicBezTo>
                  <a:pt x="621488" y="15536"/>
                  <a:pt x="615698" y="14934"/>
                  <a:pt x="607838" y="14934"/>
                </a:cubicBezTo>
                <a:lnTo>
                  <a:pt x="587481" y="14934"/>
                </a:lnTo>
                <a:lnTo>
                  <a:pt x="568853" y="104064"/>
                </a:lnTo>
                <a:close/>
                <a:moveTo>
                  <a:pt x="726416" y="88974"/>
                </a:moveTo>
                <a:lnTo>
                  <a:pt x="740250" y="90231"/>
                </a:lnTo>
                <a:cubicBezTo>
                  <a:pt x="738259" y="97077"/>
                  <a:pt x="733687" y="103584"/>
                  <a:pt x="726534" y="109751"/>
                </a:cubicBezTo>
                <a:cubicBezTo>
                  <a:pt x="719382" y="115916"/>
                  <a:pt x="710854" y="118998"/>
                  <a:pt x="700950" y="118998"/>
                </a:cubicBezTo>
                <a:cubicBezTo>
                  <a:pt x="694767" y="118998"/>
                  <a:pt x="689095" y="117570"/>
                  <a:pt x="683934" y="114715"/>
                </a:cubicBezTo>
                <a:cubicBezTo>
                  <a:pt x="678773" y="111859"/>
                  <a:pt x="674843" y="107706"/>
                  <a:pt x="672144" y="102257"/>
                </a:cubicBezTo>
                <a:cubicBezTo>
                  <a:pt x="669446" y="96807"/>
                  <a:pt x="668096" y="90598"/>
                  <a:pt x="668096" y="83629"/>
                </a:cubicBezTo>
                <a:cubicBezTo>
                  <a:pt x="668096" y="74511"/>
                  <a:pt x="670205" y="65669"/>
                  <a:pt x="674423" y="57102"/>
                </a:cubicBezTo>
                <a:cubicBezTo>
                  <a:pt x="678642" y="48535"/>
                  <a:pt x="684104" y="42168"/>
                  <a:pt x="690811" y="38002"/>
                </a:cubicBezTo>
                <a:cubicBezTo>
                  <a:pt x="697518" y="33837"/>
                  <a:pt x="704776" y="31754"/>
                  <a:pt x="712583" y="31754"/>
                </a:cubicBezTo>
                <a:cubicBezTo>
                  <a:pt x="722539" y="31754"/>
                  <a:pt x="730490" y="34845"/>
                  <a:pt x="736438" y="41028"/>
                </a:cubicBezTo>
                <a:cubicBezTo>
                  <a:pt x="742385" y="47212"/>
                  <a:pt x="745359" y="55648"/>
                  <a:pt x="745359" y="66337"/>
                </a:cubicBezTo>
                <a:cubicBezTo>
                  <a:pt x="745359" y="70424"/>
                  <a:pt x="744992" y="74616"/>
                  <a:pt x="744258" y="78913"/>
                </a:cubicBezTo>
                <a:lnTo>
                  <a:pt x="682794" y="78913"/>
                </a:lnTo>
                <a:cubicBezTo>
                  <a:pt x="682585" y="80537"/>
                  <a:pt x="682480" y="82004"/>
                  <a:pt x="682480" y="83314"/>
                </a:cubicBezTo>
                <a:cubicBezTo>
                  <a:pt x="682480" y="91122"/>
                  <a:pt x="684274" y="97082"/>
                  <a:pt x="687864" y="101196"/>
                </a:cubicBezTo>
                <a:cubicBezTo>
                  <a:pt x="691453" y="105309"/>
                  <a:pt x="695842" y="107366"/>
                  <a:pt x="701029" y="107366"/>
                </a:cubicBezTo>
                <a:cubicBezTo>
                  <a:pt x="705902" y="107366"/>
                  <a:pt x="710697" y="105788"/>
                  <a:pt x="715413" y="102633"/>
                </a:cubicBezTo>
                <a:cubicBezTo>
                  <a:pt x="720129" y="99475"/>
                  <a:pt x="723796" y="94922"/>
                  <a:pt x="726416" y="88974"/>
                </a:cubicBezTo>
                <a:moveTo>
                  <a:pt x="685074" y="67909"/>
                </a:moveTo>
                <a:lnTo>
                  <a:pt x="731918" y="67909"/>
                </a:lnTo>
                <a:cubicBezTo>
                  <a:pt x="731971" y="66447"/>
                  <a:pt x="731997" y="65402"/>
                  <a:pt x="731997" y="64775"/>
                </a:cubicBezTo>
                <a:cubicBezTo>
                  <a:pt x="731997" y="57672"/>
                  <a:pt x="730215" y="52226"/>
                  <a:pt x="726652" y="48439"/>
                </a:cubicBezTo>
                <a:cubicBezTo>
                  <a:pt x="723089" y="44651"/>
                  <a:pt x="718504" y="42758"/>
                  <a:pt x="712897" y="42758"/>
                </a:cubicBezTo>
                <a:cubicBezTo>
                  <a:pt x="706819" y="42758"/>
                  <a:pt x="701278" y="44847"/>
                  <a:pt x="696274" y="49026"/>
                </a:cubicBezTo>
                <a:cubicBezTo>
                  <a:pt x="691270" y="53205"/>
                  <a:pt x="687536" y="59499"/>
                  <a:pt x="685074" y="67909"/>
                </a:cubicBezTo>
                <a:close/>
                <a:moveTo>
                  <a:pt x="775673" y="117112"/>
                </a:moveTo>
                <a:lnTo>
                  <a:pt x="761997" y="33640"/>
                </a:lnTo>
                <a:lnTo>
                  <a:pt x="775830" y="33640"/>
                </a:lnTo>
                <a:lnTo>
                  <a:pt x="782983" y="79556"/>
                </a:lnTo>
                <a:cubicBezTo>
                  <a:pt x="783769" y="84580"/>
                  <a:pt x="784738" y="92769"/>
                  <a:pt x="785891" y="104123"/>
                </a:cubicBezTo>
                <a:cubicBezTo>
                  <a:pt x="788616" y="98211"/>
                  <a:pt x="792100" y="91435"/>
                  <a:pt x="796345" y="83796"/>
                </a:cubicBezTo>
                <a:lnTo>
                  <a:pt x="824247" y="33640"/>
                </a:lnTo>
                <a:lnTo>
                  <a:pt x="839259" y="33640"/>
                </a:lnTo>
                <a:lnTo>
                  <a:pt x="791471" y="117112"/>
                </a:lnTo>
                <a:lnTo>
                  <a:pt x="775673" y="117112"/>
                </a:lnTo>
                <a:close/>
                <a:moveTo>
                  <a:pt x="896400" y="88974"/>
                </a:moveTo>
                <a:lnTo>
                  <a:pt x="910234" y="90231"/>
                </a:lnTo>
                <a:cubicBezTo>
                  <a:pt x="908243" y="97077"/>
                  <a:pt x="903671" y="103584"/>
                  <a:pt x="896518" y="109751"/>
                </a:cubicBezTo>
                <a:cubicBezTo>
                  <a:pt x="889366" y="115916"/>
                  <a:pt x="880838" y="118998"/>
                  <a:pt x="870935" y="118998"/>
                </a:cubicBezTo>
                <a:cubicBezTo>
                  <a:pt x="864751" y="118998"/>
                  <a:pt x="859079" y="117570"/>
                  <a:pt x="853918" y="114715"/>
                </a:cubicBezTo>
                <a:cubicBezTo>
                  <a:pt x="848757" y="111859"/>
                  <a:pt x="844827" y="107706"/>
                  <a:pt x="842128" y="102257"/>
                </a:cubicBezTo>
                <a:cubicBezTo>
                  <a:pt x="839430" y="96807"/>
                  <a:pt x="838080" y="90598"/>
                  <a:pt x="838080" y="83629"/>
                </a:cubicBezTo>
                <a:cubicBezTo>
                  <a:pt x="838080" y="74511"/>
                  <a:pt x="840189" y="65669"/>
                  <a:pt x="844408" y="57102"/>
                </a:cubicBezTo>
                <a:cubicBezTo>
                  <a:pt x="848626" y="48535"/>
                  <a:pt x="854088" y="42168"/>
                  <a:pt x="860795" y="38002"/>
                </a:cubicBezTo>
                <a:cubicBezTo>
                  <a:pt x="867502" y="33837"/>
                  <a:pt x="874760" y="31754"/>
                  <a:pt x="882567" y="31754"/>
                </a:cubicBezTo>
                <a:cubicBezTo>
                  <a:pt x="892523" y="31754"/>
                  <a:pt x="900474" y="34845"/>
                  <a:pt x="906422" y="41028"/>
                </a:cubicBezTo>
                <a:cubicBezTo>
                  <a:pt x="912369" y="47212"/>
                  <a:pt x="915343" y="55648"/>
                  <a:pt x="915343" y="66337"/>
                </a:cubicBezTo>
                <a:cubicBezTo>
                  <a:pt x="915343" y="70424"/>
                  <a:pt x="914976" y="74616"/>
                  <a:pt x="914242" y="78913"/>
                </a:cubicBezTo>
                <a:lnTo>
                  <a:pt x="852778" y="78913"/>
                </a:lnTo>
                <a:cubicBezTo>
                  <a:pt x="852569" y="80537"/>
                  <a:pt x="852464" y="82004"/>
                  <a:pt x="852464" y="83314"/>
                </a:cubicBezTo>
                <a:cubicBezTo>
                  <a:pt x="852464" y="91122"/>
                  <a:pt x="854259" y="97082"/>
                  <a:pt x="857848" y="101196"/>
                </a:cubicBezTo>
                <a:cubicBezTo>
                  <a:pt x="861437" y="105309"/>
                  <a:pt x="865826" y="107366"/>
                  <a:pt x="871013" y="107366"/>
                </a:cubicBezTo>
                <a:cubicBezTo>
                  <a:pt x="875886" y="107366"/>
                  <a:pt x="880681" y="105788"/>
                  <a:pt x="885397" y="102633"/>
                </a:cubicBezTo>
                <a:cubicBezTo>
                  <a:pt x="890113" y="99475"/>
                  <a:pt x="893781" y="94922"/>
                  <a:pt x="896400" y="88974"/>
                </a:cubicBezTo>
                <a:moveTo>
                  <a:pt x="855058" y="67909"/>
                </a:moveTo>
                <a:lnTo>
                  <a:pt x="901902" y="67909"/>
                </a:lnTo>
                <a:cubicBezTo>
                  <a:pt x="901955" y="66447"/>
                  <a:pt x="901981" y="65402"/>
                  <a:pt x="901981" y="64775"/>
                </a:cubicBezTo>
                <a:cubicBezTo>
                  <a:pt x="901981" y="57672"/>
                  <a:pt x="900199" y="52226"/>
                  <a:pt x="896636" y="48439"/>
                </a:cubicBezTo>
                <a:cubicBezTo>
                  <a:pt x="893073" y="44651"/>
                  <a:pt x="888488" y="42758"/>
                  <a:pt x="882882" y="42758"/>
                </a:cubicBezTo>
                <a:cubicBezTo>
                  <a:pt x="876803" y="42758"/>
                  <a:pt x="871262" y="44847"/>
                  <a:pt x="866258" y="49026"/>
                </a:cubicBezTo>
                <a:cubicBezTo>
                  <a:pt x="861254" y="53205"/>
                  <a:pt x="857520" y="59499"/>
                  <a:pt x="855058" y="67909"/>
                </a:cubicBezTo>
                <a:close/>
                <a:moveTo>
                  <a:pt x="923492" y="117112"/>
                </a:moveTo>
                <a:lnTo>
                  <a:pt x="947544" y="1886"/>
                </a:lnTo>
                <a:lnTo>
                  <a:pt x="961770" y="1886"/>
                </a:lnTo>
                <a:lnTo>
                  <a:pt x="937719" y="117112"/>
                </a:lnTo>
                <a:lnTo>
                  <a:pt x="923492" y="117112"/>
                </a:lnTo>
                <a:close/>
                <a:moveTo>
                  <a:pt x="962843" y="85437"/>
                </a:moveTo>
                <a:cubicBezTo>
                  <a:pt x="962843" y="69141"/>
                  <a:pt x="967638" y="55648"/>
                  <a:pt x="977227" y="44958"/>
                </a:cubicBezTo>
                <a:cubicBezTo>
                  <a:pt x="985139" y="36155"/>
                  <a:pt x="995514" y="31754"/>
                  <a:pt x="1008352" y="31754"/>
                </a:cubicBezTo>
                <a:cubicBezTo>
                  <a:pt x="1018412" y="31754"/>
                  <a:pt x="1026521" y="34898"/>
                  <a:pt x="1032678" y="41186"/>
                </a:cubicBezTo>
                <a:cubicBezTo>
                  <a:pt x="1038835" y="47474"/>
                  <a:pt x="1041913" y="55962"/>
                  <a:pt x="1041913" y="66652"/>
                </a:cubicBezTo>
                <a:cubicBezTo>
                  <a:pt x="1041913" y="76241"/>
                  <a:pt x="1039975" y="85162"/>
                  <a:pt x="1036097" y="93414"/>
                </a:cubicBezTo>
                <a:cubicBezTo>
                  <a:pt x="1032220" y="101667"/>
                  <a:pt x="1026705" y="107994"/>
                  <a:pt x="1019552" y="112396"/>
                </a:cubicBezTo>
                <a:cubicBezTo>
                  <a:pt x="1012400" y="116797"/>
                  <a:pt x="1004867" y="118998"/>
                  <a:pt x="996955" y="118998"/>
                </a:cubicBezTo>
                <a:cubicBezTo>
                  <a:pt x="990458" y="118998"/>
                  <a:pt x="984550" y="117610"/>
                  <a:pt x="979231" y="114832"/>
                </a:cubicBezTo>
                <a:cubicBezTo>
                  <a:pt x="973913" y="112055"/>
                  <a:pt x="969852" y="108125"/>
                  <a:pt x="967048" y="103043"/>
                </a:cubicBezTo>
                <a:cubicBezTo>
                  <a:pt x="964245" y="97960"/>
                  <a:pt x="962843" y="92091"/>
                  <a:pt x="962843" y="85437"/>
                </a:cubicBezTo>
                <a:moveTo>
                  <a:pt x="977070" y="84022"/>
                </a:moveTo>
                <a:cubicBezTo>
                  <a:pt x="977070" y="91882"/>
                  <a:pt x="978956" y="97842"/>
                  <a:pt x="982729" y="101903"/>
                </a:cubicBezTo>
                <a:cubicBezTo>
                  <a:pt x="986501" y="105964"/>
                  <a:pt x="991296" y="107994"/>
                  <a:pt x="997112" y="107994"/>
                </a:cubicBezTo>
                <a:cubicBezTo>
                  <a:pt x="1000151" y="107994"/>
                  <a:pt x="1003164" y="107379"/>
                  <a:pt x="1006151" y="106147"/>
                </a:cubicBezTo>
                <a:cubicBezTo>
                  <a:pt x="1009138" y="104916"/>
                  <a:pt x="1011915" y="103043"/>
                  <a:pt x="1014482" y="100528"/>
                </a:cubicBezTo>
                <a:cubicBezTo>
                  <a:pt x="1017050" y="98012"/>
                  <a:pt x="1019238" y="95144"/>
                  <a:pt x="1021045" y="91921"/>
                </a:cubicBezTo>
                <a:cubicBezTo>
                  <a:pt x="1022853" y="88698"/>
                  <a:pt x="1024307" y="85227"/>
                  <a:pt x="1025408" y="81507"/>
                </a:cubicBezTo>
                <a:cubicBezTo>
                  <a:pt x="1027032" y="76319"/>
                  <a:pt x="1027844" y="71341"/>
                  <a:pt x="1027844" y="66573"/>
                </a:cubicBezTo>
                <a:cubicBezTo>
                  <a:pt x="1027844" y="59028"/>
                  <a:pt x="1025945" y="53172"/>
                  <a:pt x="1022146" y="49006"/>
                </a:cubicBezTo>
                <a:cubicBezTo>
                  <a:pt x="1018347" y="44840"/>
                  <a:pt x="1013566" y="42758"/>
                  <a:pt x="1007802" y="42758"/>
                </a:cubicBezTo>
                <a:cubicBezTo>
                  <a:pt x="1003348" y="42758"/>
                  <a:pt x="999287" y="43819"/>
                  <a:pt x="995619" y="45941"/>
                </a:cubicBezTo>
                <a:cubicBezTo>
                  <a:pt x="991951" y="48063"/>
                  <a:pt x="988637" y="51168"/>
                  <a:pt x="985676" y="55255"/>
                </a:cubicBezTo>
                <a:cubicBezTo>
                  <a:pt x="982716" y="59342"/>
                  <a:pt x="980541" y="64097"/>
                  <a:pt x="979152" y="69520"/>
                </a:cubicBezTo>
                <a:cubicBezTo>
                  <a:pt x="977764" y="74944"/>
                  <a:pt x="977070" y="79778"/>
                  <a:pt x="977070" y="84022"/>
                </a:cubicBezTo>
                <a:close/>
                <a:moveTo>
                  <a:pt x="1042911" y="149180"/>
                </a:moveTo>
                <a:lnTo>
                  <a:pt x="1067040" y="33640"/>
                </a:lnTo>
                <a:lnTo>
                  <a:pt x="1080166" y="33640"/>
                </a:lnTo>
                <a:lnTo>
                  <a:pt x="1077730" y="45273"/>
                </a:lnTo>
                <a:cubicBezTo>
                  <a:pt x="1082603" y="40190"/>
                  <a:pt x="1086965" y="36666"/>
                  <a:pt x="1090816" y="34701"/>
                </a:cubicBezTo>
                <a:cubicBezTo>
                  <a:pt x="1094668" y="32736"/>
                  <a:pt x="1098742" y="31754"/>
                  <a:pt x="1103039" y="31754"/>
                </a:cubicBezTo>
                <a:cubicBezTo>
                  <a:pt x="1111003" y="31754"/>
                  <a:pt x="1117605" y="34649"/>
                  <a:pt x="1122845" y="40439"/>
                </a:cubicBezTo>
                <a:cubicBezTo>
                  <a:pt x="1128085" y="46229"/>
                  <a:pt x="1130705" y="54521"/>
                  <a:pt x="1130705" y="65315"/>
                </a:cubicBezTo>
                <a:cubicBezTo>
                  <a:pt x="1130705" y="74014"/>
                  <a:pt x="1129264" y="81939"/>
                  <a:pt x="1126382" y="89091"/>
                </a:cubicBezTo>
                <a:cubicBezTo>
                  <a:pt x="1123500" y="96244"/>
                  <a:pt x="1119963" y="101995"/>
                  <a:pt x="1115771" y="106344"/>
                </a:cubicBezTo>
                <a:cubicBezTo>
                  <a:pt x="1111580" y="110693"/>
                  <a:pt x="1107335" y="113889"/>
                  <a:pt x="1103039" y="115933"/>
                </a:cubicBezTo>
                <a:cubicBezTo>
                  <a:pt x="1098742" y="117976"/>
                  <a:pt x="1094340" y="118998"/>
                  <a:pt x="1089834" y="118998"/>
                </a:cubicBezTo>
                <a:cubicBezTo>
                  <a:pt x="1079826" y="118998"/>
                  <a:pt x="1072071" y="113916"/>
                  <a:pt x="1066569" y="103750"/>
                </a:cubicBezTo>
                <a:lnTo>
                  <a:pt x="1057137" y="149180"/>
                </a:lnTo>
                <a:lnTo>
                  <a:pt x="1042911" y="149180"/>
                </a:lnTo>
                <a:moveTo>
                  <a:pt x="1071049" y="82985"/>
                </a:moveTo>
                <a:cubicBezTo>
                  <a:pt x="1071049" y="89224"/>
                  <a:pt x="1071494" y="93549"/>
                  <a:pt x="1072385" y="95961"/>
                </a:cubicBezTo>
                <a:cubicBezTo>
                  <a:pt x="1073695" y="99369"/>
                  <a:pt x="1075843" y="102122"/>
                  <a:pt x="1078830" y="104219"/>
                </a:cubicBezTo>
                <a:cubicBezTo>
                  <a:pt x="1081817" y="106317"/>
                  <a:pt x="1085275" y="107366"/>
                  <a:pt x="1089205" y="107366"/>
                </a:cubicBezTo>
                <a:cubicBezTo>
                  <a:pt x="1097379" y="107366"/>
                  <a:pt x="1103982" y="102768"/>
                  <a:pt x="1109012" y="93572"/>
                </a:cubicBezTo>
                <a:cubicBezTo>
                  <a:pt x="1114042" y="84376"/>
                  <a:pt x="1116557" y="74983"/>
                  <a:pt x="1116557" y="65394"/>
                </a:cubicBezTo>
                <a:cubicBezTo>
                  <a:pt x="1116557" y="58320"/>
                  <a:pt x="1114868" y="52858"/>
                  <a:pt x="1111488" y="49006"/>
                </a:cubicBezTo>
                <a:cubicBezTo>
                  <a:pt x="1108108" y="45155"/>
                  <a:pt x="1103903" y="43229"/>
                  <a:pt x="1098873" y="43229"/>
                </a:cubicBezTo>
                <a:cubicBezTo>
                  <a:pt x="1095257" y="43229"/>
                  <a:pt x="1091904" y="44185"/>
                  <a:pt x="1088812" y="46098"/>
                </a:cubicBezTo>
                <a:cubicBezTo>
                  <a:pt x="1085721" y="48009"/>
                  <a:pt x="1082852" y="50863"/>
                  <a:pt x="1080206" y="54660"/>
                </a:cubicBezTo>
                <a:cubicBezTo>
                  <a:pt x="1077559" y="58458"/>
                  <a:pt x="1075372" y="63106"/>
                  <a:pt x="1073643" y="68607"/>
                </a:cubicBezTo>
                <a:cubicBezTo>
                  <a:pt x="1071913" y="74107"/>
                  <a:pt x="1071049" y="78900"/>
                  <a:pt x="1071049" y="82985"/>
                </a:cubicBezTo>
                <a:close/>
                <a:moveTo>
                  <a:pt x="1200633" y="88974"/>
                </a:moveTo>
                <a:lnTo>
                  <a:pt x="1214467" y="90231"/>
                </a:lnTo>
                <a:cubicBezTo>
                  <a:pt x="1212476" y="97077"/>
                  <a:pt x="1207904" y="103584"/>
                  <a:pt x="1200751" y="109751"/>
                </a:cubicBezTo>
                <a:cubicBezTo>
                  <a:pt x="1193599" y="115916"/>
                  <a:pt x="1185071" y="118998"/>
                  <a:pt x="1175167" y="118998"/>
                </a:cubicBezTo>
                <a:cubicBezTo>
                  <a:pt x="1168984" y="118998"/>
                  <a:pt x="1163312" y="117570"/>
                  <a:pt x="1158151" y="114715"/>
                </a:cubicBezTo>
                <a:cubicBezTo>
                  <a:pt x="1152990" y="111859"/>
                  <a:pt x="1149060" y="107706"/>
                  <a:pt x="1146361" y="102257"/>
                </a:cubicBezTo>
                <a:cubicBezTo>
                  <a:pt x="1143662" y="96807"/>
                  <a:pt x="1142313" y="90598"/>
                  <a:pt x="1142313" y="83629"/>
                </a:cubicBezTo>
                <a:cubicBezTo>
                  <a:pt x="1142313" y="74511"/>
                  <a:pt x="1144422" y="65669"/>
                  <a:pt x="1148640" y="57102"/>
                </a:cubicBezTo>
                <a:cubicBezTo>
                  <a:pt x="1152859" y="48535"/>
                  <a:pt x="1158321" y="42168"/>
                  <a:pt x="1165028" y="38002"/>
                </a:cubicBezTo>
                <a:cubicBezTo>
                  <a:pt x="1171735" y="33837"/>
                  <a:pt x="1178993" y="31754"/>
                  <a:pt x="1186800" y="31754"/>
                </a:cubicBezTo>
                <a:cubicBezTo>
                  <a:pt x="1196756" y="31754"/>
                  <a:pt x="1204707" y="34845"/>
                  <a:pt x="1210655" y="41028"/>
                </a:cubicBezTo>
                <a:cubicBezTo>
                  <a:pt x="1216602" y="47212"/>
                  <a:pt x="1219576" y="55648"/>
                  <a:pt x="1219576" y="66337"/>
                </a:cubicBezTo>
                <a:cubicBezTo>
                  <a:pt x="1219576" y="70424"/>
                  <a:pt x="1219209" y="74616"/>
                  <a:pt x="1218475" y="78913"/>
                </a:cubicBezTo>
                <a:lnTo>
                  <a:pt x="1157011" y="78913"/>
                </a:lnTo>
                <a:cubicBezTo>
                  <a:pt x="1156802" y="80537"/>
                  <a:pt x="1156697" y="82004"/>
                  <a:pt x="1156697" y="83314"/>
                </a:cubicBezTo>
                <a:cubicBezTo>
                  <a:pt x="1156697" y="91122"/>
                  <a:pt x="1158491" y="97082"/>
                  <a:pt x="1162081" y="101196"/>
                </a:cubicBezTo>
                <a:cubicBezTo>
                  <a:pt x="1165670" y="105309"/>
                  <a:pt x="1170059" y="107366"/>
                  <a:pt x="1175246" y="107366"/>
                </a:cubicBezTo>
                <a:cubicBezTo>
                  <a:pt x="1180119" y="107366"/>
                  <a:pt x="1184914" y="105788"/>
                  <a:pt x="1189630" y="102633"/>
                </a:cubicBezTo>
                <a:cubicBezTo>
                  <a:pt x="1194345" y="99475"/>
                  <a:pt x="1198013" y="94922"/>
                  <a:pt x="1200633" y="88974"/>
                </a:cubicBezTo>
                <a:moveTo>
                  <a:pt x="1159290" y="67909"/>
                </a:moveTo>
                <a:lnTo>
                  <a:pt x="1206135" y="67909"/>
                </a:lnTo>
                <a:cubicBezTo>
                  <a:pt x="1206188" y="66447"/>
                  <a:pt x="1206214" y="65402"/>
                  <a:pt x="1206214" y="64775"/>
                </a:cubicBezTo>
                <a:cubicBezTo>
                  <a:pt x="1206214" y="57672"/>
                  <a:pt x="1204432" y="52226"/>
                  <a:pt x="1200869" y="48439"/>
                </a:cubicBezTo>
                <a:cubicBezTo>
                  <a:pt x="1197306" y="44651"/>
                  <a:pt x="1192721" y="42758"/>
                  <a:pt x="1187114" y="42758"/>
                </a:cubicBezTo>
                <a:cubicBezTo>
                  <a:pt x="1181036" y="42758"/>
                  <a:pt x="1175495" y="44847"/>
                  <a:pt x="1170491" y="49026"/>
                </a:cubicBezTo>
                <a:cubicBezTo>
                  <a:pt x="1165487" y="53205"/>
                  <a:pt x="1161753" y="59499"/>
                  <a:pt x="1159290" y="67909"/>
                </a:cubicBezTo>
                <a:close/>
                <a:moveTo>
                  <a:pt x="1228826" y="117112"/>
                </a:moveTo>
                <a:lnTo>
                  <a:pt x="1246275" y="33640"/>
                </a:lnTo>
                <a:lnTo>
                  <a:pt x="1258850" y="33640"/>
                </a:lnTo>
                <a:lnTo>
                  <a:pt x="1255313" y="50770"/>
                </a:lnTo>
                <a:cubicBezTo>
                  <a:pt x="1259610" y="44300"/>
                  <a:pt x="1263815" y="39514"/>
                  <a:pt x="1267928" y="36411"/>
                </a:cubicBezTo>
                <a:cubicBezTo>
                  <a:pt x="1272042" y="33306"/>
                  <a:pt x="1276247" y="31754"/>
                  <a:pt x="1280544" y="31754"/>
                </a:cubicBezTo>
                <a:cubicBezTo>
                  <a:pt x="1283373" y="31754"/>
                  <a:pt x="1286858" y="32749"/>
                  <a:pt x="1290997" y="34741"/>
                </a:cubicBezTo>
                <a:lnTo>
                  <a:pt x="1285181" y="47945"/>
                </a:lnTo>
                <a:cubicBezTo>
                  <a:pt x="1282718" y="46268"/>
                  <a:pt x="1280020" y="45430"/>
                  <a:pt x="1277085" y="45430"/>
                </a:cubicBezTo>
                <a:cubicBezTo>
                  <a:pt x="1272107" y="45430"/>
                  <a:pt x="1266998" y="48202"/>
                  <a:pt x="1261758" y="53747"/>
                </a:cubicBezTo>
                <a:cubicBezTo>
                  <a:pt x="1256519" y="59290"/>
                  <a:pt x="1252405" y="69252"/>
                  <a:pt x="1249418" y="83634"/>
                </a:cubicBezTo>
                <a:lnTo>
                  <a:pt x="1242345" y="117112"/>
                </a:lnTo>
                <a:lnTo>
                  <a:pt x="1228826" y="117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sofInterestSelection">
            <a:extLst xmlns:a="http://schemas.openxmlformats.org/drawingml/2006/main">
              <a:ext uri="{FF2B5EF4-FFF2-40B4-BE49-F238E27FC236}">
                <a16:creationId xmlns:a16="http://schemas.microsoft.com/office/drawing/2014/main" id="{A91663E4-AC1A-45AF-BF5B-33562018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71" y="2830142"/>
            <a:ext cx="1537038" cy="118998"/>
          </a:xfrm>
          <a:custGeom xmlns:a="http://schemas.openxmlformats.org/drawingml/2006/main">
            <a:pathLst>
              <a:path w="1537038" h="118998">
                <a:moveTo>
                  <a:pt x="367" y="88659"/>
                </a:moveTo>
                <a:lnTo>
                  <a:pt x="14593" y="87716"/>
                </a:lnTo>
                <a:cubicBezTo>
                  <a:pt x="14593" y="91803"/>
                  <a:pt x="15222" y="95288"/>
                  <a:pt x="16479" y="98170"/>
                </a:cubicBezTo>
                <a:cubicBezTo>
                  <a:pt x="17737" y="101052"/>
                  <a:pt x="20056" y="103409"/>
                  <a:pt x="23435" y="105243"/>
                </a:cubicBezTo>
                <a:cubicBezTo>
                  <a:pt x="26815" y="107077"/>
                  <a:pt x="30758" y="107994"/>
                  <a:pt x="35265" y="107994"/>
                </a:cubicBezTo>
                <a:cubicBezTo>
                  <a:pt x="41552" y="107994"/>
                  <a:pt x="46268" y="106737"/>
                  <a:pt x="49412" y="104222"/>
                </a:cubicBezTo>
                <a:cubicBezTo>
                  <a:pt x="52556" y="101707"/>
                  <a:pt x="54128" y="98746"/>
                  <a:pt x="54128" y="95340"/>
                </a:cubicBezTo>
                <a:cubicBezTo>
                  <a:pt x="54128" y="92877"/>
                  <a:pt x="53185" y="90546"/>
                  <a:pt x="51299" y="88345"/>
                </a:cubicBezTo>
                <a:cubicBezTo>
                  <a:pt x="49360" y="86144"/>
                  <a:pt x="44631" y="83432"/>
                  <a:pt x="37112" y="80210"/>
                </a:cubicBezTo>
                <a:cubicBezTo>
                  <a:pt x="29592" y="76987"/>
                  <a:pt x="24785" y="74721"/>
                  <a:pt x="22689" y="73411"/>
                </a:cubicBezTo>
                <a:cubicBezTo>
                  <a:pt x="19178" y="71263"/>
                  <a:pt x="16532" y="68734"/>
                  <a:pt x="14750" y="65826"/>
                </a:cubicBezTo>
                <a:cubicBezTo>
                  <a:pt x="12969" y="62918"/>
                  <a:pt x="12078" y="59578"/>
                  <a:pt x="12078" y="55805"/>
                </a:cubicBezTo>
                <a:cubicBezTo>
                  <a:pt x="12078" y="49203"/>
                  <a:pt x="14698" y="43544"/>
                  <a:pt x="19938" y="38828"/>
                </a:cubicBezTo>
                <a:cubicBezTo>
                  <a:pt x="25178" y="34112"/>
                  <a:pt x="32514" y="31754"/>
                  <a:pt x="41945" y="31754"/>
                </a:cubicBezTo>
                <a:cubicBezTo>
                  <a:pt x="52425" y="31754"/>
                  <a:pt x="60403" y="34177"/>
                  <a:pt x="65879" y="39024"/>
                </a:cubicBezTo>
                <a:cubicBezTo>
                  <a:pt x="71354" y="43871"/>
                  <a:pt x="74197" y="50251"/>
                  <a:pt x="74407" y="58163"/>
                </a:cubicBezTo>
                <a:lnTo>
                  <a:pt x="60495" y="59106"/>
                </a:lnTo>
                <a:cubicBezTo>
                  <a:pt x="60285" y="54076"/>
                  <a:pt x="58504" y="50093"/>
                  <a:pt x="55150" y="47159"/>
                </a:cubicBezTo>
                <a:cubicBezTo>
                  <a:pt x="51796" y="44225"/>
                  <a:pt x="47054" y="42758"/>
                  <a:pt x="40924" y="42758"/>
                </a:cubicBezTo>
                <a:cubicBezTo>
                  <a:pt x="35998" y="42758"/>
                  <a:pt x="32173" y="43884"/>
                  <a:pt x="29448" y="46137"/>
                </a:cubicBezTo>
                <a:cubicBezTo>
                  <a:pt x="26724" y="48391"/>
                  <a:pt x="25361" y="50827"/>
                  <a:pt x="25361" y="53447"/>
                </a:cubicBezTo>
                <a:cubicBezTo>
                  <a:pt x="25361" y="56067"/>
                  <a:pt x="26540" y="58373"/>
                  <a:pt x="28898" y="60364"/>
                </a:cubicBezTo>
                <a:cubicBezTo>
                  <a:pt x="30470" y="61726"/>
                  <a:pt x="34531" y="63822"/>
                  <a:pt x="41081" y="66652"/>
                </a:cubicBezTo>
                <a:cubicBezTo>
                  <a:pt x="51980" y="71367"/>
                  <a:pt x="58844" y="75088"/>
                  <a:pt x="61674" y="77813"/>
                </a:cubicBezTo>
                <a:cubicBezTo>
                  <a:pt x="66180" y="82162"/>
                  <a:pt x="68433" y="87454"/>
                  <a:pt x="68433" y="93689"/>
                </a:cubicBezTo>
                <a:cubicBezTo>
                  <a:pt x="68433" y="97829"/>
                  <a:pt x="67162" y="101890"/>
                  <a:pt x="64621" y="105872"/>
                </a:cubicBezTo>
                <a:cubicBezTo>
                  <a:pt x="62080" y="109855"/>
                  <a:pt x="58202" y="113038"/>
                  <a:pt x="52989" y="115422"/>
                </a:cubicBezTo>
                <a:cubicBezTo>
                  <a:pt x="47775" y="117806"/>
                  <a:pt x="41631" y="118998"/>
                  <a:pt x="34557" y="118998"/>
                </a:cubicBezTo>
                <a:cubicBezTo>
                  <a:pt x="24916" y="118998"/>
                  <a:pt x="16715" y="116621"/>
                  <a:pt x="9956" y="111865"/>
                </a:cubicBezTo>
                <a:cubicBezTo>
                  <a:pt x="3196" y="107109"/>
                  <a:pt x="0" y="99373"/>
                  <a:pt x="367" y="88659"/>
                </a:cubicBezTo>
                <a:close/>
                <a:moveTo>
                  <a:pt x="126780" y="85437"/>
                </a:moveTo>
                <a:cubicBezTo>
                  <a:pt x="126780" y="69141"/>
                  <a:pt x="131575" y="55648"/>
                  <a:pt x="141164" y="44958"/>
                </a:cubicBezTo>
                <a:cubicBezTo>
                  <a:pt x="149076" y="36155"/>
                  <a:pt x="159451" y="31754"/>
                  <a:pt x="172289" y="31754"/>
                </a:cubicBezTo>
                <a:cubicBezTo>
                  <a:pt x="182349" y="31754"/>
                  <a:pt x="190458" y="34898"/>
                  <a:pt x="196615" y="41186"/>
                </a:cubicBezTo>
                <a:cubicBezTo>
                  <a:pt x="202772" y="47474"/>
                  <a:pt x="205850" y="55962"/>
                  <a:pt x="205850" y="66652"/>
                </a:cubicBezTo>
                <a:cubicBezTo>
                  <a:pt x="205850" y="76241"/>
                  <a:pt x="203912" y="85162"/>
                  <a:pt x="200034" y="93414"/>
                </a:cubicBezTo>
                <a:cubicBezTo>
                  <a:pt x="196157" y="101667"/>
                  <a:pt x="190642" y="107994"/>
                  <a:pt x="183489" y="112396"/>
                </a:cubicBezTo>
                <a:cubicBezTo>
                  <a:pt x="176337" y="116797"/>
                  <a:pt x="168804" y="118998"/>
                  <a:pt x="160892" y="118998"/>
                </a:cubicBezTo>
                <a:cubicBezTo>
                  <a:pt x="154395" y="118998"/>
                  <a:pt x="148487" y="117610"/>
                  <a:pt x="143168" y="114832"/>
                </a:cubicBezTo>
                <a:cubicBezTo>
                  <a:pt x="137850" y="112055"/>
                  <a:pt x="133789" y="108125"/>
                  <a:pt x="130985" y="103043"/>
                </a:cubicBezTo>
                <a:cubicBezTo>
                  <a:pt x="128182" y="97960"/>
                  <a:pt x="126780" y="92091"/>
                  <a:pt x="126780" y="85437"/>
                </a:cubicBezTo>
                <a:moveTo>
                  <a:pt x="141007" y="84022"/>
                </a:moveTo>
                <a:cubicBezTo>
                  <a:pt x="141007" y="91882"/>
                  <a:pt x="142893" y="97842"/>
                  <a:pt x="146666" y="101903"/>
                </a:cubicBezTo>
                <a:cubicBezTo>
                  <a:pt x="150438" y="105964"/>
                  <a:pt x="155233" y="107994"/>
                  <a:pt x="161049" y="107994"/>
                </a:cubicBezTo>
                <a:cubicBezTo>
                  <a:pt x="164088" y="107994"/>
                  <a:pt x="167101" y="107379"/>
                  <a:pt x="170088" y="106147"/>
                </a:cubicBezTo>
                <a:cubicBezTo>
                  <a:pt x="173075" y="104916"/>
                  <a:pt x="175852" y="103043"/>
                  <a:pt x="178420" y="100528"/>
                </a:cubicBezTo>
                <a:cubicBezTo>
                  <a:pt x="180987" y="98012"/>
                  <a:pt x="183175" y="95144"/>
                  <a:pt x="184983" y="91921"/>
                </a:cubicBezTo>
                <a:cubicBezTo>
                  <a:pt x="186790" y="88698"/>
                  <a:pt x="188244" y="85227"/>
                  <a:pt x="189345" y="81507"/>
                </a:cubicBezTo>
                <a:cubicBezTo>
                  <a:pt x="190969" y="76319"/>
                  <a:pt x="191781" y="71341"/>
                  <a:pt x="191781" y="66573"/>
                </a:cubicBezTo>
                <a:cubicBezTo>
                  <a:pt x="191781" y="59028"/>
                  <a:pt x="189882" y="53172"/>
                  <a:pt x="186083" y="49006"/>
                </a:cubicBezTo>
                <a:cubicBezTo>
                  <a:pt x="182284" y="44840"/>
                  <a:pt x="177503" y="42758"/>
                  <a:pt x="171739" y="42758"/>
                </a:cubicBezTo>
                <a:cubicBezTo>
                  <a:pt x="167285" y="42758"/>
                  <a:pt x="163224" y="43819"/>
                  <a:pt x="159556" y="45941"/>
                </a:cubicBezTo>
                <a:cubicBezTo>
                  <a:pt x="155888" y="48063"/>
                  <a:pt x="152574" y="51168"/>
                  <a:pt x="149613" y="55255"/>
                </a:cubicBezTo>
                <a:cubicBezTo>
                  <a:pt x="146653" y="59342"/>
                  <a:pt x="144478" y="64097"/>
                  <a:pt x="143089" y="69520"/>
                </a:cubicBezTo>
                <a:cubicBezTo>
                  <a:pt x="141701" y="74944"/>
                  <a:pt x="141007" y="79778"/>
                  <a:pt x="141007" y="84022"/>
                </a:cubicBezTo>
                <a:close/>
                <a:moveTo>
                  <a:pt x="215729" y="117112"/>
                </a:moveTo>
                <a:lnTo>
                  <a:pt x="230899" y="44644"/>
                </a:lnTo>
                <a:lnTo>
                  <a:pt x="218166" y="44644"/>
                </a:lnTo>
                <a:lnTo>
                  <a:pt x="220445" y="33640"/>
                </a:lnTo>
                <a:lnTo>
                  <a:pt x="233178" y="33640"/>
                </a:lnTo>
                <a:lnTo>
                  <a:pt x="235615" y="21799"/>
                </a:lnTo>
                <a:cubicBezTo>
                  <a:pt x="236872" y="15892"/>
                  <a:pt x="238169" y="11633"/>
                  <a:pt x="239505" y="9019"/>
                </a:cubicBezTo>
                <a:cubicBezTo>
                  <a:pt x="240842" y="6404"/>
                  <a:pt x="243016" y="4248"/>
                  <a:pt x="246029" y="2550"/>
                </a:cubicBezTo>
                <a:cubicBezTo>
                  <a:pt x="249042" y="850"/>
                  <a:pt x="253142" y="0"/>
                  <a:pt x="258330" y="0"/>
                </a:cubicBezTo>
                <a:cubicBezTo>
                  <a:pt x="261945" y="0"/>
                  <a:pt x="267185" y="765"/>
                  <a:pt x="274049" y="2294"/>
                </a:cubicBezTo>
                <a:lnTo>
                  <a:pt x="271456" y="14713"/>
                </a:lnTo>
                <a:cubicBezTo>
                  <a:pt x="266635" y="13498"/>
                  <a:pt x="262600" y="12890"/>
                  <a:pt x="259351" y="12890"/>
                </a:cubicBezTo>
                <a:cubicBezTo>
                  <a:pt x="256574" y="12890"/>
                  <a:pt x="254465" y="13575"/>
                  <a:pt x="253024" y="14944"/>
                </a:cubicBezTo>
                <a:cubicBezTo>
                  <a:pt x="251583" y="16312"/>
                  <a:pt x="250339" y="19554"/>
                  <a:pt x="249291" y="24668"/>
                </a:cubicBezTo>
                <a:lnTo>
                  <a:pt x="247404" y="33640"/>
                </a:lnTo>
                <a:lnTo>
                  <a:pt x="263281" y="33640"/>
                </a:lnTo>
                <a:lnTo>
                  <a:pt x="261002" y="44644"/>
                </a:lnTo>
                <a:lnTo>
                  <a:pt x="245125" y="44644"/>
                </a:lnTo>
                <a:lnTo>
                  <a:pt x="229956" y="117112"/>
                </a:lnTo>
                <a:lnTo>
                  <a:pt x="215729" y="117112"/>
                </a:lnTo>
                <a:close/>
                <a:moveTo>
                  <a:pt x="307115" y="117112"/>
                </a:moveTo>
                <a:lnTo>
                  <a:pt x="331245" y="1886"/>
                </a:lnTo>
                <a:lnTo>
                  <a:pt x="346571" y="1886"/>
                </a:lnTo>
                <a:lnTo>
                  <a:pt x="322520" y="117112"/>
                </a:lnTo>
                <a:lnTo>
                  <a:pt x="307115" y="117112"/>
                </a:lnTo>
                <a:close/>
                <a:moveTo>
                  <a:pt x="348013" y="117112"/>
                </a:moveTo>
                <a:lnTo>
                  <a:pt x="365462" y="33640"/>
                </a:lnTo>
                <a:lnTo>
                  <a:pt x="378352" y="33640"/>
                </a:lnTo>
                <a:lnTo>
                  <a:pt x="375287" y="48198"/>
                </a:lnTo>
                <a:cubicBezTo>
                  <a:pt x="380893" y="42475"/>
                  <a:pt x="386133" y="38304"/>
                  <a:pt x="391007" y="35684"/>
                </a:cubicBezTo>
                <a:cubicBezTo>
                  <a:pt x="395880" y="33064"/>
                  <a:pt x="400858" y="31754"/>
                  <a:pt x="405940" y="31754"/>
                </a:cubicBezTo>
                <a:cubicBezTo>
                  <a:pt x="412700" y="31754"/>
                  <a:pt x="418005" y="33589"/>
                  <a:pt x="421856" y="37261"/>
                </a:cubicBezTo>
                <a:cubicBezTo>
                  <a:pt x="425708" y="40932"/>
                  <a:pt x="427633" y="45835"/>
                  <a:pt x="427633" y="51971"/>
                </a:cubicBezTo>
                <a:cubicBezTo>
                  <a:pt x="427633" y="55061"/>
                  <a:pt x="426952" y="59932"/>
                  <a:pt x="425590" y="66585"/>
                </a:cubicBezTo>
                <a:lnTo>
                  <a:pt x="414979" y="117112"/>
                </a:lnTo>
                <a:lnTo>
                  <a:pt x="400753" y="117112"/>
                </a:lnTo>
                <a:lnTo>
                  <a:pt x="411835" y="64272"/>
                </a:lnTo>
                <a:cubicBezTo>
                  <a:pt x="412935" y="59141"/>
                  <a:pt x="413486" y="55346"/>
                  <a:pt x="413486" y="52887"/>
                </a:cubicBezTo>
                <a:cubicBezTo>
                  <a:pt x="413486" y="50113"/>
                  <a:pt x="412529" y="47862"/>
                  <a:pt x="410617" y="46135"/>
                </a:cubicBezTo>
                <a:cubicBezTo>
                  <a:pt x="408704" y="44407"/>
                  <a:pt x="405940" y="43544"/>
                  <a:pt x="402325" y="43544"/>
                </a:cubicBezTo>
                <a:cubicBezTo>
                  <a:pt x="395041" y="43544"/>
                  <a:pt x="388557" y="46159"/>
                  <a:pt x="382872" y="51389"/>
                </a:cubicBezTo>
                <a:cubicBezTo>
                  <a:pt x="377186" y="56617"/>
                  <a:pt x="373007" y="65585"/>
                  <a:pt x="370335" y="78292"/>
                </a:cubicBezTo>
                <a:lnTo>
                  <a:pt x="362239" y="117112"/>
                </a:lnTo>
                <a:lnTo>
                  <a:pt x="348013" y="117112"/>
                </a:lnTo>
                <a:close/>
                <a:moveTo>
                  <a:pt x="470759" y="105548"/>
                </a:moveTo>
                <a:lnTo>
                  <a:pt x="468402" y="117181"/>
                </a:lnTo>
                <a:cubicBezTo>
                  <a:pt x="464996" y="118078"/>
                  <a:pt x="461694" y="118527"/>
                  <a:pt x="458498" y="118527"/>
                </a:cubicBezTo>
                <a:cubicBezTo>
                  <a:pt x="452839" y="118527"/>
                  <a:pt x="448333" y="117138"/>
                  <a:pt x="444979" y="114361"/>
                </a:cubicBezTo>
                <a:cubicBezTo>
                  <a:pt x="442464" y="112265"/>
                  <a:pt x="441206" y="109409"/>
                  <a:pt x="441206" y="105794"/>
                </a:cubicBezTo>
                <a:cubicBezTo>
                  <a:pt x="441206" y="103960"/>
                  <a:pt x="441888" y="99742"/>
                  <a:pt x="443250" y="93139"/>
                </a:cubicBezTo>
                <a:lnTo>
                  <a:pt x="453389" y="44644"/>
                </a:lnTo>
                <a:lnTo>
                  <a:pt x="442150" y="44644"/>
                </a:lnTo>
                <a:lnTo>
                  <a:pt x="444429" y="33640"/>
                </a:lnTo>
                <a:lnTo>
                  <a:pt x="455669" y="33640"/>
                </a:lnTo>
                <a:lnTo>
                  <a:pt x="459991" y="13126"/>
                </a:lnTo>
                <a:lnTo>
                  <a:pt x="476261" y="3301"/>
                </a:lnTo>
                <a:lnTo>
                  <a:pt x="469895" y="33640"/>
                </a:lnTo>
                <a:lnTo>
                  <a:pt x="483885" y="33640"/>
                </a:lnTo>
                <a:lnTo>
                  <a:pt x="481527" y="44644"/>
                </a:lnTo>
                <a:lnTo>
                  <a:pt x="467616" y="44644"/>
                </a:lnTo>
                <a:lnTo>
                  <a:pt x="457948" y="90722"/>
                </a:lnTo>
                <a:cubicBezTo>
                  <a:pt x="456743" y="96585"/>
                  <a:pt x="456140" y="100091"/>
                  <a:pt x="456140" y="101242"/>
                </a:cubicBezTo>
                <a:cubicBezTo>
                  <a:pt x="456140" y="102916"/>
                  <a:pt x="456625" y="104198"/>
                  <a:pt x="457594" y="105089"/>
                </a:cubicBezTo>
                <a:cubicBezTo>
                  <a:pt x="458564" y="105978"/>
                  <a:pt x="460149" y="106422"/>
                  <a:pt x="462349" y="106422"/>
                </a:cubicBezTo>
                <a:cubicBezTo>
                  <a:pt x="465493" y="106422"/>
                  <a:pt x="468297" y="106131"/>
                  <a:pt x="470759" y="105548"/>
                </a:cubicBezTo>
                <a:close/>
                <a:moveTo>
                  <a:pt x="543569" y="88974"/>
                </a:moveTo>
                <a:lnTo>
                  <a:pt x="557402" y="90231"/>
                </a:lnTo>
                <a:cubicBezTo>
                  <a:pt x="555411" y="97077"/>
                  <a:pt x="550839" y="103584"/>
                  <a:pt x="543687" y="109751"/>
                </a:cubicBezTo>
                <a:cubicBezTo>
                  <a:pt x="536534" y="115916"/>
                  <a:pt x="528006" y="118998"/>
                  <a:pt x="518103" y="118998"/>
                </a:cubicBezTo>
                <a:cubicBezTo>
                  <a:pt x="511920" y="118998"/>
                  <a:pt x="506248" y="117570"/>
                  <a:pt x="501086" y="114715"/>
                </a:cubicBezTo>
                <a:cubicBezTo>
                  <a:pt x="495925" y="111859"/>
                  <a:pt x="491995" y="107706"/>
                  <a:pt x="489296" y="102257"/>
                </a:cubicBezTo>
                <a:cubicBezTo>
                  <a:pt x="486598" y="96807"/>
                  <a:pt x="485249" y="90598"/>
                  <a:pt x="485249" y="83629"/>
                </a:cubicBezTo>
                <a:cubicBezTo>
                  <a:pt x="485249" y="74511"/>
                  <a:pt x="487358" y="65669"/>
                  <a:pt x="491576" y="57102"/>
                </a:cubicBezTo>
                <a:cubicBezTo>
                  <a:pt x="495794" y="48535"/>
                  <a:pt x="501257" y="42168"/>
                  <a:pt x="507964" y="38002"/>
                </a:cubicBezTo>
                <a:cubicBezTo>
                  <a:pt x="514671" y="33837"/>
                  <a:pt x="521928" y="31754"/>
                  <a:pt x="529735" y="31754"/>
                </a:cubicBezTo>
                <a:cubicBezTo>
                  <a:pt x="539691" y="31754"/>
                  <a:pt x="547643" y="34845"/>
                  <a:pt x="553590" y="41028"/>
                </a:cubicBezTo>
                <a:cubicBezTo>
                  <a:pt x="559537" y="47212"/>
                  <a:pt x="562511" y="55648"/>
                  <a:pt x="562511" y="66337"/>
                </a:cubicBezTo>
                <a:cubicBezTo>
                  <a:pt x="562511" y="70424"/>
                  <a:pt x="562144" y="74616"/>
                  <a:pt x="561411" y="78913"/>
                </a:cubicBezTo>
                <a:lnTo>
                  <a:pt x="499947" y="78913"/>
                </a:lnTo>
                <a:cubicBezTo>
                  <a:pt x="499737" y="80537"/>
                  <a:pt x="499632" y="82004"/>
                  <a:pt x="499632" y="83314"/>
                </a:cubicBezTo>
                <a:cubicBezTo>
                  <a:pt x="499632" y="91122"/>
                  <a:pt x="501427" y="97082"/>
                  <a:pt x="505016" y="101196"/>
                </a:cubicBezTo>
                <a:cubicBezTo>
                  <a:pt x="508605" y="105309"/>
                  <a:pt x="512994" y="107366"/>
                  <a:pt x="518181" y="107366"/>
                </a:cubicBezTo>
                <a:cubicBezTo>
                  <a:pt x="523055" y="107366"/>
                  <a:pt x="527849" y="105788"/>
                  <a:pt x="532565" y="102633"/>
                </a:cubicBezTo>
                <a:cubicBezTo>
                  <a:pt x="537281" y="99475"/>
                  <a:pt x="540949" y="94922"/>
                  <a:pt x="543569" y="88974"/>
                </a:cubicBezTo>
                <a:moveTo>
                  <a:pt x="502226" y="67909"/>
                </a:moveTo>
                <a:lnTo>
                  <a:pt x="549071" y="67909"/>
                </a:lnTo>
                <a:cubicBezTo>
                  <a:pt x="549123" y="66447"/>
                  <a:pt x="549149" y="65402"/>
                  <a:pt x="549149" y="64775"/>
                </a:cubicBezTo>
                <a:cubicBezTo>
                  <a:pt x="549149" y="57672"/>
                  <a:pt x="547368" y="52226"/>
                  <a:pt x="543805" y="48439"/>
                </a:cubicBezTo>
                <a:cubicBezTo>
                  <a:pt x="540241" y="44651"/>
                  <a:pt x="535656" y="42758"/>
                  <a:pt x="530050" y="42758"/>
                </a:cubicBezTo>
                <a:cubicBezTo>
                  <a:pt x="523972" y="42758"/>
                  <a:pt x="518430" y="44847"/>
                  <a:pt x="513426" y="49026"/>
                </a:cubicBezTo>
                <a:cubicBezTo>
                  <a:pt x="508422" y="53205"/>
                  <a:pt x="504689" y="59499"/>
                  <a:pt x="502226" y="67909"/>
                </a:cubicBezTo>
                <a:close/>
                <a:moveTo>
                  <a:pt x="571761" y="117112"/>
                </a:moveTo>
                <a:lnTo>
                  <a:pt x="589210" y="33640"/>
                </a:lnTo>
                <a:lnTo>
                  <a:pt x="601786" y="33640"/>
                </a:lnTo>
                <a:lnTo>
                  <a:pt x="598249" y="50770"/>
                </a:lnTo>
                <a:cubicBezTo>
                  <a:pt x="602545" y="44300"/>
                  <a:pt x="606751" y="39514"/>
                  <a:pt x="610864" y="36411"/>
                </a:cubicBezTo>
                <a:cubicBezTo>
                  <a:pt x="614977" y="33306"/>
                  <a:pt x="619182" y="31754"/>
                  <a:pt x="623479" y="31754"/>
                </a:cubicBezTo>
                <a:cubicBezTo>
                  <a:pt x="626308" y="31754"/>
                  <a:pt x="629793" y="32749"/>
                  <a:pt x="633933" y="34741"/>
                </a:cubicBezTo>
                <a:lnTo>
                  <a:pt x="628116" y="47945"/>
                </a:lnTo>
                <a:cubicBezTo>
                  <a:pt x="625653" y="46268"/>
                  <a:pt x="622955" y="45430"/>
                  <a:pt x="620021" y="45430"/>
                </a:cubicBezTo>
                <a:cubicBezTo>
                  <a:pt x="615043" y="45430"/>
                  <a:pt x="609934" y="48202"/>
                  <a:pt x="604694" y="53747"/>
                </a:cubicBezTo>
                <a:cubicBezTo>
                  <a:pt x="599454" y="59290"/>
                  <a:pt x="595341" y="69252"/>
                  <a:pt x="592354" y="83634"/>
                </a:cubicBezTo>
                <a:lnTo>
                  <a:pt x="585280" y="117112"/>
                </a:lnTo>
                <a:lnTo>
                  <a:pt x="571761" y="117112"/>
                </a:lnTo>
                <a:close/>
                <a:moveTo>
                  <a:pt x="686671" y="88974"/>
                </a:moveTo>
                <a:lnTo>
                  <a:pt x="700504" y="90231"/>
                </a:lnTo>
                <a:cubicBezTo>
                  <a:pt x="698513" y="97077"/>
                  <a:pt x="693941" y="103584"/>
                  <a:pt x="686789" y="109751"/>
                </a:cubicBezTo>
                <a:cubicBezTo>
                  <a:pt x="679636" y="115916"/>
                  <a:pt x="671108" y="118998"/>
                  <a:pt x="661205" y="118998"/>
                </a:cubicBezTo>
                <a:cubicBezTo>
                  <a:pt x="655022" y="118998"/>
                  <a:pt x="649350" y="117570"/>
                  <a:pt x="644188" y="114715"/>
                </a:cubicBezTo>
                <a:cubicBezTo>
                  <a:pt x="639027" y="111859"/>
                  <a:pt x="635097" y="107706"/>
                  <a:pt x="632399" y="102257"/>
                </a:cubicBezTo>
                <a:cubicBezTo>
                  <a:pt x="629700" y="96807"/>
                  <a:pt x="628351" y="90598"/>
                  <a:pt x="628351" y="83629"/>
                </a:cubicBezTo>
                <a:cubicBezTo>
                  <a:pt x="628351" y="74511"/>
                  <a:pt x="630460" y="65669"/>
                  <a:pt x="634678" y="57102"/>
                </a:cubicBezTo>
                <a:cubicBezTo>
                  <a:pt x="638896" y="48535"/>
                  <a:pt x="644359" y="42168"/>
                  <a:pt x="651066" y="38002"/>
                </a:cubicBezTo>
                <a:cubicBezTo>
                  <a:pt x="657773" y="33837"/>
                  <a:pt x="665030" y="31754"/>
                  <a:pt x="672838" y="31754"/>
                </a:cubicBezTo>
                <a:cubicBezTo>
                  <a:pt x="682793" y="31754"/>
                  <a:pt x="690745" y="34845"/>
                  <a:pt x="696692" y="41028"/>
                </a:cubicBezTo>
                <a:cubicBezTo>
                  <a:pt x="702640" y="47212"/>
                  <a:pt x="705613" y="55648"/>
                  <a:pt x="705613" y="66337"/>
                </a:cubicBezTo>
                <a:cubicBezTo>
                  <a:pt x="705613" y="70424"/>
                  <a:pt x="705246" y="74616"/>
                  <a:pt x="704513" y="78913"/>
                </a:cubicBezTo>
                <a:lnTo>
                  <a:pt x="643049" y="78913"/>
                </a:lnTo>
                <a:cubicBezTo>
                  <a:pt x="642839" y="80537"/>
                  <a:pt x="642734" y="82004"/>
                  <a:pt x="642734" y="83314"/>
                </a:cubicBezTo>
                <a:cubicBezTo>
                  <a:pt x="642734" y="91122"/>
                  <a:pt x="644529" y="97082"/>
                  <a:pt x="648118" y="101196"/>
                </a:cubicBezTo>
                <a:cubicBezTo>
                  <a:pt x="651708" y="105309"/>
                  <a:pt x="656096" y="107366"/>
                  <a:pt x="661284" y="107366"/>
                </a:cubicBezTo>
                <a:cubicBezTo>
                  <a:pt x="666157" y="107366"/>
                  <a:pt x="670951" y="105788"/>
                  <a:pt x="675667" y="102633"/>
                </a:cubicBezTo>
                <a:cubicBezTo>
                  <a:pt x="680383" y="99475"/>
                  <a:pt x="684051" y="94922"/>
                  <a:pt x="686671" y="88974"/>
                </a:cubicBezTo>
                <a:moveTo>
                  <a:pt x="645328" y="67909"/>
                </a:moveTo>
                <a:lnTo>
                  <a:pt x="692173" y="67909"/>
                </a:lnTo>
                <a:cubicBezTo>
                  <a:pt x="692225" y="66447"/>
                  <a:pt x="692251" y="65402"/>
                  <a:pt x="692251" y="64775"/>
                </a:cubicBezTo>
                <a:cubicBezTo>
                  <a:pt x="692251" y="57672"/>
                  <a:pt x="690470" y="52226"/>
                  <a:pt x="686907" y="48439"/>
                </a:cubicBezTo>
                <a:cubicBezTo>
                  <a:pt x="683344" y="44651"/>
                  <a:pt x="678759" y="42758"/>
                  <a:pt x="673152" y="42758"/>
                </a:cubicBezTo>
                <a:cubicBezTo>
                  <a:pt x="667074" y="42758"/>
                  <a:pt x="661532" y="44847"/>
                  <a:pt x="656528" y="49026"/>
                </a:cubicBezTo>
                <a:cubicBezTo>
                  <a:pt x="651524" y="53205"/>
                  <a:pt x="647791" y="59499"/>
                  <a:pt x="645328" y="67909"/>
                </a:cubicBezTo>
                <a:close/>
                <a:moveTo>
                  <a:pt x="716199" y="88659"/>
                </a:moveTo>
                <a:lnTo>
                  <a:pt x="730426" y="87716"/>
                </a:lnTo>
                <a:cubicBezTo>
                  <a:pt x="730426" y="91803"/>
                  <a:pt x="731055" y="95288"/>
                  <a:pt x="732312" y="98170"/>
                </a:cubicBezTo>
                <a:cubicBezTo>
                  <a:pt x="733570" y="101052"/>
                  <a:pt x="735888" y="103409"/>
                  <a:pt x="739268" y="105243"/>
                </a:cubicBezTo>
                <a:cubicBezTo>
                  <a:pt x="742648" y="107077"/>
                  <a:pt x="746591" y="107994"/>
                  <a:pt x="751097" y="107994"/>
                </a:cubicBezTo>
                <a:cubicBezTo>
                  <a:pt x="757385" y="107994"/>
                  <a:pt x="762101" y="106737"/>
                  <a:pt x="765245" y="104222"/>
                </a:cubicBezTo>
                <a:cubicBezTo>
                  <a:pt x="768389" y="101707"/>
                  <a:pt x="769961" y="98746"/>
                  <a:pt x="769961" y="95340"/>
                </a:cubicBezTo>
                <a:cubicBezTo>
                  <a:pt x="769961" y="92877"/>
                  <a:pt x="769018" y="90546"/>
                  <a:pt x="767131" y="88345"/>
                </a:cubicBezTo>
                <a:cubicBezTo>
                  <a:pt x="765193" y="86144"/>
                  <a:pt x="760463" y="83432"/>
                  <a:pt x="752944" y="80210"/>
                </a:cubicBezTo>
                <a:cubicBezTo>
                  <a:pt x="745425" y="76987"/>
                  <a:pt x="740617" y="74721"/>
                  <a:pt x="738521" y="73411"/>
                </a:cubicBezTo>
                <a:cubicBezTo>
                  <a:pt x="735011" y="71263"/>
                  <a:pt x="732365" y="68734"/>
                  <a:pt x="730583" y="65826"/>
                </a:cubicBezTo>
                <a:cubicBezTo>
                  <a:pt x="728801" y="62918"/>
                  <a:pt x="727911" y="59578"/>
                  <a:pt x="727911" y="55805"/>
                </a:cubicBezTo>
                <a:cubicBezTo>
                  <a:pt x="727911" y="49203"/>
                  <a:pt x="730531" y="43544"/>
                  <a:pt x="735770" y="38828"/>
                </a:cubicBezTo>
                <a:cubicBezTo>
                  <a:pt x="741010" y="34112"/>
                  <a:pt x="748346" y="31754"/>
                  <a:pt x="757778" y="31754"/>
                </a:cubicBezTo>
                <a:cubicBezTo>
                  <a:pt x="768258" y="31754"/>
                  <a:pt x="776236" y="34177"/>
                  <a:pt x="781711" y="39024"/>
                </a:cubicBezTo>
                <a:cubicBezTo>
                  <a:pt x="787187" y="43871"/>
                  <a:pt x="790030" y="50251"/>
                  <a:pt x="790239" y="58163"/>
                </a:cubicBezTo>
                <a:lnTo>
                  <a:pt x="776327" y="59106"/>
                </a:lnTo>
                <a:cubicBezTo>
                  <a:pt x="776118" y="54076"/>
                  <a:pt x="774336" y="50093"/>
                  <a:pt x="770983" y="47159"/>
                </a:cubicBezTo>
                <a:cubicBezTo>
                  <a:pt x="767629" y="44225"/>
                  <a:pt x="762887" y="42758"/>
                  <a:pt x="756756" y="42758"/>
                </a:cubicBezTo>
                <a:cubicBezTo>
                  <a:pt x="751831" y="42758"/>
                  <a:pt x="748006" y="43884"/>
                  <a:pt x="745281" y="46137"/>
                </a:cubicBezTo>
                <a:cubicBezTo>
                  <a:pt x="742556" y="48391"/>
                  <a:pt x="741194" y="50827"/>
                  <a:pt x="741194" y="53447"/>
                </a:cubicBezTo>
                <a:cubicBezTo>
                  <a:pt x="741194" y="56067"/>
                  <a:pt x="742373" y="58373"/>
                  <a:pt x="744731" y="60364"/>
                </a:cubicBezTo>
                <a:cubicBezTo>
                  <a:pt x="746303" y="61726"/>
                  <a:pt x="750364" y="63822"/>
                  <a:pt x="756913" y="66652"/>
                </a:cubicBezTo>
                <a:cubicBezTo>
                  <a:pt x="767812" y="71367"/>
                  <a:pt x="774677" y="75088"/>
                  <a:pt x="777506" y="77813"/>
                </a:cubicBezTo>
                <a:cubicBezTo>
                  <a:pt x="782013" y="82162"/>
                  <a:pt x="784266" y="87454"/>
                  <a:pt x="784266" y="93689"/>
                </a:cubicBezTo>
                <a:cubicBezTo>
                  <a:pt x="784266" y="97829"/>
                  <a:pt x="782995" y="101890"/>
                  <a:pt x="780454" y="105872"/>
                </a:cubicBezTo>
                <a:cubicBezTo>
                  <a:pt x="777912" y="109855"/>
                  <a:pt x="774035" y="113038"/>
                  <a:pt x="768821" y="115422"/>
                </a:cubicBezTo>
                <a:cubicBezTo>
                  <a:pt x="763607" y="117806"/>
                  <a:pt x="757464" y="118998"/>
                  <a:pt x="750390" y="118998"/>
                </a:cubicBezTo>
                <a:cubicBezTo>
                  <a:pt x="740748" y="118998"/>
                  <a:pt x="732548" y="116621"/>
                  <a:pt x="725788" y="111865"/>
                </a:cubicBezTo>
                <a:cubicBezTo>
                  <a:pt x="719029" y="107109"/>
                  <a:pt x="715833" y="99373"/>
                  <a:pt x="716199" y="88659"/>
                </a:cubicBezTo>
                <a:close/>
                <a:moveTo>
                  <a:pt x="828595" y="105548"/>
                </a:moveTo>
                <a:lnTo>
                  <a:pt x="826237" y="117181"/>
                </a:lnTo>
                <a:cubicBezTo>
                  <a:pt x="822831" y="118078"/>
                  <a:pt x="819530" y="118527"/>
                  <a:pt x="816334" y="118527"/>
                </a:cubicBezTo>
                <a:cubicBezTo>
                  <a:pt x="810675" y="118527"/>
                  <a:pt x="806169" y="117138"/>
                  <a:pt x="802815" y="114361"/>
                </a:cubicBezTo>
                <a:cubicBezTo>
                  <a:pt x="800300" y="112265"/>
                  <a:pt x="799042" y="109409"/>
                  <a:pt x="799042" y="105794"/>
                </a:cubicBezTo>
                <a:cubicBezTo>
                  <a:pt x="799042" y="103960"/>
                  <a:pt x="799723" y="99742"/>
                  <a:pt x="801086" y="93139"/>
                </a:cubicBezTo>
                <a:lnTo>
                  <a:pt x="811225" y="44644"/>
                </a:lnTo>
                <a:lnTo>
                  <a:pt x="799985" y="44644"/>
                </a:lnTo>
                <a:lnTo>
                  <a:pt x="802265" y="33640"/>
                </a:lnTo>
                <a:lnTo>
                  <a:pt x="813504" y="33640"/>
                </a:lnTo>
                <a:lnTo>
                  <a:pt x="817827" y="13126"/>
                </a:lnTo>
                <a:lnTo>
                  <a:pt x="834097" y="3301"/>
                </a:lnTo>
                <a:lnTo>
                  <a:pt x="827731" y="33640"/>
                </a:lnTo>
                <a:lnTo>
                  <a:pt x="841721" y="33640"/>
                </a:lnTo>
                <a:lnTo>
                  <a:pt x="839363" y="44644"/>
                </a:lnTo>
                <a:lnTo>
                  <a:pt x="825451" y="44644"/>
                </a:lnTo>
                <a:lnTo>
                  <a:pt x="815784" y="90722"/>
                </a:lnTo>
                <a:cubicBezTo>
                  <a:pt x="814579" y="96585"/>
                  <a:pt x="813976" y="100091"/>
                  <a:pt x="813976" y="101242"/>
                </a:cubicBezTo>
                <a:cubicBezTo>
                  <a:pt x="813976" y="102916"/>
                  <a:pt x="814461" y="104198"/>
                  <a:pt x="815430" y="105089"/>
                </a:cubicBezTo>
                <a:cubicBezTo>
                  <a:pt x="816399" y="105978"/>
                  <a:pt x="817985" y="106422"/>
                  <a:pt x="820185" y="106422"/>
                </a:cubicBezTo>
                <a:cubicBezTo>
                  <a:pt x="823329" y="106422"/>
                  <a:pt x="826133" y="106131"/>
                  <a:pt x="828595" y="105548"/>
                </a:cubicBezTo>
                <a:close/>
                <a:moveTo>
                  <a:pt x="890821" y="79856"/>
                </a:moveTo>
                <a:lnTo>
                  <a:pt x="905912" y="78441"/>
                </a:lnTo>
                <a:lnTo>
                  <a:pt x="905755" y="82450"/>
                </a:lnTo>
                <a:cubicBezTo>
                  <a:pt x="905755" y="86904"/>
                  <a:pt x="906777" y="90978"/>
                  <a:pt x="908820" y="94672"/>
                </a:cubicBezTo>
                <a:cubicBezTo>
                  <a:pt x="910864" y="98366"/>
                  <a:pt x="914243" y="101222"/>
                  <a:pt x="918959" y="103239"/>
                </a:cubicBezTo>
                <a:cubicBezTo>
                  <a:pt x="923675" y="105257"/>
                  <a:pt x="929282" y="106265"/>
                  <a:pt x="935779" y="106265"/>
                </a:cubicBezTo>
                <a:cubicBezTo>
                  <a:pt x="945002" y="106265"/>
                  <a:pt x="952036" y="104246"/>
                  <a:pt x="956883" y="100208"/>
                </a:cubicBezTo>
                <a:cubicBezTo>
                  <a:pt x="961730" y="96170"/>
                  <a:pt x="964154" y="91556"/>
                  <a:pt x="964154" y="86365"/>
                </a:cubicBezTo>
                <a:cubicBezTo>
                  <a:pt x="964154" y="82746"/>
                  <a:pt x="962870" y="79443"/>
                  <a:pt x="960302" y="76454"/>
                </a:cubicBezTo>
                <a:cubicBezTo>
                  <a:pt x="957682" y="73523"/>
                  <a:pt x="950530" y="69546"/>
                  <a:pt x="938845" y="64522"/>
                </a:cubicBezTo>
                <a:cubicBezTo>
                  <a:pt x="929780" y="60597"/>
                  <a:pt x="923597" y="57588"/>
                  <a:pt x="920296" y="55495"/>
                </a:cubicBezTo>
                <a:cubicBezTo>
                  <a:pt x="915108" y="52094"/>
                  <a:pt x="911283" y="48392"/>
                  <a:pt x="908820" y="44389"/>
                </a:cubicBezTo>
                <a:cubicBezTo>
                  <a:pt x="906357" y="40385"/>
                  <a:pt x="905126" y="35819"/>
                  <a:pt x="905126" y="30690"/>
                </a:cubicBezTo>
                <a:cubicBezTo>
                  <a:pt x="905126" y="24777"/>
                  <a:pt x="906750" y="19440"/>
                  <a:pt x="909999" y="14678"/>
                </a:cubicBezTo>
                <a:cubicBezTo>
                  <a:pt x="913248" y="9917"/>
                  <a:pt x="918003" y="6280"/>
                  <a:pt x="924265" y="3768"/>
                </a:cubicBezTo>
                <a:cubicBezTo>
                  <a:pt x="930526" y="1256"/>
                  <a:pt x="937587" y="0"/>
                  <a:pt x="945447" y="0"/>
                </a:cubicBezTo>
                <a:cubicBezTo>
                  <a:pt x="954827" y="0"/>
                  <a:pt x="962739" y="1572"/>
                  <a:pt x="969184" y="4716"/>
                </a:cubicBezTo>
                <a:cubicBezTo>
                  <a:pt x="975629" y="7860"/>
                  <a:pt x="980306" y="12052"/>
                  <a:pt x="983214" y="17292"/>
                </a:cubicBezTo>
                <a:cubicBezTo>
                  <a:pt x="986122" y="22532"/>
                  <a:pt x="987576" y="27536"/>
                  <a:pt x="987576" y="32304"/>
                </a:cubicBezTo>
                <a:cubicBezTo>
                  <a:pt x="987576" y="32776"/>
                  <a:pt x="987550" y="33562"/>
                  <a:pt x="987497" y="34662"/>
                </a:cubicBezTo>
                <a:lnTo>
                  <a:pt x="972642" y="35841"/>
                </a:lnTo>
                <a:cubicBezTo>
                  <a:pt x="972642" y="32581"/>
                  <a:pt x="972354" y="30030"/>
                  <a:pt x="971778" y="28190"/>
                </a:cubicBezTo>
                <a:cubicBezTo>
                  <a:pt x="970730" y="24984"/>
                  <a:pt x="969105" y="22277"/>
                  <a:pt x="966905" y="20070"/>
                </a:cubicBezTo>
                <a:cubicBezTo>
                  <a:pt x="964704" y="17861"/>
                  <a:pt x="961678" y="16086"/>
                  <a:pt x="957826" y="14745"/>
                </a:cubicBezTo>
                <a:cubicBezTo>
                  <a:pt x="953975" y="13404"/>
                  <a:pt x="949665" y="12733"/>
                  <a:pt x="944897" y="12733"/>
                </a:cubicBezTo>
                <a:cubicBezTo>
                  <a:pt x="936513" y="12733"/>
                  <a:pt x="929989" y="14620"/>
                  <a:pt x="925326" y="18395"/>
                </a:cubicBezTo>
                <a:cubicBezTo>
                  <a:pt x="921763" y="21280"/>
                  <a:pt x="919981" y="25107"/>
                  <a:pt x="919981" y="29877"/>
                </a:cubicBezTo>
                <a:cubicBezTo>
                  <a:pt x="919981" y="32708"/>
                  <a:pt x="920715" y="35238"/>
                  <a:pt x="922182" y="37467"/>
                </a:cubicBezTo>
                <a:cubicBezTo>
                  <a:pt x="923649" y="39696"/>
                  <a:pt x="926295" y="41885"/>
                  <a:pt x="930120" y="44035"/>
                </a:cubicBezTo>
                <a:cubicBezTo>
                  <a:pt x="932845" y="45553"/>
                  <a:pt x="939316" y="48562"/>
                  <a:pt x="949534" y="53061"/>
                </a:cubicBezTo>
                <a:cubicBezTo>
                  <a:pt x="957813" y="56724"/>
                  <a:pt x="963525" y="59603"/>
                  <a:pt x="966669" y="61697"/>
                </a:cubicBezTo>
                <a:cubicBezTo>
                  <a:pt x="970861" y="64471"/>
                  <a:pt x="974083" y="67834"/>
                  <a:pt x="976336" y="71785"/>
                </a:cubicBezTo>
                <a:cubicBezTo>
                  <a:pt x="978589" y="75735"/>
                  <a:pt x="979716" y="80221"/>
                  <a:pt x="979716" y="85245"/>
                </a:cubicBezTo>
                <a:cubicBezTo>
                  <a:pt x="979716" y="91472"/>
                  <a:pt x="977817" y="97216"/>
                  <a:pt x="974018" y="102475"/>
                </a:cubicBezTo>
                <a:cubicBezTo>
                  <a:pt x="970219" y="107735"/>
                  <a:pt x="964966" y="111804"/>
                  <a:pt x="958259" y="114683"/>
                </a:cubicBezTo>
                <a:cubicBezTo>
                  <a:pt x="951552" y="117560"/>
                  <a:pt x="943875" y="118998"/>
                  <a:pt x="935229" y="118998"/>
                </a:cubicBezTo>
                <a:cubicBezTo>
                  <a:pt x="922182" y="118998"/>
                  <a:pt x="911532" y="116161"/>
                  <a:pt x="903279" y="110487"/>
                </a:cubicBezTo>
                <a:cubicBezTo>
                  <a:pt x="895026" y="104814"/>
                  <a:pt x="890874" y="94603"/>
                  <a:pt x="890821" y="79856"/>
                </a:cubicBezTo>
                <a:close/>
                <a:moveTo>
                  <a:pt x="1053521" y="88974"/>
                </a:moveTo>
                <a:lnTo>
                  <a:pt x="1067355" y="90231"/>
                </a:lnTo>
                <a:cubicBezTo>
                  <a:pt x="1065364" y="97077"/>
                  <a:pt x="1060792" y="103584"/>
                  <a:pt x="1053639" y="109751"/>
                </a:cubicBezTo>
                <a:cubicBezTo>
                  <a:pt x="1046487" y="115916"/>
                  <a:pt x="1037959" y="118998"/>
                  <a:pt x="1028055" y="118998"/>
                </a:cubicBezTo>
                <a:cubicBezTo>
                  <a:pt x="1021872" y="118998"/>
                  <a:pt x="1016200" y="117570"/>
                  <a:pt x="1011039" y="114715"/>
                </a:cubicBezTo>
                <a:cubicBezTo>
                  <a:pt x="1005878" y="111859"/>
                  <a:pt x="1001948" y="107706"/>
                  <a:pt x="999249" y="102257"/>
                </a:cubicBezTo>
                <a:cubicBezTo>
                  <a:pt x="996550" y="96807"/>
                  <a:pt x="995201" y="90598"/>
                  <a:pt x="995201" y="83629"/>
                </a:cubicBezTo>
                <a:cubicBezTo>
                  <a:pt x="995201" y="74511"/>
                  <a:pt x="997310" y="65669"/>
                  <a:pt x="1001528" y="57102"/>
                </a:cubicBezTo>
                <a:cubicBezTo>
                  <a:pt x="1005747" y="48535"/>
                  <a:pt x="1011209" y="42168"/>
                  <a:pt x="1017916" y="38002"/>
                </a:cubicBezTo>
                <a:cubicBezTo>
                  <a:pt x="1024623" y="33837"/>
                  <a:pt x="1031881" y="31754"/>
                  <a:pt x="1039688" y="31754"/>
                </a:cubicBezTo>
                <a:cubicBezTo>
                  <a:pt x="1049644" y="31754"/>
                  <a:pt x="1057595" y="34845"/>
                  <a:pt x="1063543" y="41028"/>
                </a:cubicBezTo>
                <a:cubicBezTo>
                  <a:pt x="1069490" y="47212"/>
                  <a:pt x="1072464" y="55648"/>
                  <a:pt x="1072464" y="66337"/>
                </a:cubicBezTo>
                <a:cubicBezTo>
                  <a:pt x="1072464" y="70424"/>
                  <a:pt x="1072097" y="74616"/>
                  <a:pt x="1071363" y="78913"/>
                </a:cubicBezTo>
                <a:lnTo>
                  <a:pt x="1009899" y="78913"/>
                </a:lnTo>
                <a:cubicBezTo>
                  <a:pt x="1009690" y="80537"/>
                  <a:pt x="1009585" y="82004"/>
                  <a:pt x="1009585" y="83314"/>
                </a:cubicBezTo>
                <a:cubicBezTo>
                  <a:pt x="1009585" y="91122"/>
                  <a:pt x="1011379" y="97082"/>
                  <a:pt x="1014969" y="101196"/>
                </a:cubicBezTo>
                <a:cubicBezTo>
                  <a:pt x="1018558" y="105309"/>
                  <a:pt x="1022946" y="107366"/>
                  <a:pt x="1028134" y="107366"/>
                </a:cubicBezTo>
                <a:cubicBezTo>
                  <a:pt x="1033007" y="107366"/>
                  <a:pt x="1037802" y="105788"/>
                  <a:pt x="1042518" y="102633"/>
                </a:cubicBezTo>
                <a:cubicBezTo>
                  <a:pt x="1047233" y="99475"/>
                  <a:pt x="1050901" y="94922"/>
                  <a:pt x="1053521" y="88974"/>
                </a:cubicBezTo>
                <a:moveTo>
                  <a:pt x="1012178" y="67909"/>
                </a:moveTo>
                <a:lnTo>
                  <a:pt x="1059023" y="67909"/>
                </a:lnTo>
                <a:cubicBezTo>
                  <a:pt x="1059076" y="66447"/>
                  <a:pt x="1059102" y="65402"/>
                  <a:pt x="1059102" y="64775"/>
                </a:cubicBezTo>
                <a:cubicBezTo>
                  <a:pt x="1059102" y="57672"/>
                  <a:pt x="1057320" y="52226"/>
                  <a:pt x="1053757" y="48439"/>
                </a:cubicBezTo>
                <a:cubicBezTo>
                  <a:pt x="1050194" y="44651"/>
                  <a:pt x="1045609" y="42758"/>
                  <a:pt x="1040002" y="42758"/>
                </a:cubicBezTo>
                <a:cubicBezTo>
                  <a:pt x="1033924" y="42758"/>
                  <a:pt x="1028383" y="44847"/>
                  <a:pt x="1023379" y="49026"/>
                </a:cubicBezTo>
                <a:cubicBezTo>
                  <a:pt x="1018375" y="53205"/>
                  <a:pt x="1014641" y="59499"/>
                  <a:pt x="1012178" y="67909"/>
                </a:cubicBezTo>
                <a:close/>
                <a:moveTo>
                  <a:pt x="1080613" y="117112"/>
                </a:moveTo>
                <a:lnTo>
                  <a:pt x="1104664" y="1886"/>
                </a:lnTo>
                <a:lnTo>
                  <a:pt x="1118891" y="1886"/>
                </a:lnTo>
                <a:lnTo>
                  <a:pt x="1094840" y="117112"/>
                </a:lnTo>
                <a:lnTo>
                  <a:pt x="1080613" y="117112"/>
                </a:lnTo>
                <a:close/>
                <a:moveTo>
                  <a:pt x="1178756" y="88974"/>
                </a:moveTo>
                <a:lnTo>
                  <a:pt x="1192589" y="90231"/>
                </a:lnTo>
                <a:cubicBezTo>
                  <a:pt x="1190598" y="97077"/>
                  <a:pt x="1186026" y="103584"/>
                  <a:pt x="1178874" y="109751"/>
                </a:cubicBezTo>
                <a:cubicBezTo>
                  <a:pt x="1171721" y="115916"/>
                  <a:pt x="1163193" y="118998"/>
                  <a:pt x="1153290" y="118998"/>
                </a:cubicBezTo>
                <a:cubicBezTo>
                  <a:pt x="1147107" y="118998"/>
                  <a:pt x="1141435" y="117570"/>
                  <a:pt x="1136273" y="114715"/>
                </a:cubicBezTo>
                <a:cubicBezTo>
                  <a:pt x="1131112" y="111859"/>
                  <a:pt x="1127182" y="107706"/>
                  <a:pt x="1124484" y="102257"/>
                </a:cubicBezTo>
                <a:cubicBezTo>
                  <a:pt x="1121785" y="96807"/>
                  <a:pt x="1120436" y="90598"/>
                  <a:pt x="1120436" y="83629"/>
                </a:cubicBezTo>
                <a:cubicBezTo>
                  <a:pt x="1120436" y="74511"/>
                  <a:pt x="1122545" y="65669"/>
                  <a:pt x="1126763" y="57102"/>
                </a:cubicBezTo>
                <a:cubicBezTo>
                  <a:pt x="1130981" y="48535"/>
                  <a:pt x="1136444" y="42168"/>
                  <a:pt x="1143151" y="38002"/>
                </a:cubicBezTo>
                <a:cubicBezTo>
                  <a:pt x="1149858" y="33837"/>
                  <a:pt x="1157115" y="31754"/>
                  <a:pt x="1164922" y="31754"/>
                </a:cubicBezTo>
                <a:cubicBezTo>
                  <a:pt x="1174878" y="31754"/>
                  <a:pt x="1182830" y="34845"/>
                  <a:pt x="1188777" y="41028"/>
                </a:cubicBezTo>
                <a:cubicBezTo>
                  <a:pt x="1194724" y="47212"/>
                  <a:pt x="1197698" y="55648"/>
                  <a:pt x="1197698" y="66337"/>
                </a:cubicBezTo>
                <a:cubicBezTo>
                  <a:pt x="1197698" y="70424"/>
                  <a:pt x="1197331" y="74616"/>
                  <a:pt x="1196598" y="78913"/>
                </a:cubicBezTo>
                <a:lnTo>
                  <a:pt x="1135134" y="78913"/>
                </a:lnTo>
                <a:cubicBezTo>
                  <a:pt x="1134924" y="80537"/>
                  <a:pt x="1134819" y="82004"/>
                  <a:pt x="1134819" y="83314"/>
                </a:cubicBezTo>
                <a:cubicBezTo>
                  <a:pt x="1134819" y="91122"/>
                  <a:pt x="1136614" y="97082"/>
                  <a:pt x="1140203" y="101196"/>
                </a:cubicBezTo>
                <a:cubicBezTo>
                  <a:pt x="1143793" y="105309"/>
                  <a:pt x="1148181" y="107366"/>
                  <a:pt x="1153369" y="107366"/>
                </a:cubicBezTo>
                <a:cubicBezTo>
                  <a:pt x="1158242" y="107366"/>
                  <a:pt x="1163036" y="105788"/>
                  <a:pt x="1167752" y="102633"/>
                </a:cubicBezTo>
                <a:cubicBezTo>
                  <a:pt x="1172468" y="99475"/>
                  <a:pt x="1176136" y="94922"/>
                  <a:pt x="1178756" y="88974"/>
                </a:cubicBezTo>
                <a:moveTo>
                  <a:pt x="1137413" y="67909"/>
                </a:moveTo>
                <a:lnTo>
                  <a:pt x="1184258" y="67909"/>
                </a:lnTo>
                <a:cubicBezTo>
                  <a:pt x="1184310" y="66447"/>
                  <a:pt x="1184336" y="65402"/>
                  <a:pt x="1184336" y="64775"/>
                </a:cubicBezTo>
                <a:cubicBezTo>
                  <a:pt x="1184336" y="57672"/>
                  <a:pt x="1182555" y="52226"/>
                  <a:pt x="1178992" y="48439"/>
                </a:cubicBezTo>
                <a:cubicBezTo>
                  <a:pt x="1175429" y="44651"/>
                  <a:pt x="1170844" y="42758"/>
                  <a:pt x="1165237" y="42758"/>
                </a:cubicBezTo>
                <a:cubicBezTo>
                  <a:pt x="1159159" y="42758"/>
                  <a:pt x="1153617" y="44847"/>
                  <a:pt x="1148613" y="49026"/>
                </a:cubicBezTo>
                <a:cubicBezTo>
                  <a:pt x="1143609" y="53205"/>
                  <a:pt x="1139876" y="59499"/>
                  <a:pt x="1137413" y="67909"/>
                </a:cubicBezTo>
                <a:close/>
                <a:moveTo>
                  <a:pt x="1264561" y="86616"/>
                </a:moveTo>
                <a:lnTo>
                  <a:pt x="1278787" y="88188"/>
                </a:lnTo>
                <a:cubicBezTo>
                  <a:pt x="1275224" y="98615"/>
                  <a:pt x="1270154" y="106357"/>
                  <a:pt x="1263578" y="111413"/>
                </a:cubicBezTo>
                <a:cubicBezTo>
                  <a:pt x="1257002" y="116470"/>
                  <a:pt x="1249522" y="118998"/>
                  <a:pt x="1241139" y="118998"/>
                </a:cubicBezTo>
                <a:cubicBezTo>
                  <a:pt x="1232073" y="118998"/>
                  <a:pt x="1224725" y="116064"/>
                  <a:pt x="1219092" y="110195"/>
                </a:cubicBezTo>
                <a:cubicBezTo>
                  <a:pt x="1213459" y="104326"/>
                  <a:pt x="1210642" y="96126"/>
                  <a:pt x="1210642" y="85594"/>
                </a:cubicBezTo>
                <a:cubicBezTo>
                  <a:pt x="1210642" y="76476"/>
                  <a:pt x="1212450" y="67516"/>
                  <a:pt x="1216066" y="58713"/>
                </a:cubicBezTo>
                <a:cubicBezTo>
                  <a:pt x="1219681" y="49910"/>
                  <a:pt x="1224856" y="43216"/>
                  <a:pt x="1231589" y="38631"/>
                </a:cubicBezTo>
                <a:cubicBezTo>
                  <a:pt x="1238322" y="34046"/>
                  <a:pt x="1246012" y="31754"/>
                  <a:pt x="1254657" y="31754"/>
                </a:cubicBezTo>
                <a:cubicBezTo>
                  <a:pt x="1263618" y="31754"/>
                  <a:pt x="1270718" y="34282"/>
                  <a:pt x="1275958" y="39339"/>
                </a:cubicBezTo>
                <a:cubicBezTo>
                  <a:pt x="1281198" y="44395"/>
                  <a:pt x="1283818" y="51089"/>
                  <a:pt x="1283818" y="59421"/>
                </a:cubicBezTo>
                <a:lnTo>
                  <a:pt x="1269827" y="60364"/>
                </a:lnTo>
                <a:cubicBezTo>
                  <a:pt x="1269775" y="55096"/>
                  <a:pt x="1268242" y="50976"/>
                  <a:pt x="1265229" y="48004"/>
                </a:cubicBezTo>
                <a:cubicBezTo>
                  <a:pt x="1262216" y="45030"/>
                  <a:pt x="1258247" y="43544"/>
                  <a:pt x="1253321" y="43544"/>
                </a:cubicBezTo>
                <a:cubicBezTo>
                  <a:pt x="1247610" y="43544"/>
                  <a:pt x="1242658" y="45350"/>
                  <a:pt x="1238466" y="48962"/>
                </a:cubicBezTo>
                <a:cubicBezTo>
                  <a:pt x="1234274" y="52573"/>
                  <a:pt x="1230986" y="58055"/>
                  <a:pt x="1228602" y="65409"/>
                </a:cubicBezTo>
                <a:cubicBezTo>
                  <a:pt x="1226218" y="72761"/>
                  <a:pt x="1225026" y="79839"/>
                  <a:pt x="1225026" y="86643"/>
                </a:cubicBezTo>
                <a:cubicBezTo>
                  <a:pt x="1225026" y="93759"/>
                  <a:pt x="1226598" y="99097"/>
                  <a:pt x="1229742" y="102657"/>
                </a:cubicBezTo>
                <a:cubicBezTo>
                  <a:pt x="1232886" y="106215"/>
                  <a:pt x="1236763" y="107994"/>
                  <a:pt x="1241374" y="107994"/>
                </a:cubicBezTo>
                <a:cubicBezTo>
                  <a:pt x="1245985" y="107994"/>
                  <a:pt x="1250400" y="106232"/>
                  <a:pt x="1254618" y="102709"/>
                </a:cubicBezTo>
                <a:cubicBezTo>
                  <a:pt x="1258836" y="99185"/>
                  <a:pt x="1262151" y="93820"/>
                  <a:pt x="1264561" y="86616"/>
                </a:cubicBezTo>
                <a:close/>
                <a:moveTo>
                  <a:pt x="1320680" y="105548"/>
                </a:moveTo>
                <a:lnTo>
                  <a:pt x="1318322" y="117181"/>
                </a:lnTo>
                <a:cubicBezTo>
                  <a:pt x="1314916" y="118078"/>
                  <a:pt x="1311615" y="118527"/>
                  <a:pt x="1308419" y="118527"/>
                </a:cubicBezTo>
                <a:cubicBezTo>
                  <a:pt x="1302760" y="118527"/>
                  <a:pt x="1298253" y="117138"/>
                  <a:pt x="1294900" y="114361"/>
                </a:cubicBezTo>
                <a:cubicBezTo>
                  <a:pt x="1292385" y="112265"/>
                  <a:pt x="1291127" y="109409"/>
                  <a:pt x="1291127" y="105794"/>
                </a:cubicBezTo>
                <a:cubicBezTo>
                  <a:pt x="1291127" y="103960"/>
                  <a:pt x="1291808" y="99742"/>
                  <a:pt x="1293171" y="93139"/>
                </a:cubicBezTo>
                <a:lnTo>
                  <a:pt x="1303310" y="44644"/>
                </a:lnTo>
                <a:lnTo>
                  <a:pt x="1292070" y="44644"/>
                </a:lnTo>
                <a:lnTo>
                  <a:pt x="1294350" y="33640"/>
                </a:lnTo>
                <a:lnTo>
                  <a:pt x="1305589" y="33640"/>
                </a:lnTo>
                <a:lnTo>
                  <a:pt x="1309912" y="13126"/>
                </a:lnTo>
                <a:lnTo>
                  <a:pt x="1326182" y="3301"/>
                </a:lnTo>
                <a:lnTo>
                  <a:pt x="1319816" y="33640"/>
                </a:lnTo>
                <a:lnTo>
                  <a:pt x="1333806" y="33640"/>
                </a:lnTo>
                <a:lnTo>
                  <a:pt x="1331448" y="44644"/>
                </a:lnTo>
                <a:lnTo>
                  <a:pt x="1317536" y="44644"/>
                </a:lnTo>
                <a:lnTo>
                  <a:pt x="1307869" y="90722"/>
                </a:lnTo>
                <a:cubicBezTo>
                  <a:pt x="1306664" y="96585"/>
                  <a:pt x="1306061" y="100091"/>
                  <a:pt x="1306061" y="101242"/>
                </a:cubicBezTo>
                <a:cubicBezTo>
                  <a:pt x="1306061" y="102916"/>
                  <a:pt x="1306546" y="104198"/>
                  <a:pt x="1307515" y="105089"/>
                </a:cubicBezTo>
                <a:cubicBezTo>
                  <a:pt x="1308484" y="105978"/>
                  <a:pt x="1310069" y="106422"/>
                  <a:pt x="1312270" y="106422"/>
                </a:cubicBezTo>
                <a:cubicBezTo>
                  <a:pt x="1315414" y="106422"/>
                  <a:pt x="1318218" y="106131"/>
                  <a:pt x="1320680" y="105548"/>
                </a:cubicBezTo>
                <a:close/>
                <a:moveTo>
                  <a:pt x="1352382" y="18078"/>
                </a:moveTo>
                <a:lnTo>
                  <a:pt x="1355762" y="1886"/>
                </a:lnTo>
                <a:lnTo>
                  <a:pt x="1369910" y="1886"/>
                </a:lnTo>
                <a:lnTo>
                  <a:pt x="1366530" y="18078"/>
                </a:lnTo>
                <a:lnTo>
                  <a:pt x="1352382" y="18078"/>
                </a:lnTo>
                <a:moveTo>
                  <a:pt x="1331632" y="117112"/>
                </a:moveTo>
                <a:lnTo>
                  <a:pt x="1349081" y="33640"/>
                </a:lnTo>
                <a:lnTo>
                  <a:pt x="1363308" y="33640"/>
                </a:lnTo>
                <a:lnTo>
                  <a:pt x="1345859" y="117112"/>
                </a:lnTo>
                <a:lnTo>
                  <a:pt x="1331632" y="117112"/>
                </a:lnTo>
                <a:close/>
                <a:moveTo>
                  <a:pt x="1370433" y="85437"/>
                </a:moveTo>
                <a:cubicBezTo>
                  <a:pt x="1370433" y="69141"/>
                  <a:pt x="1375228" y="55648"/>
                  <a:pt x="1384817" y="44958"/>
                </a:cubicBezTo>
                <a:cubicBezTo>
                  <a:pt x="1392729" y="36155"/>
                  <a:pt x="1403104" y="31754"/>
                  <a:pt x="1415942" y="31754"/>
                </a:cubicBezTo>
                <a:cubicBezTo>
                  <a:pt x="1426002" y="31754"/>
                  <a:pt x="1434111" y="34898"/>
                  <a:pt x="1440268" y="41186"/>
                </a:cubicBezTo>
                <a:cubicBezTo>
                  <a:pt x="1446425" y="47474"/>
                  <a:pt x="1449503" y="55962"/>
                  <a:pt x="1449503" y="66652"/>
                </a:cubicBezTo>
                <a:cubicBezTo>
                  <a:pt x="1449503" y="76241"/>
                  <a:pt x="1447565" y="85162"/>
                  <a:pt x="1443687" y="93414"/>
                </a:cubicBezTo>
                <a:cubicBezTo>
                  <a:pt x="1439809" y="101667"/>
                  <a:pt x="1434294" y="107994"/>
                  <a:pt x="1427142" y="112396"/>
                </a:cubicBezTo>
                <a:cubicBezTo>
                  <a:pt x="1419990" y="116797"/>
                  <a:pt x="1412457" y="118998"/>
                  <a:pt x="1404545" y="118998"/>
                </a:cubicBezTo>
                <a:cubicBezTo>
                  <a:pt x="1398047" y="118998"/>
                  <a:pt x="1392139" y="117610"/>
                  <a:pt x="1386821" y="114832"/>
                </a:cubicBezTo>
                <a:cubicBezTo>
                  <a:pt x="1381502" y="112055"/>
                  <a:pt x="1377442" y="108125"/>
                  <a:pt x="1374638" y="103043"/>
                </a:cubicBezTo>
                <a:cubicBezTo>
                  <a:pt x="1371835" y="97960"/>
                  <a:pt x="1370433" y="92091"/>
                  <a:pt x="1370433" y="85437"/>
                </a:cubicBezTo>
                <a:moveTo>
                  <a:pt x="1384659" y="84022"/>
                </a:moveTo>
                <a:cubicBezTo>
                  <a:pt x="1384659" y="91882"/>
                  <a:pt x="1386546" y="97842"/>
                  <a:pt x="1390319" y="101903"/>
                </a:cubicBezTo>
                <a:cubicBezTo>
                  <a:pt x="1394091" y="105964"/>
                  <a:pt x="1398886" y="107994"/>
                  <a:pt x="1404702" y="107994"/>
                </a:cubicBezTo>
                <a:cubicBezTo>
                  <a:pt x="1407741" y="107994"/>
                  <a:pt x="1410754" y="107379"/>
                  <a:pt x="1413741" y="106147"/>
                </a:cubicBezTo>
                <a:cubicBezTo>
                  <a:pt x="1416728" y="104916"/>
                  <a:pt x="1419505" y="103043"/>
                  <a:pt x="1422072" y="100528"/>
                </a:cubicBezTo>
                <a:cubicBezTo>
                  <a:pt x="1424640" y="98012"/>
                  <a:pt x="1426828" y="95144"/>
                  <a:pt x="1428635" y="91921"/>
                </a:cubicBezTo>
                <a:cubicBezTo>
                  <a:pt x="1430443" y="88698"/>
                  <a:pt x="1431897" y="85227"/>
                  <a:pt x="1432998" y="81507"/>
                </a:cubicBezTo>
                <a:cubicBezTo>
                  <a:pt x="1434622" y="76319"/>
                  <a:pt x="1435434" y="71341"/>
                  <a:pt x="1435434" y="66573"/>
                </a:cubicBezTo>
                <a:cubicBezTo>
                  <a:pt x="1435434" y="59028"/>
                  <a:pt x="1433535" y="53172"/>
                  <a:pt x="1429736" y="49006"/>
                </a:cubicBezTo>
                <a:cubicBezTo>
                  <a:pt x="1425937" y="44840"/>
                  <a:pt x="1421155" y="42758"/>
                  <a:pt x="1415392" y="42758"/>
                </a:cubicBezTo>
                <a:cubicBezTo>
                  <a:pt x="1410938" y="42758"/>
                  <a:pt x="1406877" y="43819"/>
                  <a:pt x="1403209" y="45941"/>
                </a:cubicBezTo>
                <a:cubicBezTo>
                  <a:pt x="1399541" y="48063"/>
                  <a:pt x="1396227" y="51168"/>
                  <a:pt x="1393266" y="55255"/>
                </a:cubicBezTo>
                <a:cubicBezTo>
                  <a:pt x="1390305" y="59342"/>
                  <a:pt x="1388131" y="64097"/>
                  <a:pt x="1386742" y="69520"/>
                </a:cubicBezTo>
                <a:cubicBezTo>
                  <a:pt x="1385354" y="74944"/>
                  <a:pt x="1384659" y="79778"/>
                  <a:pt x="1384659" y="84022"/>
                </a:cubicBezTo>
                <a:close/>
                <a:moveTo>
                  <a:pt x="1457417" y="117112"/>
                </a:moveTo>
                <a:lnTo>
                  <a:pt x="1474866" y="33640"/>
                </a:lnTo>
                <a:lnTo>
                  <a:pt x="1487756" y="33640"/>
                </a:lnTo>
                <a:lnTo>
                  <a:pt x="1484691" y="48198"/>
                </a:lnTo>
                <a:cubicBezTo>
                  <a:pt x="1490298" y="42475"/>
                  <a:pt x="1495537" y="38304"/>
                  <a:pt x="1500411" y="35684"/>
                </a:cubicBezTo>
                <a:cubicBezTo>
                  <a:pt x="1505284" y="33064"/>
                  <a:pt x="1510262" y="31754"/>
                  <a:pt x="1515344" y="31754"/>
                </a:cubicBezTo>
                <a:cubicBezTo>
                  <a:pt x="1522104" y="31754"/>
                  <a:pt x="1527409" y="33589"/>
                  <a:pt x="1531261" y="37261"/>
                </a:cubicBezTo>
                <a:cubicBezTo>
                  <a:pt x="1535112" y="40932"/>
                  <a:pt x="1537038" y="45835"/>
                  <a:pt x="1537038" y="51971"/>
                </a:cubicBezTo>
                <a:cubicBezTo>
                  <a:pt x="1537038" y="55061"/>
                  <a:pt x="1536356" y="59932"/>
                  <a:pt x="1534994" y="66585"/>
                </a:cubicBezTo>
                <a:lnTo>
                  <a:pt x="1524383" y="117112"/>
                </a:lnTo>
                <a:lnTo>
                  <a:pt x="1510157" y="117112"/>
                </a:lnTo>
                <a:lnTo>
                  <a:pt x="1521239" y="64272"/>
                </a:lnTo>
                <a:cubicBezTo>
                  <a:pt x="1522340" y="59141"/>
                  <a:pt x="1522890" y="55346"/>
                  <a:pt x="1522890" y="52887"/>
                </a:cubicBezTo>
                <a:cubicBezTo>
                  <a:pt x="1522890" y="50113"/>
                  <a:pt x="1521933" y="47862"/>
                  <a:pt x="1520021" y="46135"/>
                </a:cubicBezTo>
                <a:cubicBezTo>
                  <a:pt x="1518108" y="44407"/>
                  <a:pt x="1515344" y="43544"/>
                  <a:pt x="1511729" y="43544"/>
                </a:cubicBezTo>
                <a:cubicBezTo>
                  <a:pt x="1504445" y="43544"/>
                  <a:pt x="1497961" y="46159"/>
                  <a:pt x="1492276" y="51389"/>
                </a:cubicBezTo>
                <a:cubicBezTo>
                  <a:pt x="1486590" y="56617"/>
                  <a:pt x="1482412" y="65585"/>
                  <a:pt x="1479739" y="78292"/>
                </a:cubicBezTo>
                <a:lnTo>
                  <a:pt x="1471644" y="117112"/>
                </a:lnTo>
                <a:lnTo>
                  <a:pt x="1457417" y="117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19F55-954D-4364-A4FC-377112F2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157" y="83323"/>
            <a:ext cx="2816969" cy="2548691"/>
          </a:xfrm>
          <a:custGeom xmlns:a="http://schemas.openxmlformats.org/drawingml/2006/main">
            <a:pathLst>
              <a:path w="2816969" h="2548691">
                <a:moveTo>
                  <a:pt x="0" y="2548691"/>
                </a:moveTo>
                <a:lnTo>
                  <a:pt x="2816969" y="2548691"/>
                </a:lnTo>
                <a:lnTo>
                  <a:pt x="2816969" y="0"/>
                </a:lnTo>
                <a:lnTo>
                  <a:pt x="0" y="0"/>
                </a:lnTo>
                <a:lnTo>
                  <a:pt x="0" y="25486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78AFE-D501-4650-9425-DAB30B5D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157" y="83323"/>
            <a:ext cx="2816969" cy="2548691"/>
          </a:xfrm>
          <a:custGeom xmlns:a="http://schemas.openxmlformats.org/drawingml/2006/main">
            <a:pathLst>
              <a:path w="2816969" h="2548691" fill="none">
                <a:moveTo>
                  <a:pt x="0" y="2548691"/>
                </a:moveTo>
                <a:lnTo>
                  <a:pt x="2816969" y="2548691"/>
                </a:lnTo>
                <a:lnTo>
                  <a:pt x="2816969" y="0"/>
                </a:lnTo>
                <a:lnTo>
                  <a:pt x="0" y="0"/>
                </a:lnTo>
                <a:lnTo>
                  <a:pt x="0" y="25486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" cap="flat">
            <a:solidFill>
              <a:srgbClr val="000000"/>
            </a:solidFill>
            <a:miter/>
          </a:ln>
        </p:spPr>
      </p:sp>
      <p:sp>
        <p:nvSpPr>
          <p:cNvPr id="11" name="Text Step3:PullRequestsClassif">
            <a:extLst xmlns:a="http://schemas.openxmlformats.org/drawingml/2006/main">
              <a:ext uri="{FF2B5EF4-FFF2-40B4-BE49-F238E27FC236}">
                <a16:creationId xmlns:a16="http://schemas.microsoft.com/office/drawing/2014/main" id="{5F5B03DC-D419-427A-A96B-3B4158FE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592" y="200956"/>
            <a:ext cx="2085108" cy="149180"/>
          </a:xfrm>
          <a:custGeom xmlns:a="http://schemas.openxmlformats.org/drawingml/2006/main">
            <a:pathLst>
              <a:path w="2085108" h="149180">
                <a:moveTo>
                  <a:pt x="0" y="79856"/>
                </a:moveTo>
                <a:lnTo>
                  <a:pt x="15091" y="78441"/>
                </a:lnTo>
                <a:lnTo>
                  <a:pt x="14934" y="82450"/>
                </a:lnTo>
                <a:cubicBezTo>
                  <a:pt x="14934" y="86904"/>
                  <a:pt x="15956" y="90978"/>
                  <a:pt x="17999" y="94672"/>
                </a:cubicBezTo>
                <a:cubicBezTo>
                  <a:pt x="20043" y="98366"/>
                  <a:pt x="23422" y="101222"/>
                  <a:pt x="28138" y="103239"/>
                </a:cubicBezTo>
                <a:cubicBezTo>
                  <a:pt x="32854" y="105257"/>
                  <a:pt x="38461" y="106265"/>
                  <a:pt x="44958" y="106265"/>
                </a:cubicBezTo>
                <a:cubicBezTo>
                  <a:pt x="54181" y="106265"/>
                  <a:pt x="61215" y="104246"/>
                  <a:pt x="66062" y="100208"/>
                </a:cubicBezTo>
                <a:cubicBezTo>
                  <a:pt x="70909" y="96170"/>
                  <a:pt x="73332" y="91556"/>
                  <a:pt x="73332" y="86365"/>
                </a:cubicBezTo>
                <a:cubicBezTo>
                  <a:pt x="73332" y="82746"/>
                  <a:pt x="72049" y="79443"/>
                  <a:pt x="69481" y="76454"/>
                </a:cubicBezTo>
                <a:cubicBezTo>
                  <a:pt x="66861" y="73523"/>
                  <a:pt x="59709" y="69546"/>
                  <a:pt x="48024" y="64522"/>
                </a:cubicBezTo>
                <a:cubicBezTo>
                  <a:pt x="38959" y="60597"/>
                  <a:pt x="32776" y="57588"/>
                  <a:pt x="29474" y="55495"/>
                </a:cubicBezTo>
                <a:cubicBezTo>
                  <a:pt x="24287" y="52094"/>
                  <a:pt x="20462" y="48392"/>
                  <a:pt x="17999" y="44389"/>
                </a:cubicBezTo>
                <a:cubicBezTo>
                  <a:pt x="15536" y="40385"/>
                  <a:pt x="14305" y="35819"/>
                  <a:pt x="14305" y="30690"/>
                </a:cubicBezTo>
                <a:cubicBezTo>
                  <a:pt x="14305" y="24777"/>
                  <a:pt x="15929" y="19440"/>
                  <a:pt x="19178" y="14678"/>
                </a:cubicBezTo>
                <a:cubicBezTo>
                  <a:pt x="22427" y="9917"/>
                  <a:pt x="27182" y="6280"/>
                  <a:pt x="33444" y="3768"/>
                </a:cubicBezTo>
                <a:cubicBezTo>
                  <a:pt x="39705" y="1256"/>
                  <a:pt x="46766" y="0"/>
                  <a:pt x="54626" y="0"/>
                </a:cubicBezTo>
                <a:cubicBezTo>
                  <a:pt x="64005" y="0"/>
                  <a:pt x="71918" y="1572"/>
                  <a:pt x="78363" y="4716"/>
                </a:cubicBezTo>
                <a:cubicBezTo>
                  <a:pt x="84808" y="7860"/>
                  <a:pt x="89484" y="12052"/>
                  <a:pt x="92393" y="17292"/>
                </a:cubicBezTo>
                <a:cubicBezTo>
                  <a:pt x="95301" y="22532"/>
                  <a:pt x="96755" y="27536"/>
                  <a:pt x="96755" y="32304"/>
                </a:cubicBezTo>
                <a:cubicBezTo>
                  <a:pt x="96755" y="32776"/>
                  <a:pt x="96729" y="33562"/>
                  <a:pt x="96676" y="34662"/>
                </a:cubicBezTo>
                <a:lnTo>
                  <a:pt x="81821" y="35841"/>
                </a:lnTo>
                <a:cubicBezTo>
                  <a:pt x="81821" y="32581"/>
                  <a:pt x="81533" y="30030"/>
                  <a:pt x="80957" y="28190"/>
                </a:cubicBezTo>
                <a:cubicBezTo>
                  <a:pt x="79909" y="24984"/>
                  <a:pt x="78284" y="22277"/>
                  <a:pt x="76083" y="20070"/>
                </a:cubicBezTo>
                <a:cubicBezTo>
                  <a:pt x="73883" y="17861"/>
                  <a:pt x="70857" y="16086"/>
                  <a:pt x="67005" y="14745"/>
                </a:cubicBezTo>
                <a:cubicBezTo>
                  <a:pt x="63154" y="13404"/>
                  <a:pt x="58844" y="12733"/>
                  <a:pt x="54076" y="12733"/>
                </a:cubicBezTo>
                <a:cubicBezTo>
                  <a:pt x="45692" y="12733"/>
                  <a:pt x="39168" y="14620"/>
                  <a:pt x="34505" y="18395"/>
                </a:cubicBezTo>
                <a:cubicBezTo>
                  <a:pt x="30942" y="21280"/>
                  <a:pt x="29160" y="25107"/>
                  <a:pt x="29160" y="29877"/>
                </a:cubicBezTo>
                <a:cubicBezTo>
                  <a:pt x="29160" y="32708"/>
                  <a:pt x="29894" y="35238"/>
                  <a:pt x="31361" y="37467"/>
                </a:cubicBezTo>
                <a:cubicBezTo>
                  <a:pt x="32828" y="39696"/>
                  <a:pt x="35474" y="41885"/>
                  <a:pt x="39299" y="44035"/>
                </a:cubicBezTo>
                <a:cubicBezTo>
                  <a:pt x="42024" y="45553"/>
                  <a:pt x="48495" y="48562"/>
                  <a:pt x="58713" y="53061"/>
                </a:cubicBezTo>
                <a:cubicBezTo>
                  <a:pt x="66992" y="56724"/>
                  <a:pt x="72704" y="59603"/>
                  <a:pt x="75848" y="61697"/>
                </a:cubicBezTo>
                <a:cubicBezTo>
                  <a:pt x="80040" y="64471"/>
                  <a:pt x="83262" y="67834"/>
                  <a:pt x="85515" y="71785"/>
                </a:cubicBezTo>
                <a:cubicBezTo>
                  <a:pt x="87768" y="75735"/>
                  <a:pt x="88895" y="80221"/>
                  <a:pt x="88895" y="85245"/>
                </a:cubicBezTo>
                <a:cubicBezTo>
                  <a:pt x="88895" y="91472"/>
                  <a:pt x="86996" y="97216"/>
                  <a:pt x="83197" y="102475"/>
                </a:cubicBezTo>
                <a:cubicBezTo>
                  <a:pt x="79398" y="107735"/>
                  <a:pt x="74145" y="111804"/>
                  <a:pt x="67438" y="114683"/>
                </a:cubicBezTo>
                <a:cubicBezTo>
                  <a:pt x="60730" y="117560"/>
                  <a:pt x="53054" y="118998"/>
                  <a:pt x="44408" y="118998"/>
                </a:cubicBezTo>
                <a:cubicBezTo>
                  <a:pt x="31361" y="118998"/>
                  <a:pt x="20711" y="116161"/>
                  <a:pt x="12458" y="110487"/>
                </a:cubicBezTo>
                <a:cubicBezTo>
                  <a:pt x="4205" y="104814"/>
                  <a:pt x="52" y="94603"/>
                  <a:pt x="0" y="79856"/>
                </a:cubicBezTo>
                <a:close/>
                <a:moveTo>
                  <a:pt x="134641" y="105548"/>
                </a:moveTo>
                <a:lnTo>
                  <a:pt x="132283" y="117181"/>
                </a:lnTo>
                <a:cubicBezTo>
                  <a:pt x="128877" y="118078"/>
                  <a:pt x="125576" y="118527"/>
                  <a:pt x="122380" y="118527"/>
                </a:cubicBezTo>
                <a:cubicBezTo>
                  <a:pt x="116721" y="118527"/>
                  <a:pt x="112214" y="117138"/>
                  <a:pt x="108861" y="114361"/>
                </a:cubicBezTo>
                <a:cubicBezTo>
                  <a:pt x="106346" y="112265"/>
                  <a:pt x="105088" y="109409"/>
                  <a:pt x="105088" y="105794"/>
                </a:cubicBezTo>
                <a:cubicBezTo>
                  <a:pt x="105088" y="103960"/>
                  <a:pt x="105769" y="99742"/>
                  <a:pt x="107132" y="93139"/>
                </a:cubicBezTo>
                <a:lnTo>
                  <a:pt x="117271" y="44644"/>
                </a:lnTo>
                <a:lnTo>
                  <a:pt x="106031" y="44644"/>
                </a:lnTo>
                <a:lnTo>
                  <a:pt x="108311" y="33640"/>
                </a:lnTo>
                <a:lnTo>
                  <a:pt x="119550" y="33640"/>
                </a:lnTo>
                <a:lnTo>
                  <a:pt x="123873" y="13126"/>
                </a:lnTo>
                <a:lnTo>
                  <a:pt x="140143" y="3301"/>
                </a:lnTo>
                <a:lnTo>
                  <a:pt x="133777" y="33640"/>
                </a:lnTo>
                <a:lnTo>
                  <a:pt x="147767" y="33640"/>
                </a:lnTo>
                <a:lnTo>
                  <a:pt x="145409" y="44644"/>
                </a:lnTo>
                <a:lnTo>
                  <a:pt x="131497" y="44644"/>
                </a:lnTo>
                <a:lnTo>
                  <a:pt x="121830" y="90722"/>
                </a:lnTo>
                <a:cubicBezTo>
                  <a:pt x="120624" y="96585"/>
                  <a:pt x="120022" y="100091"/>
                  <a:pt x="120022" y="101242"/>
                </a:cubicBezTo>
                <a:cubicBezTo>
                  <a:pt x="120022" y="102916"/>
                  <a:pt x="120506" y="104198"/>
                  <a:pt x="121476" y="105089"/>
                </a:cubicBezTo>
                <a:cubicBezTo>
                  <a:pt x="122445" y="105978"/>
                  <a:pt x="124030" y="106422"/>
                  <a:pt x="126231" y="106422"/>
                </a:cubicBezTo>
                <a:cubicBezTo>
                  <a:pt x="129375" y="106422"/>
                  <a:pt x="132178" y="106131"/>
                  <a:pt x="134641" y="105548"/>
                </a:cubicBezTo>
                <a:close/>
                <a:moveTo>
                  <a:pt x="207450" y="88974"/>
                </a:moveTo>
                <a:lnTo>
                  <a:pt x="221284" y="90231"/>
                </a:lnTo>
                <a:cubicBezTo>
                  <a:pt x="219293" y="97077"/>
                  <a:pt x="214721" y="103584"/>
                  <a:pt x="207568" y="109751"/>
                </a:cubicBezTo>
                <a:cubicBezTo>
                  <a:pt x="200416" y="115916"/>
                  <a:pt x="191888" y="118998"/>
                  <a:pt x="181984" y="118998"/>
                </a:cubicBezTo>
                <a:cubicBezTo>
                  <a:pt x="175801" y="118998"/>
                  <a:pt x="170129" y="117570"/>
                  <a:pt x="164968" y="114715"/>
                </a:cubicBezTo>
                <a:cubicBezTo>
                  <a:pt x="159807" y="111859"/>
                  <a:pt x="155877" y="107706"/>
                  <a:pt x="153178" y="102257"/>
                </a:cubicBezTo>
                <a:cubicBezTo>
                  <a:pt x="150480" y="96807"/>
                  <a:pt x="149130" y="90598"/>
                  <a:pt x="149130" y="83629"/>
                </a:cubicBezTo>
                <a:cubicBezTo>
                  <a:pt x="149130" y="74511"/>
                  <a:pt x="151239" y="65669"/>
                  <a:pt x="155457" y="57102"/>
                </a:cubicBezTo>
                <a:cubicBezTo>
                  <a:pt x="159676" y="48535"/>
                  <a:pt x="165138" y="42168"/>
                  <a:pt x="171845" y="38002"/>
                </a:cubicBezTo>
                <a:cubicBezTo>
                  <a:pt x="178552" y="33837"/>
                  <a:pt x="185810" y="31754"/>
                  <a:pt x="193617" y="31754"/>
                </a:cubicBezTo>
                <a:cubicBezTo>
                  <a:pt x="203573" y="31754"/>
                  <a:pt x="211524" y="34845"/>
                  <a:pt x="217472" y="41028"/>
                </a:cubicBezTo>
                <a:cubicBezTo>
                  <a:pt x="223419" y="47212"/>
                  <a:pt x="226393" y="55648"/>
                  <a:pt x="226393" y="66337"/>
                </a:cubicBezTo>
                <a:cubicBezTo>
                  <a:pt x="226393" y="70424"/>
                  <a:pt x="226026" y="74616"/>
                  <a:pt x="225292" y="78913"/>
                </a:cubicBezTo>
                <a:lnTo>
                  <a:pt x="163828" y="78913"/>
                </a:lnTo>
                <a:cubicBezTo>
                  <a:pt x="163619" y="80537"/>
                  <a:pt x="163514" y="82004"/>
                  <a:pt x="163514" y="83314"/>
                </a:cubicBezTo>
                <a:cubicBezTo>
                  <a:pt x="163514" y="91122"/>
                  <a:pt x="165308" y="97082"/>
                  <a:pt x="168898" y="101196"/>
                </a:cubicBezTo>
                <a:cubicBezTo>
                  <a:pt x="172487" y="105309"/>
                  <a:pt x="176876" y="107366"/>
                  <a:pt x="182063" y="107366"/>
                </a:cubicBezTo>
                <a:cubicBezTo>
                  <a:pt x="186936" y="107366"/>
                  <a:pt x="191731" y="105788"/>
                  <a:pt x="196447" y="102633"/>
                </a:cubicBezTo>
                <a:cubicBezTo>
                  <a:pt x="201163" y="99475"/>
                  <a:pt x="204830" y="94922"/>
                  <a:pt x="207450" y="88974"/>
                </a:cubicBezTo>
                <a:moveTo>
                  <a:pt x="166108" y="67909"/>
                </a:moveTo>
                <a:lnTo>
                  <a:pt x="212952" y="67909"/>
                </a:lnTo>
                <a:cubicBezTo>
                  <a:pt x="213005" y="66447"/>
                  <a:pt x="213031" y="65402"/>
                  <a:pt x="213031" y="64775"/>
                </a:cubicBezTo>
                <a:cubicBezTo>
                  <a:pt x="213031" y="57672"/>
                  <a:pt x="211249" y="52226"/>
                  <a:pt x="207686" y="48439"/>
                </a:cubicBezTo>
                <a:cubicBezTo>
                  <a:pt x="204123" y="44651"/>
                  <a:pt x="199538" y="42758"/>
                  <a:pt x="193931" y="42758"/>
                </a:cubicBezTo>
                <a:cubicBezTo>
                  <a:pt x="187853" y="42758"/>
                  <a:pt x="182312" y="44847"/>
                  <a:pt x="177308" y="49026"/>
                </a:cubicBezTo>
                <a:cubicBezTo>
                  <a:pt x="172304" y="53205"/>
                  <a:pt x="168570" y="59499"/>
                  <a:pt x="166108" y="67909"/>
                </a:cubicBezTo>
                <a:close/>
                <a:moveTo>
                  <a:pt x="228726" y="149180"/>
                </a:moveTo>
                <a:lnTo>
                  <a:pt x="252856" y="33640"/>
                </a:lnTo>
                <a:lnTo>
                  <a:pt x="265981" y="33640"/>
                </a:lnTo>
                <a:lnTo>
                  <a:pt x="263545" y="45273"/>
                </a:lnTo>
                <a:cubicBezTo>
                  <a:pt x="268418" y="40190"/>
                  <a:pt x="272780" y="36666"/>
                  <a:pt x="276632" y="34701"/>
                </a:cubicBezTo>
                <a:cubicBezTo>
                  <a:pt x="280483" y="32736"/>
                  <a:pt x="284557" y="31754"/>
                  <a:pt x="288854" y="31754"/>
                </a:cubicBezTo>
                <a:cubicBezTo>
                  <a:pt x="296818" y="31754"/>
                  <a:pt x="303421" y="34649"/>
                  <a:pt x="308660" y="40439"/>
                </a:cubicBezTo>
                <a:cubicBezTo>
                  <a:pt x="313900" y="46229"/>
                  <a:pt x="316520" y="54521"/>
                  <a:pt x="316520" y="65315"/>
                </a:cubicBezTo>
                <a:cubicBezTo>
                  <a:pt x="316520" y="74014"/>
                  <a:pt x="315079" y="81939"/>
                  <a:pt x="312197" y="89091"/>
                </a:cubicBezTo>
                <a:cubicBezTo>
                  <a:pt x="309315" y="96244"/>
                  <a:pt x="305779" y="101995"/>
                  <a:pt x="301587" y="106344"/>
                </a:cubicBezTo>
                <a:cubicBezTo>
                  <a:pt x="297395" y="110693"/>
                  <a:pt x="293150" y="113889"/>
                  <a:pt x="288854" y="115933"/>
                </a:cubicBezTo>
                <a:cubicBezTo>
                  <a:pt x="284557" y="117976"/>
                  <a:pt x="280155" y="118998"/>
                  <a:pt x="275649" y="118998"/>
                </a:cubicBezTo>
                <a:cubicBezTo>
                  <a:pt x="265641" y="118998"/>
                  <a:pt x="257886" y="113916"/>
                  <a:pt x="252384" y="103750"/>
                </a:cubicBezTo>
                <a:lnTo>
                  <a:pt x="242952" y="149180"/>
                </a:lnTo>
                <a:lnTo>
                  <a:pt x="228726" y="149180"/>
                </a:lnTo>
                <a:moveTo>
                  <a:pt x="256864" y="82985"/>
                </a:moveTo>
                <a:cubicBezTo>
                  <a:pt x="256864" y="89224"/>
                  <a:pt x="257309" y="93549"/>
                  <a:pt x="258200" y="95961"/>
                </a:cubicBezTo>
                <a:cubicBezTo>
                  <a:pt x="259510" y="99369"/>
                  <a:pt x="261659" y="102122"/>
                  <a:pt x="264645" y="104219"/>
                </a:cubicBezTo>
                <a:cubicBezTo>
                  <a:pt x="267632" y="106317"/>
                  <a:pt x="271090" y="107366"/>
                  <a:pt x="275020" y="107366"/>
                </a:cubicBezTo>
                <a:cubicBezTo>
                  <a:pt x="283195" y="107366"/>
                  <a:pt x="289797" y="102768"/>
                  <a:pt x="294827" y="93572"/>
                </a:cubicBezTo>
                <a:cubicBezTo>
                  <a:pt x="299857" y="84376"/>
                  <a:pt x="302373" y="74983"/>
                  <a:pt x="302373" y="65394"/>
                </a:cubicBezTo>
                <a:cubicBezTo>
                  <a:pt x="302373" y="58320"/>
                  <a:pt x="300683" y="52858"/>
                  <a:pt x="297303" y="49006"/>
                </a:cubicBezTo>
                <a:cubicBezTo>
                  <a:pt x="293923" y="45155"/>
                  <a:pt x="289718" y="43229"/>
                  <a:pt x="284688" y="43229"/>
                </a:cubicBezTo>
                <a:cubicBezTo>
                  <a:pt x="281072" y="43229"/>
                  <a:pt x="277719" y="44185"/>
                  <a:pt x="274627" y="46098"/>
                </a:cubicBezTo>
                <a:cubicBezTo>
                  <a:pt x="271536" y="48009"/>
                  <a:pt x="268667" y="50863"/>
                  <a:pt x="266021" y="54660"/>
                </a:cubicBezTo>
                <a:cubicBezTo>
                  <a:pt x="263375" y="58458"/>
                  <a:pt x="261187" y="63106"/>
                  <a:pt x="259458" y="68607"/>
                </a:cubicBezTo>
                <a:cubicBezTo>
                  <a:pt x="257729" y="74107"/>
                  <a:pt x="256864" y="78900"/>
                  <a:pt x="256864" y="82985"/>
                </a:cubicBezTo>
                <a:close/>
                <a:moveTo>
                  <a:pt x="373350" y="86773"/>
                </a:moveTo>
                <a:lnTo>
                  <a:pt x="387183" y="85044"/>
                </a:lnTo>
                <a:cubicBezTo>
                  <a:pt x="388231" y="93141"/>
                  <a:pt x="390550" y="98938"/>
                  <a:pt x="394139" y="102436"/>
                </a:cubicBezTo>
                <a:cubicBezTo>
                  <a:pt x="397728" y="105932"/>
                  <a:pt x="402431" y="107680"/>
                  <a:pt x="408248" y="107680"/>
                </a:cubicBezTo>
                <a:cubicBezTo>
                  <a:pt x="415269" y="107680"/>
                  <a:pt x="421334" y="105170"/>
                  <a:pt x="426443" y="100149"/>
                </a:cubicBezTo>
                <a:cubicBezTo>
                  <a:pt x="431552" y="95127"/>
                  <a:pt x="434107" y="89373"/>
                  <a:pt x="434107" y="82887"/>
                </a:cubicBezTo>
                <a:cubicBezTo>
                  <a:pt x="434107" y="77238"/>
                  <a:pt x="432194" y="72569"/>
                  <a:pt x="428369" y="68882"/>
                </a:cubicBezTo>
                <a:cubicBezTo>
                  <a:pt x="424544" y="65194"/>
                  <a:pt x="419409" y="63350"/>
                  <a:pt x="412963" y="63350"/>
                </a:cubicBezTo>
                <a:cubicBezTo>
                  <a:pt x="412230" y="63350"/>
                  <a:pt x="410710" y="63455"/>
                  <a:pt x="408405" y="63665"/>
                </a:cubicBezTo>
                <a:lnTo>
                  <a:pt x="410841" y="51720"/>
                </a:lnTo>
                <a:cubicBezTo>
                  <a:pt x="412204" y="51928"/>
                  <a:pt x="413514" y="52032"/>
                  <a:pt x="414771" y="52032"/>
                </a:cubicBezTo>
                <a:cubicBezTo>
                  <a:pt x="422893" y="52032"/>
                  <a:pt x="429142" y="50062"/>
                  <a:pt x="433517" y="46123"/>
                </a:cubicBezTo>
                <a:cubicBezTo>
                  <a:pt x="437892" y="42181"/>
                  <a:pt x="440080" y="37340"/>
                  <a:pt x="440080" y="31599"/>
                </a:cubicBezTo>
                <a:cubicBezTo>
                  <a:pt x="440080" y="26328"/>
                  <a:pt x="438285" y="21892"/>
                  <a:pt x="434696" y="18291"/>
                </a:cubicBezTo>
                <a:cubicBezTo>
                  <a:pt x="431107" y="14691"/>
                  <a:pt x="426718" y="12890"/>
                  <a:pt x="421531" y="12890"/>
                </a:cubicBezTo>
                <a:cubicBezTo>
                  <a:pt x="416448" y="12890"/>
                  <a:pt x="411876" y="14730"/>
                  <a:pt x="407815" y="18409"/>
                </a:cubicBezTo>
                <a:cubicBezTo>
                  <a:pt x="403754" y="22089"/>
                  <a:pt x="401148" y="27294"/>
                  <a:pt x="399995" y="34026"/>
                </a:cubicBezTo>
                <a:lnTo>
                  <a:pt x="386004" y="31209"/>
                </a:lnTo>
                <a:cubicBezTo>
                  <a:pt x="388310" y="21723"/>
                  <a:pt x="392737" y="14386"/>
                  <a:pt x="399287" y="9198"/>
                </a:cubicBezTo>
                <a:cubicBezTo>
                  <a:pt x="405837" y="4009"/>
                  <a:pt x="413592" y="1415"/>
                  <a:pt x="422553" y="1415"/>
                </a:cubicBezTo>
                <a:cubicBezTo>
                  <a:pt x="431984" y="1415"/>
                  <a:pt x="439622" y="4269"/>
                  <a:pt x="445464" y="9977"/>
                </a:cubicBezTo>
                <a:cubicBezTo>
                  <a:pt x="451306" y="15684"/>
                  <a:pt x="454228" y="22700"/>
                  <a:pt x="454228" y="31027"/>
                </a:cubicBezTo>
                <a:cubicBezTo>
                  <a:pt x="454228" y="37102"/>
                  <a:pt x="452643" y="42404"/>
                  <a:pt x="449473" y="46933"/>
                </a:cubicBezTo>
                <a:cubicBezTo>
                  <a:pt x="446302" y="51462"/>
                  <a:pt x="441547" y="55220"/>
                  <a:pt x="435207" y="58205"/>
                </a:cubicBezTo>
                <a:cubicBezTo>
                  <a:pt x="439713" y="60875"/>
                  <a:pt x="443080" y="64096"/>
                  <a:pt x="445307" y="67867"/>
                </a:cubicBezTo>
                <a:cubicBezTo>
                  <a:pt x="447534" y="71637"/>
                  <a:pt x="448647" y="75956"/>
                  <a:pt x="448647" y="80826"/>
                </a:cubicBezTo>
                <a:cubicBezTo>
                  <a:pt x="448647" y="91141"/>
                  <a:pt x="444783" y="100081"/>
                  <a:pt x="437054" y="107648"/>
                </a:cubicBezTo>
                <a:cubicBezTo>
                  <a:pt x="429325" y="115215"/>
                  <a:pt x="420090" y="118998"/>
                  <a:pt x="409348" y="118998"/>
                </a:cubicBezTo>
                <a:cubicBezTo>
                  <a:pt x="398921" y="118998"/>
                  <a:pt x="390497" y="116070"/>
                  <a:pt x="384079" y="110215"/>
                </a:cubicBezTo>
                <a:cubicBezTo>
                  <a:pt x="377660" y="104358"/>
                  <a:pt x="374083" y="96544"/>
                  <a:pt x="373350" y="86773"/>
                </a:cubicBezTo>
                <a:close/>
                <a:moveTo>
                  <a:pt x="477311" y="49831"/>
                </a:moveTo>
                <a:lnTo>
                  <a:pt x="480691" y="33640"/>
                </a:lnTo>
                <a:lnTo>
                  <a:pt x="496725" y="33640"/>
                </a:lnTo>
                <a:lnTo>
                  <a:pt x="493424" y="49831"/>
                </a:lnTo>
                <a:lnTo>
                  <a:pt x="477311" y="49831"/>
                </a:lnTo>
                <a:moveTo>
                  <a:pt x="463242" y="117112"/>
                </a:moveTo>
                <a:lnTo>
                  <a:pt x="466621" y="100921"/>
                </a:lnTo>
                <a:lnTo>
                  <a:pt x="482734" y="100921"/>
                </a:lnTo>
                <a:lnTo>
                  <a:pt x="479276" y="117112"/>
                </a:lnTo>
                <a:lnTo>
                  <a:pt x="463242" y="117112"/>
                </a:lnTo>
                <a:close/>
                <a:moveTo>
                  <a:pt x="550462" y="117112"/>
                </a:moveTo>
                <a:lnTo>
                  <a:pt x="574592" y="1886"/>
                </a:lnTo>
                <a:lnTo>
                  <a:pt x="622694" y="1886"/>
                </a:lnTo>
                <a:cubicBezTo>
                  <a:pt x="631025" y="1886"/>
                  <a:pt x="637274" y="2842"/>
                  <a:pt x="641440" y="4753"/>
                </a:cubicBezTo>
                <a:cubicBezTo>
                  <a:pt x="645605" y="6662"/>
                  <a:pt x="649051" y="9933"/>
                  <a:pt x="651775" y="14565"/>
                </a:cubicBezTo>
                <a:cubicBezTo>
                  <a:pt x="654500" y="19198"/>
                  <a:pt x="655862" y="24393"/>
                  <a:pt x="655862" y="30150"/>
                </a:cubicBezTo>
                <a:cubicBezTo>
                  <a:pt x="655862" y="34912"/>
                  <a:pt x="654893" y="39753"/>
                  <a:pt x="652954" y="44673"/>
                </a:cubicBezTo>
                <a:cubicBezTo>
                  <a:pt x="651016" y="49594"/>
                  <a:pt x="648566" y="53651"/>
                  <a:pt x="645605" y="56844"/>
                </a:cubicBezTo>
                <a:cubicBezTo>
                  <a:pt x="642645" y="60035"/>
                  <a:pt x="639645" y="62442"/>
                  <a:pt x="636606" y="64065"/>
                </a:cubicBezTo>
                <a:cubicBezTo>
                  <a:pt x="633567" y="65688"/>
                  <a:pt x="630318" y="66891"/>
                  <a:pt x="626860" y="67676"/>
                </a:cubicBezTo>
                <a:cubicBezTo>
                  <a:pt x="619471" y="69403"/>
                  <a:pt x="612004" y="70267"/>
                  <a:pt x="604459" y="70267"/>
                </a:cubicBezTo>
                <a:lnTo>
                  <a:pt x="575613" y="70267"/>
                </a:lnTo>
                <a:lnTo>
                  <a:pt x="565867" y="117112"/>
                </a:lnTo>
                <a:lnTo>
                  <a:pt x="550462" y="117112"/>
                </a:lnTo>
                <a:moveTo>
                  <a:pt x="578364" y="57220"/>
                </a:moveTo>
                <a:lnTo>
                  <a:pt x="603752" y="57220"/>
                </a:lnTo>
                <a:cubicBezTo>
                  <a:pt x="613603" y="57220"/>
                  <a:pt x="620834" y="56160"/>
                  <a:pt x="625445" y="54041"/>
                </a:cubicBezTo>
                <a:cubicBezTo>
                  <a:pt x="630056" y="51923"/>
                  <a:pt x="633750" y="48698"/>
                  <a:pt x="636527" y="44366"/>
                </a:cubicBezTo>
                <a:cubicBezTo>
                  <a:pt x="639304" y="40034"/>
                  <a:pt x="640693" y="35441"/>
                  <a:pt x="640693" y="30587"/>
                </a:cubicBezTo>
                <a:cubicBezTo>
                  <a:pt x="640693" y="26831"/>
                  <a:pt x="639959" y="23765"/>
                  <a:pt x="638492" y="21391"/>
                </a:cubicBezTo>
                <a:cubicBezTo>
                  <a:pt x="637025" y="19015"/>
                  <a:pt x="634955" y="17266"/>
                  <a:pt x="632283" y="16145"/>
                </a:cubicBezTo>
                <a:cubicBezTo>
                  <a:pt x="629611" y="15023"/>
                  <a:pt x="624475" y="14462"/>
                  <a:pt x="616878" y="14462"/>
                </a:cubicBezTo>
                <a:lnTo>
                  <a:pt x="587325" y="14462"/>
                </a:lnTo>
                <a:lnTo>
                  <a:pt x="578364" y="57220"/>
                </a:lnTo>
                <a:close/>
                <a:moveTo>
                  <a:pt x="713241" y="102021"/>
                </a:moveTo>
                <a:cubicBezTo>
                  <a:pt x="703233" y="113339"/>
                  <a:pt x="692989" y="118998"/>
                  <a:pt x="682509" y="118998"/>
                </a:cubicBezTo>
                <a:cubicBezTo>
                  <a:pt x="676064" y="118998"/>
                  <a:pt x="670864" y="117151"/>
                  <a:pt x="666907" y="113457"/>
                </a:cubicBezTo>
                <a:cubicBezTo>
                  <a:pt x="662951" y="109763"/>
                  <a:pt x="660973" y="105243"/>
                  <a:pt x="660973" y="99899"/>
                </a:cubicBezTo>
                <a:cubicBezTo>
                  <a:pt x="660973" y="96388"/>
                  <a:pt x="661864" y="90362"/>
                  <a:pt x="663646" y="81821"/>
                </a:cubicBezTo>
                <a:lnTo>
                  <a:pt x="673706" y="33640"/>
                </a:lnTo>
                <a:lnTo>
                  <a:pt x="687932" y="33640"/>
                </a:lnTo>
                <a:lnTo>
                  <a:pt x="676772" y="87009"/>
                </a:lnTo>
                <a:cubicBezTo>
                  <a:pt x="675828" y="91463"/>
                  <a:pt x="675357" y="94921"/>
                  <a:pt x="675357" y="97384"/>
                </a:cubicBezTo>
                <a:cubicBezTo>
                  <a:pt x="675357" y="100528"/>
                  <a:pt x="676313" y="102977"/>
                  <a:pt x="678226" y="104733"/>
                </a:cubicBezTo>
                <a:cubicBezTo>
                  <a:pt x="680138" y="106488"/>
                  <a:pt x="682955" y="107366"/>
                  <a:pt x="686675" y="107366"/>
                </a:cubicBezTo>
                <a:cubicBezTo>
                  <a:pt x="690657" y="107366"/>
                  <a:pt x="694548" y="106396"/>
                  <a:pt x="698347" y="104457"/>
                </a:cubicBezTo>
                <a:cubicBezTo>
                  <a:pt x="702146" y="102519"/>
                  <a:pt x="705421" y="99899"/>
                  <a:pt x="708172" y="96598"/>
                </a:cubicBezTo>
                <a:cubicBezTo>
                  <a:pt x="710923" y="93296"/>
                  <a:pt x="713163" y="89393"/>
                  <a:pt x="714892" y="84886"/>
                </a:cubicBezTo>
                <a:cubicBezTo>
                  <a:pt x="716045" y="82004"/>
                  <a:pt x="717381" y="76948"/>
                  <a:pt x="718900" y="69717"/>
                </a:cubicBezTo>
                <a:lnTo>
                  <a:pt x="726446" y="33640"/>
                </a:lnTo>
                <a:lnTo>
                  <a:pt x="740672" y="33640"/>
                </a:lnTo>
                <a:lnTo>
                  <a:pt x="723223" y="117112"/>
                </a:lnTo>
                <a:lnTo>
                  <a:pt x="710097" y="117112"/>
                </a:lnTo>
                <a:lnTo>
                  <a:pt x="713241" y="102021"/>
                </a:lnTo>
                <a:close/>
                <a:moveTo>
                  <a:pt x="744656" y="117112"/>
                </a:moveTo>
                <a:lnTo>
                  <a:pt x="768707" y="1886"/>
                </a:lnTo>
                <a:lnTo>
                  <a:pt x="782934" y="1886"/>
                </a:lnTo>
                <a:lnTo>
                  <a:pt x="758882" y="117112"/>
                </a:lnTo>
                <a:lnTo>
                  <a:pt x="744656" y="117112"/>
                </a:lnTo>
                <a:close/>
                <a:moveTo>
                  <a:pt x="780391" y="117112"/>
                </a:moveTo>
                <a:lnTo>
                  <a:pt x="804443" y="1886"/>
                </a:lnTo>
                <a:lnTo>
                  <a:pt x="818669" y="1886"/>
                </a:lnTo>
                <a:lnTo>
                  <a:pt x="794618" y="117112"/>
                </a:lnTo>
                <a:lnTo>
                  <a:pt x="780391" y="117112"/>
                </a:lnTo>
                <a:close/>
                <a:moveTo>
                  <a:pt x="864177" y="117112"/>
                </a:moveTo>
                <a:lnTo>
                  <a:pt x="888307" y="1886"/>
                </a:lnTo>
                <a:lnTo>
                  <a:pt x="936645" y="1886"/>
                </a:lnTo>
                <a:cubicBezTo>
                  <a:pt x="946182" y="1886"/>
                  <a:pt x="953413" y="2685"/>
                  <a:pt x="958339" y="4281"/>
                </a:cubicBezTo>
                <a:cubicBezTo>
                  <a:pt x="963264" y="5878"/>
                  <a:pt x="967128" y="8874"/>
                  <a:pt x="969932" y="13271"/>
                </a:cubicBezTo>
                <a:cubicBezTo>
                  <a:pt x="972735" y="17666"/>
                  <a:pt x="974137" y="23213"/>
                  <a:pt x="974137" y="29912"/>
                </a:cubicBezTo>
                <a:cubicBezTo>
                  <a:pt x="974137" y="39280"/>
                  <a:pt x="971071" y="47051"/>
                  <a:pt x="964941" y="53226"/>
                </a:cubicBezTo>
                <a:cubicBezTo>
                  <a:pt x="958810" y="59401"/>
                  <a:pt x="948907" y="63404"/>
                  <a:pt x="935231" y="65237"/>
                </a:cubicBezTo>
                <a:cubicBezTo>
                  <a:pt x="939422" y="68333"/>
                  <a:pt x="942593" y="71376"/>
                  <a:pt x="944741" y="74367"/>
                </a:cubicBezTo>
                <a:cubicBezTo>
                  <a:pt x="949562" y="81147"/>
                  <a:pt x="953439" y="88165"/>
                  <a:pt x="956374" y="95419"/>
                </a:cubicBezTo>
                <a:lnTo>
                  <a:pt x="965177" y="117112"/>
                </a:lnTo>
                <a:lnTo>
                  <a:pt x="947964" y="117112"/>
                </a:lnTo>
                <a:lnTo>
                  <a:pt x="939711" y="95679"/>
                </a:lnTo>
                <a:cubicBezTo>
                  <a:pt x="936724" y="87896"/>
                  <a:pt x="933318" y="81165"/>
                  <a:pt x="929493" y="75487"/>
                </a:cubicBezTo>
                <a:cubicBezTo>
                  <a:pt x="926873" y="71539"/>
                  <a:pt x="924201" y="68948"/>
                  <a:pt x="921476" y="67715"/>
                </a:cubicBezTo>
                <a:cubicBezTo>
                  <a:pt x="918751" y="66482"/>
                  <a:pt x="914323" y="65866"/>
                  <a:pt x="908193" y="65866"/>
                </a:cubicBezTo>
                <a:lnTo>
                  <a:pt x="890272" y="65866"/>
                </a:lnTo>
                <a:lnTo>
                  <a:pt x="879583" y="117112"/>
                </a:lnTo>
                <a:lnTo>
                  <a:pt x="864177" y="117112"/>
                </a:lnTo>
                <a:moveTo>
                  <a:pt x="892866" y="53290"/>
                </a:moveTo>
                <a:lnTo>
                  <a:pt x="914166" y="53290"/>
                </a:lnTo>
                <a:cubicBezTo>
                  <a:pt x="924017" y="53290"/>
                  <a:pt x="930436" y="53133"/>
                  <a:pt x="933423" y="52818"/>
                </a:cubicBezTo>
                <a:cubicBezTo>
                  <a:pt x="939239" y="52247"/>
                  <a:pt x="944007" y="50947"/>
                  <a:pt x="947728" y="48920"/>
                </a:cubicBezTo>
                <a:cubicBezTo>
                  <a:pt x="951448" y="46893"/>
                  <a:pt x="954330" y="44165"/>
                  <a:pt x="956374" y="40736"/>
                </a:cubicBezTo>
                <a:cubicBezTo>
                  <a:pt x="958417" y="37306"/>
                  <a:pt x="959439" y="33616"/>
                  <a:pt x="959439" y="29666"/>
                </a:cubicBezTo>
                <a:cubicBezTo>
                  <a:pt x="959439" y="26339"/>
                  <a:pt x="958679" y="23441"/>
                  <a:pt x="957160" y="20974"/>
                </a:cubicBezTo>
                <a:cubicBezTo>
                  <a:pt x="955640" y="18504"/>
                  <a:pt x="953649" y="16828"/>
                  <a:pt x="951186" y="15946"/>
                </a:cubicBezTo>
                <a:cubicBezTo>
                  <a:pt x="948723" y="15061"/>
                  <a:pt x="944531" y="14619"/>
                  <a:pt x="938610" y="14619"/>
                </a:cubicBezTo>
                <a:lnTo>
                  <a:pt x="901040" y="14619"/>
                </a:lnTo>
                <a:lnTo>
                  <a:pt x="892866" y="53290"/>
                </a:lnTo>
                <a:close/>
                <a:moveTo>
                  <a:pt x="1039504" y="88974"/>
                </a:moveTo>
                <a:lnTo>
                  <a:pt x="1053337" y="90231"/>
                </a:lnTo>
                <a:cubicBezTo>
                  <a:pt x="1051346" y="97077"/>
                  <a:pt x="1046774" y="103584"/>
                  <a:pt x="1039622" y="109751"/>
                </a:cubicBezTo>
                <a:cubicBezTo>
                  <a:pt x="1032469" y="115916"/>
                  <a:pt x="1023941" y="118998"/>
                  <a:pt x="1014038" y="118998"/>
                </a:cubicBezTo>
                <a:cubicBezTo>
                  <a:pt x="1007855" y="118998"/>
                  <a:pt x="1002183" y="117570"/>
                  <a:pt x="997021" y="114715"/>
                </a:cubicBezTo>
                <a:cubicBezTo>
                  <a:pt x="991860" y="111859"/>
                  <a:pt x="987930" y="107706"/>
                  <a:pt x="985232" y="102257"/>
                </a:cubicBezTo>
                <a:cubicBezTo>
                  <a:pt x="982533" y="96807"/>
                  <a:pt x="981184" y="90598"/>
                  <a:pt x="981184" y="83629"/>
                </a:cubicBezTo>
                <a:cubicBezTo>
                  <a:pt x="981184" y="74511"/>
                  <a:pt x="983293" y="65669"/>
                  <a:pt x="987511" y="57102"/>
                </a:cubicBezTo>
                <a:cubicBezTo>
                  <a:pt x="991729" y="48535"/>
                  <a:pt x="997192" y="42168"/>
                  <a:pt x="1003899" y="38002"/>
                </a:cubicBezTo>
                <a:cubicBezTo>
                  <a:pt x="1010606" y="33837"/>
                  <a:pt x="1017863" y="31754"/>
                  <a:pt x="1025670" y="31754"/>
                </a:cubicBezTo>
                <a:cubicBezTo>
                  <a:pt x="1035626" y="31754"/>
                  <a:pt x="1043578" y="34845"/>
                  <a:pt x="1049525" y="41028"/>
                </a:cubicBezTo>
                <a:cubicBezTo>
                  <a:pt x="1055472" y="47212"/>
                  <a:pt x="1058446" y="55648"/>
                  <a:pt x="1058446" y="66337"/>
                </a:cubicBezTo>
                <a:cubicBezTo>
                  <a:pt x="1058446" y="70424"/>
                  <a:pt x="1058079" y="74616"/>
                  <a:pt x="1057346" y="78913"/>
                </a:cubicBezTo>
                <a:lnTo>
                  <a:pt x="995882" y="78913"/>
                </a:lnTo>
                <a:cubicBezTo>
                  <a:pt x="995672" y="80537"/>
                  <a:pt x="995567" y="82004"/>
                  <a:pt x="995567" y="83314"/>
                </a:cubicBezTo>
                <a:cubicBezTo>
                  <a:pt x="995567" y="91122"/>
                  <a:pt x="997362" y="97082"/>
                  <a:pt x="1000951" y="101196"/>
                </a:cubicBezTo>
                <a:cubicBezTo>
                  <a:pt x="1004541" y="105309"/>
                  <a:pt x="1008929" y="107366"/>
                  <a:pt x="1014116" y="107366"/>
                </a:cubicBezTo>
                <a:cubicBezTo>
                  <a:pt x="1018990" y="107366"/>
                  <a:pt x="1023784" y="105788"/>
                  <a:pt x="1028500" y="102633"/>
                </a:cubicBezTo>
                <a:cubicBezTo>
                  <a:pt x="1033216" y="99475"/>
                  <a:pt x="1036884" y="94922"/>
                  <a:pt x="1039504" y="88974"/>
                </a:cubicBezTo>
                <a:moveTo>
                  <a:pt x="998161" y="67909"/>
                </a:moveTo>
                <a:lnTo>
                  <a:pt x="1045006" y="67909"/>
                </a:lnTo>
                <a:cubicBezTo>
                  <a:pt x="1045058" y="66447"/>
                  <a:pt x="1045084" y="65402"/>
                  <a:pt x="1045084" y="64775"/>
                </a:cubicBezTo>
                <a:cubicBezTo>
                  <a:pt x="1045084" y="57672"/>
                  <a:pt x="1043303" y="52226"/>
                  <a:pt x="1039740" y="48439"/>
                </a:cubicBezTo>
                <a:cubicBezTo>
                  <a:pt x="1036176" y="44651"/>
                  <a:pt x="1031592" y="42758"/>
                  <a:pt x="1025985" y="42758"/>
                </a:cubicBezTo>
                <a:cubicBezTo>
                  <a:pt x="1019907" y="42758"/>
                  <a:pt x="1014365" y="44847"/>
                  <a:pt x="1009361" y="49026"/>
                </a:cubicBezTo>
                <a:cubicBezTo>
                  <a:pt x="1004357" y="53205"/>
                  <a:pt x="1000624" y="59499"/>
                  <a:pt x="998161" y="67909"/>
                </a:cubicBezTo>
                <a:close/>
                <a:moveTo>
                  <a:pt x="1121615" y="107680"/>
                </a:moveTo>
                <a:cubicBezTo>
                  <a:pt x="1113493" y="115225"/>
                  <a:pt x="1105712" y="118998"/>
                  <a:pt x="1098271" y="118998"/>
                </a:cubicBezTo>
                <a:cubicBezTo>
                  <a:pt x="1090516" y="118998"/>
                  <a:pt x="1083966" y="116051"/>
                  <a:pt x="1078621" y="110156"/>
                </a:cubicBezTo>
                <a:cubicBezTo>
                  <a:pt x="1073277" y="104261"/>
                  <a:pt x="1070604" y="95890"/>
                  <a:pt x="1070604" y="85044"/>
                </a:cubicBezTo>
                <a:cubicBezTo>
                  <a:pt x="1070604" y="74669"/>
                  <a:pt x="1072635" y="65289"/>
                  <a:pt x="1076696" y="56905"/>
                </a:cubicBezTo>
                <a:cubicBezTo>
                  <a:pt x="1080757" y="48522"/>
                  <a:pt x="1085944" y="42234"/>
                  <a:pt x="1092258" y="38042"/>
                </a:cubicBezTo>
                <a:cubicBezTo>
                  <a:pt x="1098572" y="33850"/>
                  <a:pt x="1105083" y="31754"/>
                  <a:pt x="1111790" y="31754"/>
                </a:cubicBezTo>
                <a:cubicBezTo>
                  <a:pt x="1116873" y="31754"/>
                  <a:pt x="1121497" y="33188"/>
                  <a:pt x="1125663" y="36057"/>
                </a:cubicBezTo>
                <a:cubicBezTo>
                  <a:pt x="1129828" y="38924"/>
                  <a:pt x="1133195" y="43252"/>
                  <a:pt x="1135762" y="49041"/>
                </a:cubicBezTo>
                <a:lnTo>
                  <a:pt x="1138985" y="33640"/>
                </a:lnTo>
                <a:lnTo>
                  <a:pt x="1151246" y="33640"/>
                </a:lnTo>
                <a:lnTo>
                  <a:pt x="1127195" y="149180"/>
                </a:lnTo>
                <a:lnTo>
                  <a:pt x="1112969" y="149180"/>
                </a:lnTo>
                <a:lnTo>
                  <a:pt x="1121615" y="107680"/>
                </a:lnTo>
                <a:moveTo>
                  <a:pt x="1084673" y="83187"/>
                </a:moveTo>
                <a:cubicBezTo>
                  <a:pt x="1084673" y="91404"/>
                  <a:pt x="1086376" y="97488"/>
                  <a:pt x="1089782" y="101439"/>
                </a:cubicBezTo>
                <a:cubicBezTo>
                  <a:pt x="1093188" y="105390"/>
                  <a:pt x="1097433" y="107366"/>
                  <a:pt x="1102515" y="107366"/>
                </a:cubicBezTo>
                <a:cubicBezTo>
                  <a:pt x="1106812" y="107366"/>
                  <a:pt x="1111148" y="105583"/>
                  <a:pt x="1115523" y="102018"/>
                </a:cubicBezTo>
                <a:cubicBezTo>
                  <a:pt x="1119899" y="98454"/>
                  <a:pt x="1123488" y="93107"/>
                  <a:pt x="1126291" y="85977"/>
                </a:cubicBezTo>
                <a:cubicBezTo>
                  <a:pt x="1129095" y="78846"/>
                  <a:pt x="1130496" y="71964"/>
                  <a:pt x="1130496" y="65330"/>
                </a:cubicBezTo>
                <a:cubicBezTo>
                  <a:pt x="1130496" y="58538"/>
                  <a:pt x="1128741" y="53209"/>
                  <a:pt x="1125230" y="49343"/>
                </a:cubicBezTo>
                <a:cubicBezTo>
                  <a:pt x="1121720" y="45477"/>
                  <a:pt x="1117423" y="43544"/>
                  <a:pt x="1112340" y="43544"/>
                </a:cubicBezTo>
                <a:cubicBezTo>
                  <a:pt x="1107362" y="43544"/>
                  <a:pt x="1103013" y="45166"/>
                  <a:pt x="1099293" y="48412"/>
                </a:cubicBezTo>
                <a:cubicBezTo>
                  <a:pt x="1094420" y="52597"/>
                  <a:pt x="1090595" y="58641"/>
                  <a:pt x="1087817" y="66544"/>
                </a:cubicBezTo>
                <a:cubicBezTo>
                  <a:pt x="1085721" y="72615"/>
                  <a:pt x="1084673" y="78163"/>
                  <a:pt x="1084673" y="83187"/>
                </a:cubicBezTo>
                <a:close/>
                <a:moveTo>
                  <a:pt x="1214179" y="102021"/>
                </a:moveTo>
                <a:cubicBezTo>
                  <a:pt x="1204170" y="113339"/>
                  <a:pt x="1193926" y="118998"/>
                  <a:pt x="1183447" y="118998"/>
                </a:cubicBezTo>
                <a:cubicBezTo>
                  <a:pt x="1177002" y="118998"/>
                  <a:pt x="1171801" y="117151"/>
                  <a:pt x="1167845" y="113457"/>
                </a:cubicBezTo>
                <a:cubicBezTo>
                  <a:pt x="1163889" y="109763"/>
                  <a:pt x="1161911" y="105243"/>
                  <a:pt x="1161911" y="99899"/>
                </a:cubicBezTo>
                <a:cubicBezTo>
                  <a:pt x="1161911" y="96388"/>
                  <a:pt x="1162801" y="90362"/>
                  <a:pt x="1164583" y="81821"/>
                </a:cubicBezTo>
                <a:lnTo>
                  <a:pt x="1174644" y="33640"/>
                </a:lnTo>
                <a:lnTo>
                  <a:pt x="1188870" y="33640"/>
                </a:lnTo>
                <a:lnTo>
                  <a:pt x="1177709" y="87009"/>
                </a:lnTo>
                <a:cubicBezTo>
                  <a:pt x="1176766" y="91463"/>
                  <a:pt x="1176294" y="94921"/>
                  <a:pt x="1176294" y="97384"/>
                </a:cubicBezTo>
                <a:cubicBezTo>
                  <a:pt x="1176294" y="100528"/>
                  <a:pt x="1177250" y="102977"/>
                  <a:pt x="1179163" y="104733"/>
                </a:cubicBezTo>
                <a:cubicBezTo>
                  <a:pt x="1181076" y="106488"/>
                  <a:pt x="1183892" y="107366"/>
                  <a:pt x="1187612" y="107366"/>
                </a:cubicBezTo>
                <a:cubicBezTo>
                  <a:pt x="1191595" y="107366"/>
                  <a:pt x="1195485" y="106396"/>
                  <a:pt x="1199284" y="104457"/>
                </a:cubicBezTo>
                <a:cubicBezTo>
                  <a:pt x="1203083" y="102519"/>
                  <a:pt x="1206358" y="99899"/>
                  <a:pt x="1209109" y="96598"/>
                </a:cubicBezTo>
                <a:cubicBezTo>
                  <a:pt x="1211860" y="93296"/>
                  <a:pt x="1214100" y="89393"/>
                  <a:pt x="1215829" y="84886"/>
                </a:cubicBezTo>
                <a:cubicBezTo>
                  <a:pt x="1216982" y="82004"/>
                  <a:pt x="1218318" y="76948"/>
                  <a:pt x="1219838" y="69717"/>
                </a:cubicBezTo>
                <a:lnTo>
                  <a:pt x="1227383" y="33640"/>
                </a:lnTo>
                <a:lnTo>
                  <a:pt x="1241610" y="33640"/>
                </a:lnTo>
                <a:lnTo>
                  <a:pt x="1224161" y="117112"/>
                </a:lnTo>
                <a:lnTo>
                  <a:pt x="1211035" y="117112"/>
                </a:lnTo>
                <a:lnTo>
                  <a:pt x="1214179" y="102021"/>
                </a:lnTo>
                <a:close/>
                <a:moveTo>
                  <a:pt x="1308001" y="88974"/>
                </a:moveTo>
                <a:lnTo>
                  <a:pt x="1321835" y="90231"/>
                </a:lnTo>
                <a:cubicBezTo>
                  <a:pt x="1319844" y="97077"/>
                  <a:pt x="1315272" y="103584"/>
                  <a:pt x="1308119" y="109751"/>
                </a:cubicBezTo>
                <a:cubicBezTo>
                  <a:pt x="1300967" y="115916"/>
                  <a:pt x="1292439" y="118998"/>
                  <a:pt x="1282535" y="118998"/>
                </a:cubicBezTo>
                <a:cubicBezTo>
                  <a:pt x="1276352" y="118998"/>
                  <a:pt x="1270680" y="117570"/>
                  <a:pt x="1265519" y="114715"/>
                </a:cubicBezTo>
                <a:cubicBezTo>
                  <a:pt x="1260358" y="111859"/>
                  <a:pt x="1256428" y="107706"/>
                  <a:pt x="1253729" y="102257"/>
                </a:cubicBezTo>
                <a:cubicBezTo>
                  <a:pt x="1251031" y="96807"/>
                  <a:pt x="1249681" y="90598"/>
                  <a:pt x="1249681" y="83629"/>
                </a:cubicBezTo>
                <a:cubicBezTo>
                  <a:pt x="1249681" y="74511"/>
                  <a:pt x="1251790" y="65669"/>
                  <a:pt x="1256008" y="57102"/>
                </a:cubicBezTo>
                <a:cubicBezTo>
                  <a:pt x="1260227" y="48535"/>
                  <a:pt x="1265689" y="42168"/>
                  <a:pt x="1272396" y="38002"/>
                </a:cubicBezTo>
                <a:cubicBezTo>
                  <a:pt x="1279103" y="33837"/>
                  <a:pt x="1286361" y="31754"/>
                  <a:pt x="1294168" y="31754"/>
                </a:cubicBezTo>
                <a:cubicBezTo>
                  <a:pt x="1304124" y="31754"/>
                  <a:pt x="1312075" y="34845"/>
                  <a:pt x="1318023" y="41028"/>
                </a:cubicBezTo>
                <a:cubicBezTo>
                  <a:pt x="1323970" y="47212"/>
                  <a:pt x="1326944" y="55648"/>
                  <a:pt x="1326944" y="66337"/>
                </a:cubicBezTo>
                <a:cubicBezTo>
                  <a:pt x="1326944" y="70424"/>
                  <a:pt x="1326577" y="74616"/>
                  <a:pt x="1325843" y="78913"/>
                </a:cubicBezTo>
                <a:lnTo>
                  <a:pt x="1264379" y="78913"/>
                </a:lnTo>
                <a:cubicBezTo>
                  <a:pt x="1264170" y="80537"/>
                  <a:pt x="1264065" y="82004"/>
                  <a:pt x="1264065" y="83314"/>
                </a:cubicBezTo>
                <a:cubicBezTo>
                  <a:pt x="1264065" y="91122"/>
                  <a:pt x="1265859" y="97082"/>
                  <a:pt x="1269449" y="101196"/>
                </a:cubicBezTo>
                <a:cubicBezTo>
                  <a:pt x="1273038" y="105309"/>
                  <a:pt x="1277427" y="107366"/>
                  <a:pt x="1282614" y="107366"/>
                </a:cubicBezTo>
                <a:cubicBezTo>
                  <a:pt x="1287487" y="107366"/>
                  <a:pt x="1292282" y="105788"/>
                  <a:pt x="1296998" y="102633"/>
                </a:cubicBezTo>
                <a:cubicBezTo>
                  <a:pt x="1301713" y="99475"/>
                  <a:pt x="1305381" y="94922"/>
                  <a:pt x="1308001" y="88974"/>
                </a:cubicBezTo>
                <a:moveTo>
                  <a:pt x="1266659" y="67909"/>
                </a:moveTo>
                <a:lnTo>
                  <a:pt x="1313503" y="67909"/>
                </a:lnTo>
                <a:cubicBezTo>
                  <a:pt x="1313556" y="66447"/>
                  <a:pt x="1313582" y="65402"/>
                  <a:pt x="1313582" y="64775"/>
                </a:cubicBezTo>
                <a:cubicBezTo>
                  <a:pt x="1313582" y="57672"/>
                  <a:pt x="1311800" y="52226"/>
                  <a:pt x="1308237" y="48439"/>
                </a:cubicBezTo>
                <a:cubicBezTo>
                  <a:pt x="1304674" y="44651"/>
                  <a:pt x="1300089" y="42758"/>
                  <a:pt x="1294482" y="42758"/>
                </a:cubicBezTo>
                <a:cubicBezTo>
                  <a:pt x="1288404" y="42758"/>
                  <a:pt x="1282863" y="44847"/>
                  <a:pt x="1277859" y="49026"/>
                </a:cubicBezTo>
                <a:cubicBezTo>
                  <a:pt x="1272855" y="53205"/>
                  <a:pt x="1269121" y="59499"/>
                  <a:pt x="1266659" y="67909"/>
                </a:cubicBezTo>
                <a:close/>
                <a:moveTo>
                  <a:pt x="1337530" y="88659"/>
                </a:moveTo>
                <a:lnTo>
                  <a:pt x="1351756" y="87716"/>
                </a:lnTo>
                <a:cubicBezTo>
                  <a:pt x="1351756" y="91803"/>
                  <a:pt x="1352385" y="95288"/>
                  <a:pt x="1353643" y="98170"/>
                </a:cubicBezTo>
                <a:cubicBezTo>
                  <a:pt x="1354900" y="101052"/>
                  <a:pt x="1357219" y="103409"/>
                  <a:pt x="1360599" y="105243"/>
                </a:cubicBezTo>
                <a:cubicBezTo>
                  <a:pt x="1363978" y="107077"/>
                  <a:pt x="1367921" y="107994"/>
                  <a:pt x="1372428" y="107994"/>
                </a:cubicBezTo>
                <a:cubicBezTo>
                  <a:pt x="1378716" y="107994"/>
                  <a:pt x="1383431" y="106737"/>
                  <a:pt x="1386575" y="104222"/>
                </a:cubicBezTo>
                <a:cubicBezTo>
                  <a:pt x="1389719" y="101707"/>
                  <a:pt x="1391291" y="98746"/>
                  <a:pt x="1391291" y="95340"/>
                </a:cubicBezTo>
                <a:cubicBezTo>
                  <a:pt x="1391291" y="92877"/>
                  <a:pt x="1390348" y="90546"/>
                  <a:pt x="1388462" y="88345"/>
                </a:cubicBezTo>
                <a:cubicBezTo>
                  <a:pt x="1386523" y="86144"/>
                  <a:pt x="1381794" y="83432"/>
                  <a:pt x="1374275" y="80210"/>
                </a:cubicBezTo>
                <a:cubicBezTo>
                  <a:pt x="1366755" y="76987"/>
                  <a:pt x="1361948" y="74721"/>
                  <a:pt x="1359852" y="73411"/>
                </a:cubicBezTo>
                <a:cubicBezTo>
                  <a:pt x="1356341" y="71263"/>
                  <a:pt x="1353695" y="68734"/>
                  <a:pt x="1351913" y="65826"/>
                </a:cubicBezTo>
                <a:cubicBezTo>
                  <a:pt x="1350132" y="62918"/>
                  <a:pt x="1349241" y="59578"/>
                  <a:pt x="1349241" y="55805"/>
                </a:cubicBezTo>
                <a:cubicBezTo>
                  <a:pt x="1349241" y="49203"/>
                  <a:pt x="1351861" y="43544"/>
                  <a:pt x="1357101" y="38828"/>
                </a:cubicBezTo>
                <a:cubicBezTo>
                  <a:pt x="1362341" y="34112"/>
                  <a:pt x="1369677" y="31754"/>
                  <a:pt x="1379108" y="31754"/>
                </a:cubicBezTo>
                <a:cubicBezTo>
                  <a:pt x="1389588" y="31754"/>
                  <a:pt x="1397566" y="34177"/>
                  <a:pt x="1403042" y="39024"/>
                </a:cubicBezTo>
                <a:cubicBezTo>
                  <a:pt x="1408517" y="43871"/>
                  <a:pt x="1411360" y="50251"/>
                  <a:pt x="1411570" y="58163"/>
                </a:cubicBezTo>
                <a:lnTo>
                  <a:pt x="1397658" y="59106"/>
                </a:lnTo>
                <a:cubicBezTo>
                  <a:pt x="1397448" y="54076"/>
                  <a:pt x="1395667" y="50093"/>
                  <a:pt x="1392313" y="47159"/>
                </a:cubicBezTo>
                <a:cubicBezTo>
                  <a:pt x="1388960" y="44225"/>
                  <a:pt x="1384217" y="42758"/>
                  <a:pt x="1378087" y="42758"/>
                </a:cubicBezTo>
                <a:cubicBezTo>
                  <a:pt x="1373161" y="42758"/>
                  <a:pt x="1369336" y="43884"/>
                  <a:pt x="1366611" y="46137"/>
                </a:cubicBezTo>
                <a:cubicBezTo>
                  <a:pt x="1363887" y="48391"/>
                  <a:pt x="1362524" y="50827"/>
                  <a:pt x="1362524" y="53447"/>
                </a:cubicBezTo>
                <a:cubicBezTo>
                  <a:pt x="1362524" y="56067"/>
                  <a:pt x="1363703" y="58373"/>
                  <a:pt x="1366061" y="60364"/>
                </a:cubicBezTo>
                <a:cubicBezTo>
                  <a:pt x="1367633" y="61726"/>
                  <a:pt x="1371694" y="63822"/>
                  <a:pt x="1378244" y="66652"/>
                </a:cubicBezTo>
                <a:cubicBezTo>
                  <a:pt x="1389143" y="71367"/>
                  <a:pt x="1396007" y="75088"/>
                  <a:pt x="1398837" y="77813"/>
                </a:cubicBezTo>
                <a:cubicBezTo>
                  <a:pt x="1403343" y="82162"/>
                  <a:pt x="1405596" y="87454"/>
                  <a:pt x="1405596" y="93689"/>
                </a:cubicBezTo>
                <a:cubicBezTo>
                  <a:pt x="1405596" y="97829"/>
                  <a:pt x="1404326" y="101890"/>
                  <a:pt x="1401784" y="105872"/>
                </a:cubicBezTo>
                <a:cubicBezTo>
                  <a:pt x="1399243" y="109855"/>
                  <a:pt x="1395365" y="113038"/>
                  <a:pt x="1390152" y="115422"/>
                </a:cubicBezTo>
                <a:cubicBezTo>
                  <a:pt x="1384938" y="117806"/>
                  <a:pt x="1378794" y="118998"/>
                  <a:pt x="1371720" y="118998"/>
                </a:cubicBezTo>
                <a:cubicBezTo>
                  <a:pt x="1362079" y="118998"/>
                  <a:pt x="1353878" y="116621"/>
                  <a:pt x="1347119" y="111865"/>
                </a:cubicBezTo>
                <a:cubicBezTo>
                  <a:pt x="1340359" y="107109"/>
                  <a:pt x="1337163" y="99373"/>
                  <a:pt x="1337530" y="88659"/>
                </a:cubicBezTo>
                <a:close/>
                <a:moveTo>
                  <a:pt x="1449926" y="105548"/>
                </a:moveTo>
                <a:lnTo>
                  <a:pt x="1447568" y="117181"/>
                </a:lnTo>
                <a:cubicBezTo>
                  <a:pt x="1444162" y="118078"/>
                  <a:pt x="1440861" y="118527"/>
                  <a:pt x="1437664" y="118527"/>
                </a:cubicBezTo>
                <a:cubicBezTo>
                  <a:pt x="1432005" y="118527"/>
                  <a:pt x="1427499" y="117138"/>
                  <a:pt x="1424145" y="114361"/>
                </a:cubicBezTo>
                <a:cubicBezTo>
                  <a:pt x="1421630" y="112265"/>
                  <a:pt x="1420373" y="109409"/>
                  <a:pt x="1420373" y="105794"/>
                </a:cubicBezTo>
                <a:cubicBezTo>
                  <a:pt x="1420373" y="103960"/>
                  <a:pt x="1421054" y="99742"/>
                  <a:pt x="1422416" y="93139"/>
                </a:cubicBezTo>
                <a:lnTo>
                  <a:pt x="1432556" y="44644"/>
                </a:lnTo>
                <a:lnTo>
                  <a:pt x="1421316" y="44644"/>
                </a:lnTo>
                <a:lnTo>
                  <a:pt x="1423595" y="33640"/>
                </a:lnTo>
                <a:lnTo>
                  <a:pt x="1434835" y="33640"/>
                </a:lnTo>
                <a:lnTo>
                  <a:pt x="1439158" y="13126"/>
                </a:lnTo>
                <a:lnTo>
                  <a:pt x="1455428" y="3301"/>
                </a:lnTo>
                <a:lnTo>
                  <a:pt x="1449061" y="33640"/>
                </a:lnTo>
                <a:lnTo>
                  <a:pt x="1463052" y="33640"/>
                </a:lnTo>
                <a:lnTo>
                  <a:pt x="1460694" y="44644"/>
                </a:lnTo>
                <a:lnTo>
                  <a:pt x="1446782" y="44644"/>
                </a:lnTo>
                <a:lnTo>
                  <a:pt x="1437114" y="90722"/>
                </a:lnTo>
                <a:cubicBezTo>
                  <a:pt x="1435909" y="96585"/>
                  <a:pt x="1435306" y="100091"/>
                  <a:pt x="1435306" y="101242"/>
                </a:cubicBezTo>
                <a:cubicBezTo>
                  <a:pt x="1435306" y="102916"/>
                  <a:pt x="1435791" y="104198"/>
                  <a:pt x="1436761" y="105089"/>
                </a:cubicBezTo>
                <a:cubicBezTo>
                  <a:pt x="1437730" y="105978"/>
                  <a:pt x="1439315" y="106422"/>
                  <a:pt x="1441516" y="106422"/>
                </a:cubicBezTo>
                <a:cubicBezTo>
                  <a:pt x="1444660" y="106422"/>
                  <a:pt x="1447463" y="106131"/>
                  <a:pt x="1449926" y="105548"/>
                </a:cubicBezTo>
                <a:close/>
                <a:moveTo>
                  <a:pt x="1462764" y="88659"/>
                </a:moveTo>
                <a:lnTo>
                  <a:pt x="1476991" y="87716"/>
                </a:lnTo>
                <a:cubicBezTo>
                  <a:pt x="1476991" y="91803"/>
                  <a:pt x="1477619" y="95288"/>
                  <a:pt x="1478877" y="98170"/>
                </a:cubicBezTo>
                <a:cubicBezTo>
                  <a:pt x="1480135" y="101052"/>
                  <a:pt x="1482453" y="103409"/>
                  <a:pt x="1485833" y="105243"/>
                </a:cubicBezTo>
                <a:cubicBezTo>
                  <a:pt x="1489213" y="107077"/>
                  <a:pt x="1493156" y="107994"/>
                  <a:pt x="1497662" y="107994"/>
                </a:cubicBezTo>
                <a:cubicBezTo>
                  <a:pt x="1503950" y="107994"/>
                  <a:pt x="1508666" y="106737"/>
                  <a:pt x="1511810" y="104222"/>
                </a:cubicBezTo>
                <a:cubicBezTo>
                  <a:pt x="1514954" y="101707"/>
                  <a:pt x="1516526" y="98746"/>
                  <a:pt x="1516526" y="95340"/>
                </a:cubicBezTo>
                <a:cubicBezTo>
                  <a:pt x="1516526" y="92877"/>
                  <a:pt x="1515583" y="90546"/>
                  <a:pt x="1513696" y="88345"/>
                </a:cubicBezTo>
                <a:cubicBezTo>
                  <a:pt x="1511757" y="86144"/>
                  <a:pt x="1507028" y="83432"/>
                  <a:pt x="1499509" y="80210"/>
                </a:cubicBezTo>
                <a:cubicBezTo>
                  <a:pt x="1491990" y="76987"/>
                  <a:pt x="1487182" y="74721"/>
                  <a:pt x="1485086" y="73411"/>
                </a:cubicBezTo>
                <a:cubicBezTo>
                  <a:pt x="1481576" y="71263"/>
                  <a:pt x="1478929" y="68734"/>
                  <a:pt x="1477148" y="65826"/>
                </a:cubicBezTo>
                <a:cubicBezTo>
                  <a:pt x="1475366" y="62918"/>
                  <a:pt x="1474476" y="59578"/>
                  <a:pt x="1474476" y="55805"/>
                </a:cubicBezTo>
                <a:cubicBezTo>
                  <a:pt x="1474476" y="49203"/>
                  <a:pt x="1477096" y="43544"/>
                  <a:pt x="1482335" y="38828"/>
                </a:cubicBezTo>
                <a:cubicBezTo>
                  <a:pt x="1487575" y="34112"/>
                  <a:pt x="1494911" y="31754"/>
                  <a:pt x="1504343" y="31754"/>
                </a:cubicBezTo>
                <a:cubicBezTo>
                  <a:pt x="1514823" y="31754"/>
                  <a:pt x="1522801" y="34177"/>
                  <a:pt x="1528276" y="39024"/>
                </a:cubicBezTo>
                <a:cubicBezTo>
                  <a:pt x="1533752" y="43871"/>
                  <a:pt x="1536595" y="50251"/>
                  <a:pt x="1536804" y="58163"/>
                </a:cubicBezTo>
                <a:lnTo>
                  <a:pt x="1522892" y="59106"/>
                </a:lnTo>
                <a:cubicBezTo>
                  <a:pt x="1522683" y="54076"/>
                  <a:pt x="1520901" y="50093"/>
                  <a:pt x="1517548" y="47159"/>
                </a:cubicBezTo>
                <a:cubicBezTo>
                  <a:pt x="1514194" y="44225"/>
                  <a:pt x="1509452" y="42758"/>
                  <a:pt x="1503321" y="42758"/>
                </a:cubicBezTo>
                <a:cubicBezTo>
                  <a:pt x="1498396" y="42758"/>
                  <a:pt x="1494571" y="43884"/>
                  <a:pt x="1491846" y="46137"/>
                </a:cubicBezTo>
                <a:cubicBezTo>
                  <a:pt x="1489121" y="48391"/>
                  <a:pt x="1487759" y="50827"/>
                  <a:pt x="1487759" y="53447"/>
                </a:cubicBezTo>
                <a:cubicBezTo>
                  <a:pt x="1487759" y="56067"/>
                  <a:pt x="1488938" y="58373"/>
                  <a:pt x="1491296" y="60364"/>
                </a:cubicBezTo>
                <a:cubicBezTo>
                  <a:pt x="1492868" y="61726"/>
                  <a:pt x="1496929" y="63822"/>
                  <a:pt x="1503478" y="66652"/>
                </a:cubicBezTo>
                <a:cubicBezTo>
                  <a:pt x="1514377" y="71367"/>
                  <a:pt x="1521242" y="75088"/>
                  <a:pt x="1524071" y="77813"/>
                </a:cubicBezTo>
                <a:cubicBezTo>
                  <a:pt x="1528578" y="82162"/>
                  <a:pt x="1530831" y="87454"/>
                  <a:pt x="1530831" y="93689"/>
                </a:cubicBezTo>
                <a:cubicBezTo>
                  <a:pt x="1530831" y="97829"/>
                  <a:pt x="1529560" y="101890"/>
                  <a:pt x="1527019" y="105872"/>
                </a:cubicBezTo>
                <a:cubicBezTo>
                  <a:pt x="1524477" y="109855"/>
                  <a:pt x="1520600" y="113038"/>
                  <a:pt x="1515386" y="115422"/>
                </a:cubicBezTo>
                <a:cubicBezTo>
                  <a:pt x="1510172" y="117806"/>
                  <a:pt x="1504029" y="118998"/>
                  <a:pt x="1496955" y="118998"/>
                </a:cubicBezTo>
                <a:cubicBezTo>
                  <a:pt x="1487313" y="118998"/>
                  <a:pt x="1479113" y="116621"/>
                  <a:pt x="1472353" y="111865"/>
                </a:cubicBezTo>
                <a:cubicBezTo>
                  <a:pt x="1465594" y="107109"/>
                  <a:pt x="1462398" y="99373"/>
                  <a:pt x="1462764" y="88659"/>
                </a:cubicBezTo>
                <a:close/>
                <a:moveTo>
                  <a:pt x="1678387" y="76555"/>
                </a:moveTo>
                <a:lnTo>
                  <a:pt x="1693635" y="78756"/>
                </a:lnTo>
                <a:cubicBezTo>
                  <a:pt x="1688815" y="92013"/>
                  <a:pt x="1681793" y="102034"/>
                  <a:pt x="1672571" y="108820"/>
                </a:cubicBezTo>
                <a:cubicBezTo>
                  <a:pt x="1663349" y="115605"/>
                  <a:pt x="1653000" y="118998"/>
                  <a:pt x="1641524" y="118998"/>
                </a:cubicBezTo>
                <a:cubicBezTo>
                  <a:pt x="1627534" y="118998"/>
                  <a:pt x="1616438" y="114733"/>
                  <a:pt x="1608238" y="106204"/>
                </a:cubicBezTo>
                <a:cubicBezTo>
                  <a:pt x="1600038" y="97674"/>
                  <a:pt x="1595937" y="85455"/>
                  <a:pt x="1595937" y="69547"/>
                </a:cubicBezTo>
                <a:cubicBezTo>
                  <a:pt x="1595937" y="48824"/>
                  <a:pt x="1602173" y="31685"/>
                  <a:pt x="1614644" y="18132"/>
                </a:cubicBezTo>
                <a:cubicBezTo>
                  <a:pt x="1625752" y="6044"/>
                  <a:pt x="1639560" y="0"/>
                  <a:pt x="1656065" y="0"/>
                </a:cubicBezTo>
                <a:cubicBezTo>
                  <a:pt x="1668274" y="0"/>
                  <a:pt x="1678165" y="3282"/>
                  <a:pt x="1685736" y="9847"/>
                </a:cubicBezTo>
                <a:cubicBezTo>
                  <a:pt x="1693308" y="16410"/>
                  <a:pt x="1697696" y="25232"/>
                  <a:pt x="1698901" y="36313"/>
                </a:cubicBezTo>
                <a:lnTo>
                  <a:pt x="1684518" y="37727"/>
                </a:lnTo>
                <a:cubicBezTo>
                  <a:pt x="1682998" y="29343"/>
                  <a:pt x="1679867" y="23082"/>
                  <a:pt x="1675125" y="18942"/>
                </a:cubicBezTo>
                <a:cubicBezTo>
                  <a:pt x="1670383" y="14803"/>
                  <a:pt x="1664266" y="12733"/>
                  <a:pt x="1656773" y="12733"/>
                </a:cubicBezTo>
                <a:cubicBezTo>
                  <a:pt x="1642677" y="12733"/>
                  <a:pt x="1631280" y="18984"/>
                  <a:pt x="1622582" y="31486"/>
                </a:cubicBezTo>
                <a:cubicBezTo>
                  <a:pt x="1615037" y="42262"/>
                  <a:pt x="1611264" y="55053"/>
                  <a:pt x="1611264" y="69857"/>
                </a:cubicBezTo>
                <a:cubicBezTo>
                  <a:pt x="1611264" y="81679"/>
                  <a:pt x="1614172" y="90704"/>
                  <a:pt x="1619988" y="96929"/>
                </a:cubicBezTo>
                <a:cubicBezTo>
                  <a:pt x="1625805" y="103153"/>
                  <a:pt x="1633376" y="106265"/>
                  <a:pt x="1642703" y="106265"/>
                </a:cubicBezTo>
                <a:cubicBezTo>
                  <a:pt x="1650668" y="106265"/>
                  <a:pt x="1657873" y="103679"/>
                  <a:pt x="1664318" y="98506"/>
                </a:cubicBezTo>
                <a:cubicBezTo>
                  <a:pt x="1670763" y="93332"/>
                  <a:pt x="1675453" y="86015"/>
                  <a:pt x="1678387" y="76555"/>
                </a:cubicBezTo>
                <a:close/>
                <a:moveTo>
                  <a:pt x="1701783" y="117112"/>
                </a:moveTo>
                <a:lnTo>
                  <a:pt x="1725834" y="1886"/>
                </a:lnTo>
                <a:lnTo>
                  <a:pt x="1740060" y="1886"/>
                </a:lnTo>
                <a:lnTo>
                  <a:pt x="1716009" y="117112"/>
                </a:lnTo>
                <a:lnTo>
                  <a:pt x="1701783" y="117112"/>
                </a:lnTo>
                <a:close/>
                <a:moveTo>
                  <a:pt x="1794895" y="106737"/>
                </a:moveTo>
                <a:cubicBezTo>
                  <a:pt x="1789969" y="110981"/>
                  <a:pt x="1785227" y="114086"/>
                  <a:pt x="1780668" y="116051"/>
                </a:cubicBezTo>
                <a:cubicBezTo>
                  <a:pt x="1776110" y="118016"/>
                  <a:pt x="1771237" y="118998"/>
                  <a:pt x="1766049" y="118998"/>
                </a:cubicBezTo>
                <a:cubicBezTo>
                  <a:pt x="1758347" y="118998"/>
                  <a:pt x="1752137" y="116732"/>
                  <a:pt x="1747421" y="112199"/>
                </a:cubicBezTo>
                <a:cubicBezTo>
                  <a:pt x="1742705" y="107667"/>
                  <a:pt x="1740347" y="101864"/>
                  <a:pt x="1740347" y="94790"/>
                </a:cubicBezTo>
                <a:cubicBezTo>
                  <a:pt x="1740347" y="90126"/>
                  <a:pt x="1741409" y="86000"/>
                  <a:pt x="1743531" y="82411"/>
                </a:cubicBezTo>
                <a:cubicBezTo>
                  <a:pt x="1745653" y="78821"/>
                  <a:pt x="1748469" y="75939"/>
                  <a:pt x="1751980" y="73765"/>
                </a:cubicBezTo>
                <a:cubicBezTo>
                  <a:pt x="1755491" y="71590"/>
                  <a:pt x="1759787" y="70031"/>
                  <a:pt x="1764870" y="69088"/>
                </a:cubicBezTo>
                <a:cubicBezTo>
                  <a:pt x="1768067" y="68459"/>
                  <a:pt x="1774132" y="67962"/>
                  <a:pt x="1783066" y="67595"/>
                </a:cubicBezTo>
                <a:cubicBezTo>
                  <a:pt x="1792000" y="67228"/>
                  <a:pt x="1798406" y="66285"/>
                  <a:pt x="1802283" y="64765"/>
                </a:cubicBezTo>
                <a:cubicBezTo>
                  <a:pt x="1803383" y="60888"/>
                  <a:pt x="1803934" y="57665"/>
                  <a:pt x="1803934" y="55098"/>
                </a:cubicBezTo>
                <a:cubicBezTo>
                  <a:pt x="1803934" y="51796"/>
                  <a:pt x="1802728" y="49203"/>
                  <a:pt x="1800318" y="47316"/>
                </a:cubicBezTo>
                <a:cubicBezTo>
                  <a:pt x="1797017" y="44696"/>
                  <a:pt x="1792196" y="43386"/>
                  <a:pt x="1785856" y="43386"/>
                </a:cubicBezTo>
                <a:cubicBezTo>
                  <a:pt x="1779883" y="43386"/>
                  <a:pt x="1774996" y="44709"/>
                  <a:pt x="1771197" y="47356"/>
                </a:cubicBezTo>
                <a:cubicBezTo>
                  <a:pt x="1767398" y="50002"/>
                  <a:pt x="1764634" y="53761"/>
                  <a:pt x="1762905" y="58635"/>
                </a:cubicBezTo>
                <a:lnTo>
                  <a:pt x="1748522" y="57377"/>
                </a:lnTo>
                <a:cubicBezTo>
                  <a:pt x="1751456" y="49098"/>
                  <a:pt x="1756106" y="42758"/>
                  <a:pt x="1762473" y="38356"/>
                </a:cubicBezTo>
                <a:cubicBezTo>
                  <a:pt x="1768839" y="33955"/>
                  <a:pt x="1776870" y="31754"/>
                  <a:pt x="1786563" y="31754"/>
                </a:cubicBezTo>
                <a:cubicBezTo>
                  <a:pt x="1796886" y="31754"/>
                  <a:pt x="1805060" y="34217"/>
                  <a:pt x="1811086" y="39142"/>
                </a:cubicBezTo>
                <a:cubicBezTo>
                  <a:pt x="1815697" y="42810"/>
                  <a:pt x="1818003" y="47578"/>
                  <a:pt x="1818003" y="53447"/>
                </a:cubicBezTo>
                <a:cubicBezTo>
                  <a:pt x="1818003" y="57901"/>
                  <a:pt x="1817348" y="63062"/>
                  <a:pt x="1816038" y="68931"/>
                </a:cubicBezTo>
                <a:lnTo>
                  <a:pt x="1811401" y="89681"/>
                </a:lnTo>
                <a:cubicBezTo>
                  <a:pt x="1809933" y="96283"/>
                  <a:pt x="1809200" y="101654"/>
                  <a:pt x="1809200" y="105794"/>
                </a:cubicBezTo>
                <a:cubicBezTo>
                  <a:pt x="1809200" y="108414"/>
                  <a:pt x="1809776" y="112186"/>
                  <a:pt x="1810929" y="117112"/>
                </a:cubicBezTo>
                <a:lnTo>
                  <a:pt x="1796545" y="117112"/>
                </a:lnTo>
                <a:cubicBezTo>
                  <a:pt x="1795759" y="114387"/>
                  <a:pt x="1795209" y="110929"/>
                  <a:pt x="1794895" y="106737"/>
                </a:cubicBezTo>
                <a:moveTo>
                  <a:pt x="1800161" y="74826"/>
                </a:moveTo>
                <a:cubicBezTo>
                  <a:pt x="1798170" y="75612"/>
                  <a:pt x="1796035" y="76214"/>
                  <a:pt x="1793755" y="76634"/>
                </a:cubicBezTo>
                <a:cubicBezTo>
                  <a:pt x="1791476" y="77053"/>
                  <a:pt x="1787664" y="77498"/>
                  <a:pt x="1782319" y="77970"/>
                </a:cubicBezTo>
                <a:cubicBezTo>
                  <a:pt x="1774040" y="78703"/>
                  <a:pt x="1768198" y="79633"/>
                  <a:pt x="1764792" y="80760"/>
                </a:cubicBezTo>
                <a:cubicBezTo>
                  <a:pt x="1761386" y="81887"/>
                  <a:pt x="1758818" y="83681"/>
                  <a:pt x="1757089" y="86144"/>
                </a:cubicBezTo>
                <a:cubicBezTo>
                  <a:pt x="1755360" y="88607"/>
                  <a:pt x="1754495" y="91332"/>
                  <a:pt x="1754495" y="94318"/>
                </a:cubicBezTo>
                <a:cubicBezTo>
                  <a:pt x="1754495" y="98301"/>
                  <a:pt x="1755871" y="101576"/>
                  <a:pt x="1758622" y="104143"/>
                </a:cubicBezTo>
                <a:cubicBezTo>
                  <a:pt x="1761373" y="106711"/>
                  <a:pt x="1765289" y="107994"/>
                  <a:pt x="1770372" y="107994"/>
                </a:cubicBezTo>
                <a:cubicBezTo>
                  <a:pt x="1775088" y="107994"/>
                  <a:pt x="1779621" y="106750"/>
                  <a:pt x="1783970" y="104261"/>
                </a:cubicBezTo>
                <a:cubicBezTo>
                  <a:pt x="1788319" y="101772"/>
                  <a:pt x="1791751" y="98301"/>
                  <a:pt x="1794266" y="93847"/>
                </a:cubicBezTo>
                <a:cubicBezTo>
                  <a:pt x="1796781" y="89393"/>
                  <a:pt x="1798746" y="83052"/>
                  <a:pt x="1800161" y="74826"/>
                </a:cubicBezTo>
                <a:close/>
                <a:moveTo>
                  <a:pt x="1829454" y="88659"/>
                </a:moveTo>
                <a:lnTo>
                  <a:pt x="1843680" y="87716"/>
                </a:lnTo>
                <a:cubicBezTo>
                  <a:pt x="1843680" y="91803"/>
                  <a:pt x="1844309" y="95288"/>
                  <a:pt x="1845566" y="98170"/>
                </a:cubicBezTo>
                <a:cubicBezTo>
                  <a:pt x="1846824" y="101052"/>
                  <a:pt x="1849143" y="103409"/>
                  <a:pt x="1852522" y="105243"/>
                </a:cubicBezTo>
                <a:cubicBezTo>
                  <a:pt x="1855902" y="107077"/>
                  <a:pt x="1859845" y="107994"/>
                  <a:pt x="1864351" y="107994"/>
                </a:cubicBezTo>
                <a:cubicBezTo>
                  <a:pt x="1870639" y="107994"/>
                  <a:pt x="1875355" y="106737"/>
                  <a:pt x="1878499" y="104222"/>
                </a:cubicBezTo>
                <a:cubicBezTo>
                  <a:pt x="1881643" y="101707"/>
                  <a:pt x="1883215" y="98746"/>
                  <a:pt x="1883215" y="95340"/>
                </a:cubicBezTo>
                <a:cubicBezTo>
                  <a:pt x="1883215" y="92877"/>
                  <a:pt x="1882272" y="90546"/>
                  <a:pt x="1880385" y="88345"/>
                </a:cubicBezTo>
                <a:cubicBezTo>
                  <a:pt x="1878447" y="86144"/>
                  <a:pt x="1873718" y="83432"/>
                  <a:pt x="1866198" y="80210"/>
                </a:cubicBezTo>
                <a:cubicBezTo>
                  <a:pt x="1858679" y="76987"/>
                  <a:pt x="1853872" y="74721"/>
                  <a:pt x="1851776" y="73411"/>
                </a:cubicBezTo>
                <a:cubicBezTo>
                  <a:pt x="1848265" y="71263"/>
                  <a:pt x="1845619" y="68734"/>
                  <a:pt x="1843837" y="65826"/>
                </a:cubicBezTo>
                <a:cubicBezTo>
                  <a:pt x="1842056" y="62918"/>
                  <a:pt x="1841165" y="59578"/>
                  <a:pt x="1841165" y="55805"/>
                </a:cubicBezTo>
                <a:cubicBezTo>
                  <a:pt x="1841165" y="49203"/>
                  <a:pt x="1843785" y="43544"/>
                  <a:pt x="1849025" y="38828"/>
                </a:cubicBezTo>
                <a:cubicBezTo>
                  <a:pt x="1854265" y="34112"/>
                  <a:pt x="1861600" y="31754"/>
                  <a:pt x="1871032" y="31754"/>
                </a:cubicBezTo>
                <a:cubicBezTo>
                  <a:pt x="1881512" y="31754"/>
                  <a:pt x="1889490" y="34177"/>
                  <a:pt x="1894966" y="39024"/>
                </a:cubicBezTo>
                <a:cubicBezTo>
                  <a:pt x="1900441" y="43871"/>
                  <a:pt x="1903284" y="50251"/>
                  <a:pt x="1903493" y="58163"/>
                </a:cubicBezTo>
                <a:lnTo>
                  <a:pt x="1889582" y="59106"/>
                </a:lnTo>
                <a:cubicBezTo>
                  <a:pt x="1889372" y="54076"/>
                  <a:pt x="1887590" y="50093"/>
                  <a:pt x="1884237" y="47159"/>
                </a:cubicBezTo>
                <a:cubicBezTo>
                  <a:pt x="1880883" y="44225"/>
                  <a:pt x="1876141" y="42758"/>
                  <a:pt x="1870010" y="42758"/>
                </a:cubicBezTo>
                <a:cubicBezTo>
                  <a:pt x="1865085" y="42758"/>
                  <a:pt x="1861260" y="43884"/>
                  <a:pt x="1858535" y="46137"/>
                </a:cubicBezTo>
                <a:cubicBezTo>
                  <a:pt x="1855810" y="48391"/>
                  <a:pt x="1854448" y="50827"/>
                  <a:pt x="1854448" y="53447"/>
                </a:cubicBezTo>
                <a:cubicBezTo>
                  <a:pt x="1854448" y="56067"/>
                  <a:pt x="1855627" y="58373"/>
                  <a:pt x="1857985" y="60364"/>
                </a:cubicBezTo>
                <a:cubicBezTo>
                  <a:pt x="1859557" y="61726"/>
                  <a:pt x="1863618" y="63822"/>
                  <a:pt x="1870168" y="66652"/>
                </a:cubicBezTo>
                <a:cubicBezTo>
                  <a:pt x="1881067" y="71367"/>
                  <a:pt x="1887931" y="75088"/>
                  <a:pt x="1890761" y="77813"/>
                </a:cubicBezTo>
                <a:cubicBezTo>
                  <a:pt x="1895267" y="82162"/>
                  <a:pt x="1897520" y="87454"/>
                  <a:pt x="1897520" y="93689"/>
                </a:cubicBezTo>
                <a:cubicBezTo>
                  <a:pt x="1897520" y="97829"/>
                  <a:pt x="1896249" y="101890"/>
                  <a:pt x="1893708" y="105872"/>
                </a:cubicBezTo>
                <a:cubicBezTo>
                  <a:pt x="1891167" y="109855"/>
                  <a:pt x="1887289" y="113038"/>
                  <a:pt x="1882075" y="115422"/>
                </a:cubicBezTo>
                <a:cubicBezTo>
                  <a:pt x="1876862" y="117806"/>
                  <a:pt x="1870718" y="118998"/>
                  <a:pt x="1863644" y="118998"/>
                </a:cubicBezTo>
                <a:cubicBezTo>
                  <a:pt x="1854003" y="118998"/>
                  <a:pt x="1845802" y="116621"/>
                  <a:pt x="1839043" y="111865"/>
                </a:cubicBezTo>
                <a:cubicBezTo>
                  <a:pt x="1832283" y="107109"/>
                  <a:pt x="1829087" y="99373"/>
                  <a:pt x="1829454" y="88659"/>
                </a:cubicBezTo>
                <a:close/>
                <a:moveTo>
                  <a:pt x="1909939" y="88659"/>
                </a:moveTo>
                <a:lnTo>
                  <a:pt x="1924165" y="87716"/>
                </a:lnTo>
                <a:cubicBezTo>
                  <a:pt x="1924165" y="91803"/>
                  <a:pt x="1924794" y="95288"/>
                  <a:pt x="1926051" y="98170"/>
                </a:cubicBezTo>
                <a:cubicBezTo>
                  <a:pt x="1927309" y="101052"/>
                  <a:pt x="1929627" y="103409"/>
                  <a:pt x="1933007" y="105243"/>
                </a:cubicBezTo>
                <a:cubicBezTo>
                  <a:pt x="1936387" y="107077"/>
                  <a:pt x="1940330" y="107994"/>
                  <a:pt x="1944836" y="107994"/>
                </a:cubicBezTo>
                <a:cubicBezTo>
                  <a:pt x="1951124" y="107994"/>
                  <a:pt x="1955840" y="106737"/>
                  <a:pt x="1958984" y="104222"/>
                </a:cubicBezTo>
                <a:cubicBezTo>
                  <a:pt x="1962128" y="101707"/>
                  <a:pt x="1963700" y="98746"/>
                  <a:pt x="1963700" y="95340"/>
                </a:cubicBezTo>
                <a:cubicBezTo>
                  <a:pt x="1963700" y="92877"/>
                  <a:pt x="1962757" y="90546"/>
                  <a:pt x="1960870" y="88345"/>
                </a:cubicBezTo>
                <a:cubicBezTo>
                  <a:pt x="1958932" y="86144"/>
                  <a:pt x="1954203" y="83432"/>
                  <a:pt x="1946683" y="80210"/>
                </a:cubicBezTo>
                <a:cubicBezTo>
                  <a:pt x="1939164" y="76987"/>
                  <a:pt x="1934356" y="74721"/>
                  <a:pt x="1932261" y="73411"/>
                </a:cubicBezTo>
                <a:cubicBezTo>
                  <a:pt x="1928750" y="71263"/>
                  <a:pt x="1926104" y="68734"/>
                  <a:pt x="1924322" y="65826"/>
                </a:cubicBezTo>
                <a:cubicBezTo>
                  <a:pt x="1922541" y="62918"/>
                  <a:pt x="1921650" y="59578"/>
                  <a:pt x="1921650" y="55805"/>
                </a:cubicBezTo>
                <a:cubicBezTo>
                  <a:pt x="1921650" y="49203"/>
                  <a:pt x="1924270" y="43544"/>
                  <a:pt x="1929510" y="38828"/>
                </a:cubicBezTo>
                <a:cubicBezTo>
                  <a:pt x="1934749" y="34112"/>
                  <a:pt x="1942085" y="31754"/>
                  <a:pt x="1951517" y="31754"/>
                </a:cubicBezTo>
                <a:cubicBezTo>
                  <a:pt x="1961997" y="31754"/>
                  <a:pt x="1969975" y="34177"/>
                  <a:pt x="1975450" y="39024"/>
                </a:cubicBezTo>
                <a:cubicBezTo>
                  <a:pt x="1980926" y="43871"/>
                  <a:pt x="1983769" y="50251"/>
                  <a:pt x="1983978" y="58163"/>
                </a:cubicBezTo>
                <a:lnTo>
                  <a:pt x="1970066" y="59106"/>
                </a:lnTo>
                <a:cubicBezTo>
                  <a:pt x="1969857" y="54076"/>
                  <a:pt x="1968075" y="50093"/>
                  <a:pt x="1964722" y="47159"/>
                </a:cubicBezTo>
                <a:cubicBezTo>
                  <a:pt x="1961368" y="44225"/>
                  <a:pt x="1956626" y="42758"/>
                  <a:pt x="1950495" y="42758"/>
                </a:cubicBezTo>
                <a:cubicBezTo>
                  <a:pt x="1945570" y="42758"/>
                  <a:pt x="1941745" y="43884"/>
                  <a:pt x="1939020" y="46137"/>
                </a:cubicBezTo>
                <a:cubicBezTo>
                  <a:pt x="1936295" y="48391"/>
                  <a:pt x="1934933" y="50827"/>
                  <a:pt x="1934933" y="53447"/>
                </a:cubicBezTo>
                <a:cubicBezTo>
                  <a:pt x="1934933" y="56067"/>
                  <a:pt x="1936112" y="58373"/>
                  <a:pt x="1938470" y="60364"/>
                </a:cubicBezTo>
                <a:cubicBezTo>
                  <a:pt x="1940042" y="61726"/>
                  <a:pt x="1944103" y="63822"/>
                  <a:pt x="1950653" y="66652"/>
                </a:cubicBezTo>
                <a:cubicBezTo>
                  <a:pt x="1961552" y="71367"/>
                  <a:pt x="1968416" y="75088"/>
                  <a:pt x="1971245" y="77813"/>
                </a:cubicBezTo>
                <a:cubicBezTo>
                  <a:pt x="1975752" y="82162"/>
                  <a:pt x="1978005" y="87454"/>
                  <a:pt x="1978005" y="93689"/>
                </a:cubicBezTo>
                <a:cubicBezTo>
                  <a:pt x="1978005" y="97829"/>
                  <a:pt x="1976734" y="101890"/>
                  <a:pt x="1974193" y="105872"/>
                </a:cubicBezTo>
                <a:cubicBezTo>
                  <a:pt x="1971652" y="109855"/>
                  <a:pt x="1967774" y="113038"/>
                  <a:pt x="1962560" y="115422"/>
                </a:cubicBezTo>
                <a:cubicBezTo>
                  <a:pt x="1957347" y="117806"/>
                  <a:pt x="1951203" y="118998"/>
                  <a:pt x="1944129" y="118998"/>
                </a:cubicBezTo>
                <a:cubicBezTo>
                  <a:pt x="1934487" y="118998"/>
                  <a:pt x="1926287" y="116621"/>
                  <a:pt x="1919528" y="111865"/>
                </a:cubicBezTo>
                <a:cubicBezTo>
                  <a:pt x="1912768" y="107109"/>
                  <a:pt x="1909572" y="99373"/>
                  <a:pt x="1909939" y="88659"/>
                </a:cubicBezTo>
                <a:close/>
                <a:moveTo>
                  <a:pt x="2009287" y="18078"/>
                </a:moveTo>
                <a:lnTo>
                  <a:pt x="2012667" y="1886"/>
                </a:lnTo>
                <a:lnTo>
                  <a:pt x="2026815" y="1886"/>
                </a:lnTo>
                <a:lnTo>
                  <a:pt x="2023435" y="18078"/>
                </a:lnTo>
                <a:lnTo>
                  <a:pt x="2009287" y="18078"/>
                </a:lnTo>
                <a:moveTo>
                  <a:pt x="1988537" y="117112"/>
                </a:moveTo>
                <a:lnTo>
                  <a:pt x="2005986" y="33640"/>
                </a:lnTo>
                <a:lnTo>
                  <a:pt x="2020212" y="33640"/>
                </a:lnTo>
                <a:lnTo>
                  <a:pt x="2002763" y="117112"/>
                </a:lnTo>
                <a:lnTo>
                  <a:pt x="1988537" y="117112"/>
                </a:lnTo>
                <a:close/>
                <a:moveTo>
                  <a:pt x="2026788" y="117112"/>
                </a:moveTo>
                <a:lnTo>
                  <a:pt x="2041957" y="44644"/>
                </a:lnTo>
                <a:lnTo>
                  <a:pt x="2029224" y="44644"/>
                </a:lnTo>
                <a:lnTo>
                  <a:pt x="2031503" y="33640"/>
                </a:lnTo>
                <a:lnTo>
                  <a:pt x="2044236" y="33640"/>
                </a:lnTo>
                <a:lnTo>
                  <a:pt x="2046673" y="21799"/>
                </a:lnTo>
                <a:cubicBezTo>
                  <a:pt x="2047931" y="15892"/>
                  <a:pt x="2049227" y="11633"/>
                  <a:pt x="2050564" y="9019"/>
                </a:cubicBezTo>
                <a:cubicBezTo>
                  <a:pt x="2051900" y="6404"/>
                  <a:pt x="2054074" y="4248"/>
                  <a:pt x="2057087" y="2550"/>
                </a:cubicBezTo>
                <a:cubicBezTo>
                  <a:pt x="2060100" y="850"/>
                  <a:pt x="2064200" y="0"/>
                  <a:pt x="2069388" y="0"/>
                </a:cubicBezTo>
                <a:cubicBezTo>
                  <a:pt x="2073004" y="0"/>
                  <a:pt x="2078243" y="765"/>
                  <a:pt x="2085108" y="2294"/>
                </a:cubicBezTo>
                <a:lnTo>
                  <a:pt x="2082514" y="14713"/>
                </a:lnTo>
                <a:cubicBezTo>
                  <a:pt x="2077693" y="13498"/>
                  <a:pt x="2073659" y="12890"/>
                  <a:pt x="2070410" y="12890"/>
                </a:cubicBezTo>
                <a:cubicBezTo>
                  <a:pt x="2067633" y="12890"/>
                  <a:pt x="2065524" y="13575"/>
                  <a:pt x="2064083" y="14944"/>
                </a:cubicBezTo>
                <a:cubicBezTo>
                  <a:pt x="2062642" y="16312"/>
                  <a:pt x="2061397" y="19554"/>
                  <a:pt x="2060349" y="24668"/>
                </a:cubicBezTo>
                <a:lnTo>
                  <a:pt x="2058463" y="33640"/>
                </a:lnTo>
                <a:lnTo>
                  <a:pt x="2074340" y="33640"/>
                </a:lnTo>
                <a:lnTo>
                  <a:pt x="2072060" y="44644"/>
                </a:lnTo>
                <a:lnTo>
                  <a:pt x="2056183" y="44644"/>
                </a:lnTo>
                <a:lnTo>
                  <a:pt x="2041014" y="117112"/>
                </a:lnTo>
                <a:lnTo>
                  <a:pt x="2026788" y="117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ication">
            <a:extLst xmlns:a="http://schemas.openxmlformats.org/drawingml/2006/main">
              <a:ext uri="{FF2B5EF4-FFF2-40B4-BE49-F238E27FC236}">
                <a16:creationId xmlns:a16="http://schemas.microsoft.com/office/drawing/2014/main" id="{E505A2AB-75A1-4A0E-B485-2215A356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613" y="202842"/>
            <a:ext cx="455875" cy="117112"/>
          </a:xfrm>
          <a:custGeom xmlns:a="http://schemas.openxmlformats.org/drawingml/2006/main">
            <a:pathLst>
              <a:path w="455875" h="117112">
                <a:moveTo>
                  <a:pt x="20750" y="16191"/>
                </a:moveTo>
                <a:lnTo>
                  <a:pt x="24130" y="0"/>
                </a:lnTo>
                <a:lnTo>
                  <a:pt x="38277" y="0"/>
                </a:lnTo>
                <a:lnTo>
                  <a:pt x="34898" y="16191"/>
                </a:lnTo>
                <a:lnTo>
                  <a:pt x="20750" y="16191"/>
                </a:lnTo>
                <a:moveTo>
                  <a:pt x="0" y="115225"/>
                </a:moveTo>
                <a:lnTo>
                  <a:pt x="17449" y="31754"/>
                </a:lnTo>
                <a:lnTo>
                  <a:pt x="31675" y="31754"/>
                </a:lnTo>
                <a:lnTo>
                  <a:pt x="14226" y="115225"/>
                </a:lnTo>
                <a:lnTo>
                  <a:pt x="0" y="115225"/>
                </a:lnTo>
                <a:close/>
                <a:moveTo>
                  <a:pt x="93899" y="84729"/>
                </a:moveTo>
                <a:lnTo>
                  <a:pt x="108125" y="86301"/>
                </a:lnTo>
                <a:cubicBezTo>
                  <a:pt x="104562" y="96729"/>
                  <a:pt x="99492" y="104471"/>
                  <a:pt x="92916" y="109527"/>
                </a:cubicBezTo>
                <a:cubicBezTo>
                  <a:pt x="86340" y="114584"/>
                  <a:pt x="78860" y="117112"/>
                  <a:pt x="70476" y="117112"/>
                </a:cubicBezTo>
                <a:cubicBezTo>
                  <a:pt x="61411" y="117112"/>
                  <a:pt x="54062" y="114177"/>
                  <a:pt x="48430" y="108309"/>
                </a:cubicBezTo>
                <a:cubicBezTo>
                  <a:pt x="42797" y="102440"/>
                  <a:pt x="39980" y="94240"/>
                  <a:pt x="39980" y="83707"/>
                </a:cubicBezTo>
                <a:cubicBezTo>
                  <a:pt x="39980" y="74590"/>
                  <a:pt x="41788" y="65630"/>
                  <a:pt x="45404" y="56827"/>
                </a:cubicBezTo>
                <a:cubicBezTo>
                  <a:pt x="49019" y="48024"/>
                  <a:pt x="54193" y="41330"/>
                  <a:pt x="60927" y="36745"/>
                </a:cubicBezTo>
                <a:cubicBezTo>
                  <a:pt x="67660" y="32160"/>
                  <a:pt x="75350" y="29867"/>
                  <a:pt x="83995" y="29867"/>
                </a:cubicBezTo>
                <a:cubicBezTo>
                  <a:pt x="92956" y="29867"/>
                  <a:pt x="100056" y="32396"/>
                  <a:pt x="105296" y="37452"/>
                </a:cubicBezTo>
                <a:cubicBezTo>
                  <a:pt x="110536" y="42509"/>
                  <a:pt x="113155" y="49203"/>
                  <a:pt x="113155" y="57534"/>
                </a:cubicBezTo>
                <a:lnTo>
                  <a:pt x="99165" y="58477"/>
                </a:lnTo>
                <a:cubicBezTo>
                  <a:pt x="99113" y="53210"/>
                  <a:pt x="97580" y="49090"/>
                  <a:pt x="94567" y="46118"/>
                </a:cubicBezTo>
                <a:cubicBezTo>
                  <a:pt x="91554" y="43144"/>
                  <a:pt x="87585" y="41657"/>
                  <a:pt x="82659" y="41657"/>
                </a:cubicBezTo>
                <a:cubicBezTo>
                  <a:pt x="76948" y="41657"/>
                  <a:pt x="71996" y="43463"/>
                  <a:pt x="67804" y="47076"/>
                </a:cubicBezTo>
                <a:cubicBezTo>
                  <a:pt x="63612" y="50686"/>
                  <a:pt x="60324" y="56168"/>
                  <a:pt x="57940" y="63522"/>
                </a:cubicBezTo>
                <a:cubicBezTo>
                  <a:pt x="55556" y="70875"/>
                  <a:pt x="54364" y="77953"/>
                  <a:pt x="54364" y="84756"/>
                </a:cubicBezTo>
                <a:cubicBezTo>
                  <a:pt x="54364" y="91873"/>
                  <a:pt x="55936" y="97211"/>
                  <a:pt x="59080" y="100771"/>
                </a:cubicBezTo>
                <a:cubicBezTo>
                  <a:pt x="62224" y="104329"/>
                  <a:pt x="66101" y="106108"/>
                  <a:pt x="70712" y="106108"/>
                </a:cubicBezTo>
                <a:cubicBezTo>
                  <a:pt x="75323" y="106108"/>
                  <a:pt x="79738" y="104346"/>
                  <a:pt x="83956" y="100822"/>
                </a:cubicBezTo>
                <a:cubicBezTo>
                  <a:pt x="88174" y="97298"/>
                  <a:pt x="91488" y="91934"/>
                  <a:pt x="93899" y="84729"/>
                </a:cubicBezTo>
                <a:close/>
                <a:moveTo>
                  <a:pt x="173047" y="104850"/>
                </a:moveTo>
                <a:cubicBezTo>
                  <a:pt x="168121" y="109095"/>
                  <a:pt x="163379" y="112199"/>
                  <a:pt x="158821" y="114164"/>
                </a:cubicBezTo>
                <a:cubicBezTo>
                  <a:pt x="154262" y="116129"/>
                  <a:pt x="149389" y="117112"/>
                  <a:pt x="144201" y="117112"/>
                </a:cubicBezTo>
                <a:cubicBezTo>
                  <a:pt x="136499" y="117112"/>
                  <a:pt x="130289" y="114846"/>
                  <a:pt x="125573" y="110313"/>
                </a:cubicBezTo>
                <a:cubicBezTo>
                  <a:pt x="120858" y="105781"/>
                  <a:pt x="118500" y="99977"/>
                  <a:pt x="118500" y="92903"/>
                </a:cubicBezTo>
                <a:cubicBezTo>
                  <a:pt x="118500" y="88240"/>
                  <a:pt x="119561" y="84114"/>
                  <a:pt x="121683" y="80524"/>
                </a:cubicBezTo>
                <a:cubicBezTo>
                  <a:pt x="123805" y="76935"/>
                  <a:pt x="126621" y="74053"/>
                  <a:pt x="130132" y="71878"/>
                </a:cubicBezTo>
                <a:cubicBezTo>
                  <a:pt x="133643" y="69704"/>
                  <a:pt x="137940" y="68145"/>
                  <a:pt x="143022" y="67202"/>
                </a:cubicBezTo>
                <a:cubicBezTo>
                  <a:pt x="146219" y="66573"/>
                  <a:pt x="152284" y="66075"/>
                  <a:pt x="161218" y="65708"/>
                </a:cubicBezTo>
                <a:cubicBezTo>
                  <a:pt x="170152" y="65342"/>
                  <a:pt x="176558" y="64398"/>
                  <a:pt x="180435" y="62879"/>
                </a:cubicBezTo>
                <a:cubicBezTo>
                  <a:pt x="181536" y="59001"/>
                  <a:pt x="182086" y="55779"/>
                  <a:pt x="182086" y="53211"/>
                </a:cubicBezTo>
                <a:cubicBezTo>
                  <a:pt x="182086" y="49910"/>
                  <a:pt x="180881" y="47316"/>
                  <a:pt x="178470" y="45430"/>
                </a:cubicBezTo>
                <a:cubicBezTo>
                  <a:pt x="175169" y="42810"/>
                  <a:pt x="170348" y="41500"/>
                  <a:pt x="164008" y="41500"/>
                </a:cubicBezTo>
                <a:cubicBezTo>
                  <a:pt x="158035" y="41500"/>
                  <a:pt x="153148" y="42823"/>
                  <a:pt x="149350" y="45469"/>
                </a:cubicBezTo>
                <a:cubicBezTo>
                  <a:pt x="145551" y="48115"/>
                  <a:pt x="142787" y="51875"/>
                  <a:pt x="141057" y="56748"/>
                </a:cubicBezTo>
                <a:lnTo>
                  <a:pt x="126674" y="55491"/>
                </a:lnTo>
                <a:cubicBezTo>
                  <a:pt x="129608" y="47212"/>
                  <a:pt x="134259" y="40871"/>
                  <a:pt x="140625" y="36470"/>
                </a:cubicBezTo>
                <a:cubicBezTo>
                  <a:pt x="146992" y="32068"/>
                  <a:pt x="155022" y="29867"/>
                  <a:pt x="164716" y="29867"/>
                </a:cubicBezTo>
                <a:cubicBezTo>
                  <a:pt x="175038" y="29867"/>
                  <a:pt x="183212" y="32330"/>
                  <a:pt x="189238" y="37256"/>
                </a:cubicBezTo>
                <a:cubicBezTo>
                  <a:pt x="193849" y="40924"/>
                  <a:pt x="196155" y="45692"/>
                  <a:pt x="196155" y="51561"/>
                </a:cubicBezTo>
                <a:cubicBezTo>
                  <a:pt x="196155" y="56015"/>
                  <a:pt x="195500" y="61176"/>
                  <a:pt x="194190" y="67045"/>
                </a:cubicBezTo>
                <a:lnTo>
                  <a:pt x="189553" y="87795"/>
                </a:lnTo>
                <a:cubicBezTo>
                  <a:pt x="188086" y="94397"/>
                  <a:pt x="187352" y="99768"/>
                  <a:pt x="187352" y="103907"/>
                </a:cubicBezTo>
                <a:cubicBezTo>
                  <a:pt x="187352" y="106527"/>
                  <a:pt x="187928" y="110300"/>
                  <a:pt x="189081" y="115225"/>
                </a:cubicBezTo>
                <a:lnTo>
                  <a:pt x="174698" y="115225"/>
                </a:lnTo>
                <a:cubicBezTo>
                  <a:pt x="173912" y="112501"/>
                  <a:pt x="173361" y="109042"/>
                  <a:pt x="173047" y="104850"/>
                </a:cubicBezTo>
                <a:moveTo>
                  <a:pt x="178313" y="72939"/>
                </a:moveTo>
                <a:cubicBezTo>
                  <a:pt x="176322" y="73725"/>
                  <a:pt x="174187" y="74328"/>
                  <a:pt x="171907" y="74747"/>
                </a:cubicBezTo>
                <a:cubicBezTo>
                  <a:pt x="169628" y="75166"/>
                  <a:pt x="165816" y="75612"/>
                  <a:pt x="160471" y="76083"/>
                </a:cubicBezTo>
                <a:cubicBezTo>
                  <a:pt x="152192" y="76817"/>
                  <a:pt x="146350" y="77747"/>
                  <a:pt x="142944" y="78874"/>
                </a:cubicBezTo>
                <a:cubicBezTo>
                  <a:pt x="139538" y="80000"/>
                  <a:pt x="136970" y="81795"/>
                  <a:pt x="135241" y="84258"/>
                </a:cubicBezTo>
                <a:cubicBezTo>
                  <a:pt x="133512" y="86720"/>
                  <a:pt x="132647" y="89445"/>
                  <a:pt x="132647" y="92432"/>
                </a:cubicBezTo>
                <a:cubicBezTo>
                  <a:pt x="132647" y="96414"/>
                  <a:pt x="134023" y="99689"/>
                  <a:pt x="136774" y="102257"/>
                </a:cubicBezTo>
                <a:cubicBezTo>
                  <a:pt x="139525" y="104824"/>
                  <a:pt x="143442" y="106108"/>
                  <a:pt x="148524" y="106108"/>
                </a:cubicBezTo>
                <a:cubicBezTo>
                  <a:pt x="153240" y="106108"/>
                  <a:pt x="157773" y="104864"/>
                  <a:pt x="162122" y="102375"/>
                </a:cubicBezTo>
                <a:cubicBezTo>
                  <a:pt x="166471" y="99886"/>
                  <a:pt x="169903" y="96414"/>
                  <a:pt x="172418" y="91960"/>
                </a:cubicBezTo>
                <a:cubicBezTo>
                  <a:pt x="174933" y="87506"/>
                  <a:pt x="176898" y="81166"/>
                  <a:pt x="178313" y="72939"/>
                </a:cubicBezTo>
                <a:close/>
                <a:moveTo>
                  <a:pt x="239517" y="103662"/>
                </a:moveTo>
                <a:lnTo>
                  <a:pt x="237159" y="115294"/>
                </a:lnTo>
                <a:cubicBezTo>
                  <a:pt x="233753" y="116192"/>
                  <a:pt x="230452" y="116640"/>
                  <a:pt x="227256" y="116640"/>
                </a:cubicBezTo>
                <a:cubicBezTo>
                  <a:pt x="221597" y="116640"/>
                  <a:pt x="217091" y="115252"/>
                  <a:pt x="213737" y="112475"/>
                </a:cubicBezTo>
                <a:cubicBezTo>
                  <a:pt x="211222" y="110379"/>
                  <a:pt x="209964" y="107523"/>
                  <a:pt x="209964" y="103907"/>
                </a:cubicBezTo>
                <a:cubicBezTo>
                  <a:pt x="209964" y="102073"/>
                  <a:pt x="210646" y="97855"/>
                  <a:pt x="212008" y="91253"/>
                </a:cubicBezTo>
                <a:lnTo>
                  <a:pt x="222147" y="42758"/>
                </a:lnTo>
                <a:lnTo>
                  <a:pt x="210908" y="42758"/>
                </a:lnTo>
                <a:lnTo>
                  <a:pt x="213187" y="31754"/>
                </a:lnTo>
                <a:lnTo>
                  <a:pt x="224426" y="31754"/>
                </a:lnTo>
                <a:lnTo>
                  <a:pt x="228749" y="11240"/>
                </a:lnTo>
                <a:lnTo>
                  <a:pt x="245019" y="1415"/>
                </a:lnTo>
                <a:lnTo>
                  <a:pt x="238653" y="31754"/>
                </a:lnTo>
                <a:lnTo>
                  <a:pt x="252643" y="31754"/>
                </a:lnTo>
                <a:lnTo>
                  <a:pt x="250285" y="42758"/>
                </a:lnTo>
                <a:lnTo>
                  <a:pt x="236373" y="42758"/>
                </a:lnTo>
                <a:lnTo>
                  <a:pt x="226706" y="88836"/>
                </a:lnTo>
                <a:cubicBezTo>
                  <a:pt x="225501" y="94698"/>
                  <a:pt x="224898" y="98205"/>
                  <a:pt x="224898" y="99356"/>
                </a:cubicBezTo>
                <a:cubicBezTo>
                  <a:pt x="224898" y="101029"/>
                  <a:pt x="225383" y="102312"/>
                  <a:pt x="226352" y="103202"/>
                </a:cubicBezTo>
                <a:cubicBezTo>
                  <a:pt x="227322" y="104091"/>
                  <a:pt x="228907" y="104536"/>
                  <a:pt x="231107" y="104536"/>
                </a:cubicBezTo>
                <a:cubicBezTo>
                  <a:pt x="234251" y="104536"/>
                  <a:pt x="237055" y="104245"/>
                  <a:pt x="239517" y="103662"/>
                </a:cubicBezTo>
                <a:close/>
                <a:moveTo>
                  <a:pt x="271220" y="16191"/>
                </a:moveTo>
                <a:lnTo>
                  <a:pt x="274599" y="0"/>
                </a:lnTo>
                <a:lnTo>
                  <a:pt x="288747" y="0"/>
                </a:lnTo>
                <a:lnTo>
                  <a:pt x="285367" y="16191"/>
                </a:lnTo>
                <a:lnTo>
                  <a:pt x="271220" y="16191"/>
                </a:lnTo>
                <a:moveTo>
                  <a:pt x="250470" y="115225"/>
                </a:moveTo>
                <a:lnTo>
                  <a:pt x="267918" y="31754"/>
                </a:lnTo>
                <a:lnTo>
                  <a:pt x="282145" y="31754"/>
                </a:lnTo>
                <a:lnTo>
                  <a:pt x="264696" y="115225"/>
                </a:lnTo>
                <a:lnTo>
                  <a:pt x="250470" y="115225"/>
                </a:lnTo>
                <a:close/>
                <a:moveTo>
                  <a:pt x="289270" y="83550"/>
                </a:moveTo>
                <a:cubicBezTo>
                  <a:pt x="289270" y="67254"/>
                  <a:pt x="294064" y="53761"/>
                  <a:pt x="303653" y="43072"/>
                </a:cubicBezTo>
                <a:cubicBezTo>
                  <a:pt x="311565" y="34269"/>
                  <a:pt x="321940" y="29867"/>
                  <a:pt x="334778" y="29867"/>
                </a:cubicBezTo>
                <a:cubicBezTo>
                  <a:pt x="344839" y="29867"/>
                  <a:pt x="352948" y="33011"/>
                  <a:pt x="359105" y="39299"/>
                </a:cubicBezTo>
                <a:cubicBezTo>
                  <a:pt x="365261" y="45587"/>
                  <a:pt x="368340" y="54076"/>
                  <a:pt x="368340" y="64765"/>
                </a:cubicBezTo>
                <a:cubicBezTo>
                  <a:pt x="368340" y="74354"/>
                  <a:pt x="366401" y="83275"/>
                  <a:pt x="362524" y="91528"/>
                </a:cubicBezTo>
                <a:cubicBezTo>
                  <a:pt x="358646" y="99781"/>
                  <a:pt x="353131" y="106108"/>
                  <a:pt x="345979" y="110510"/>
                </a:cubicBezTo>
                <a:cubicBezTo>
                  <a:pt x="338826" y="114911"/>
                  <a:pt x="331294" y="117112"/>
                  <a:pt x="323381" y="117112"/>
                </a:cubicBezTo>
                <a:cubicBezTo>
                  <a:pt x="316884" y="117112"/>
                  <a:pt x="310976" y="115723"/>
                  <a:pt x="305657" y="112946"/>
                </a:cubicBezTo>
                <a:cubicBezTo>
                  <a:pt x="300339" y="110169"/>
                  <a:pt x="296278" y="106239"/>
                  <a:pt x="293475" y="101156"/>
                </a:cubicBezTo>
                <a:cubicBezTo>
                  <a:pt x="290671" y="96074"/>
                  <a:pt x="289270" y="90205"/>
                  <a:pt x="289270" y="83550"/>
                </a:cubicBezTo>
                <a:moveTo>
                  <a:pt x="303496" y="82135"/>
                </a:moveTo>
                <a:cubicBezTo>
                  <a:pt x="303496" y="89995"/>
                  <a:pt x="305382" y="95956"/>
                  <a:pt x="309155" y="100017"/>
                </a:cubicBezTo>
                <a:cubicBezTo>
                  <a:pt x="312928" y="104078"/>
                  <a:pt x="317722" y="106108"/>
                  <a:pt x="323539" y="106108"/>
                </a:cubicBezTo>
                <a:cubicBezTo>
                  <a:pt x="326578" y="106108"/>
                  <a:pt x="329591" y="105492"/>
                  <a:pt x="332577" y="104261"/>
                </a:cubicBezTo>
                <a:cubicBezTo>
                  <a:pt x="335564" y="103030"/>
                  <a:pt x="338341" y="101156"/>
                  <a:pt x="340909" y="98641"/>
                </a:cubicBezTo>
                <a:cubicBezTo>
                  <a:pt x="343476" y="96126"/>
                  <a:pt x="345664" y="93257"/>
                  <a:pt x="347472" y="90035"/>
                </a:cubicBezTo>
                <a:cubicBezTo>
                  <a:pt x="349280" y="86812"/>
                  <a:pt x="350734" y="83341"/>
                  <a:pt x="351834" y="79620"/>
                </a:cubicBezTo>
                <a:cubicBezTo>
                  <a:pt x="353459" y="74433"/>
                  <a:pt x="354271" y="69455"/>
                  <a:pt x="354271" y="64687"/>
                </a:cubicBezTo>
                <a:cubicBezTo>
                  <a:pt x="354271" y="57141"/>
                  <a:pt x="352371" y="51286"/>
                  <a:pt x="348572" y="47120"/>
                </a:cubicBezTo>
                <a:cubicBezTo>
                  <a:pt x="344773" y="42954"/>
                  <a:pt x="339992" y="40871"/>
                  <a:pt x="334228" y="40871"/>
                </a:cubicBezTo>
                <a:cubicBezTo>
                  <a:pt x="329774" y="40871"/>
                  <a:pt x="325713" y="41932"/>
                  <a:pt x="322045" y="44054"/>
                </a:cubicBezTo>
                <a:cubicBezTo>
                  <a:pt x="318377" y="46177"/>
                  <a:pt x="315063" y="49281"/>
                  <a:pt x="312103" y="53368"/>
                </a:cubicBezTo>
                <a:cubicBezTo>
                  <a:pt x="309142" y="57456"/>
                  <a:pt x="306967" y="62211"/>
                  <a:pt x="305579" y="67634"/>
                </a:cubicBezTo>
                <a:cubicBezTo>
                  <a:pt x="304190" y="73057"/>
                  <a:pt x="303496" y="77891"/>
                  <a:pt x="303496" y="82135"/>
                </a:cubicBezTo>
                <a:close/>
                <a:moveTo>
                  <a:pt x="376254" y="115225"/>
                </a:moveTo>
                <a:lnTo>
                  <a:pt x="393703" y="31754"/>
                </a:lnTo>
                <a:lnTo>
                  <a:pt x="406593" y="31754"/>
                </a:lnTo>
                <a:lnTo>
                  <a:pt x="403528" y="46312"/>
                </a:lnTo>
                <a:cubicBezTo>
                  <a:pt x="409135" y="40589"/>
                  <a:pt x="414375" y="36417"/>
                  <a:pt x="419248" y="33797"/>
                </a:cubicBezTo>
                <a:cubicBezTo>
                  <a:pt x="424121" y="31177"/>
                  <a:pt x="429099" y="29867"/>
                  <a:pt x="434181" y="29867"/>
                </a:cubicBezTo>
                <a:cubicBezTo>
                  <a:pt x="440941" y="29867"/>
                  <a:pt x="446246" y="31703"/>
                  <a:pt x="450098" y="35374"/>
                </a:cubicBezTo>
                <a:cubicBezTo>
                  <a:pt x="453949" y="39045"/>
                  <a:pt x="455875" y="43949"/>
                  <a:pt x="455875" y="50084"/>
                </a:cubicBezTo>
                <a:cubicBezTo>
                  <a:pt x="455875" y="53174"/>
                  <a:pt x="455193" y="58046"/>
                  <a:pt x="453831" y="64699"/>
                </a:cubicBezTo>
                <a:lnTo>
                  <a:pt x="443220" y="115225"/>
                </a:lnTo>
                <a:lnTo>
                  <a:pt x="428994" y="115225"/>
                </a:lnTo>
                <a:lnTo>
                  <a:pt x="440076" y="62385"/>
                </a:lnTo>
                <a:cubicBezTo>
                  <a:pt x="441177" y="57255"/>
                  <a:pt x="441727" y="53460"/>
                  <a:pt x="441727" y="51001"/>
                </a:cubicBezTo>
                <a:cubicBezTo>
                  <a:pt x="441727" y="48227"/>
                  <a:pt x="440771" y="45976"/>
                  <a:pt x="438858" y="44249"/>
                </a:cubicBezTo>
                <a:cubicBezTo>
                  <a:pt x="436945" y="42521"/>
                  <a:pt x="434181" y="41657"/>
                  <a:pt x="430566" y="41657"/>
                </a:cubicBezTo>
                <a:cubicBezTo>
                  <a:pt x="423282" y="41657"/>
                  <a:pt x="416798" y="44272"/>
                  <a:pt x="411113" y="49502"/>
                </a:cubicBezTo>
                <a:cubicBezTo>
                  <a:pt x="405427" y="54731"/>
                  <a:pt x="401249" y="63698"/>
                  <a:pt x="398576" y="76405"/>
                </a:cubicBezTo>
                <a:lnTo>
                  <a:pt x="390481" y="115225"/>
                </a:lnTo>
                <a:lnTo>
                  <a:pt x="376254" y="115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A974B-349E-4724-B4FD-C3855FF4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1" y="83323"/>
            <a:ext cx="5043716" cy="2548691"/>
          </a:xfrm>
          <a:custGeom xmlns:a="http://schemas.openxmlformats.org/drawingml/2006/main">
            <a:pathLst>
              <a:path w="5043716" h="2548691">
                <a:moveTo>
                  <a:pt x="0" y="2548691"/>
                </a:moveTo>
                <a:lnTo>
                  <a:pt x="5043716" y="2548691"/>
                </a:lnTo>
                <a:lnTo>
                  <a:pt x="5043716" y="0"/>
                </a:lnTo>
                <a:lnTo>
                  <a:pt x="0" y="0"/>
                </a:lnTo>
                <a:lnTo>
                  <a:pt x="0" y="25486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D3C53-A75F-49AC-809A-9196967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1" y="83323"/>
            <a:ext cx="5043716" cy="2548691"/>
          </a:xfrm>
          <a:custGeom xmlns:a="http://schemas.openxmlformats.org/drawingml/2006/main">
            <a:pathLst>
              <a:path w="5043716" h="2548691" fill="none">
                <a:moveTo>
                  <a:pt x="0" y="2548691"/>
                </a:moveTo>
                <a:lnTo>
                  <a:pt x="5043716" y="2548691"/>
                </a:lnTo>
                <a:lnTo>
                  <a:pt x="5043716" y="0"/>
                </a:lnTo>
                <a:lnTo>
                  <a:pt x="0" y="0"/>
                </a:lnTo>
                <a:lnTo>
                  <a:pt x="0" y="25486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" cap="flat">
            <a:solidFill>
              <a:srgbClr val="000000"/>
            </a:solidFill>
            <a:miter/>
          </a:ln>
        </p:spPr>
      </p:sp>
      <p:sp>
        <p:nvSpPr>
          <p:cNvPr id="15" name="Text Step1:Communit">
            <a:extLst xmlns:a="http://schemas.openxmlformats.org/drawingml/2006/main">
              <a:ext uri="{FF2B5EF4-FFF2-40B4-BE49-F238E27FC236}">
                <a16:creationId xmlns:a16="http://schemas.microsoft.com/office/drawing/2014/main" id="{C4E54BB5-7F5D-4875-A7D1-1F47CAF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73" y="200956"/>
            <a:ext cx="1283891" cy="149180"/>
          </a:xfrm>
          <a:custGeom xmlns:a="http://schemas.openxmlformats.org/drawingml/2006/main">
            <a:pathLst>
              <a:path w="1283891" h="149180">
                <a:moveTo>
                  <a:pt x="0" y="79856"/>
                </a:moveTo>
                <a:lnTo>
                  <a:pt x="15091" y="78441"/>
                </a:lnTo>
                <a:lnTo>
                  <a:pt x="14934" y="82450"/>
                </a:lnTo>
                <a:cubicBezTo>
                  <a:pt x="14934" y="86904"/>
                  <a:pt x="15956" y="90978"/>
                  <a:pt x="17999" y="94672"/>
                </a:cubicBezTo>
                <a:cubicBezTo>
                  <a:pt x="20043" y="98366"/>
                  <a:pt x="23422" y="101222"/>
                  <a:pt x="28138" y="103239"/>
                </a:cubicBezTo>
                <a:cubicBezTo>
                  <a:pt x="32854" y="105257"/>
                  <a:pt x="38461" y="106265"/>
                  <a:pt x="44958" y="106265"/>
                </a:cubicBezTo>
                <a:cubicBezTo>
                  <a:pt x="54181" y="106265"/>
                  <a:pt x="61215" y="104246"/>
                  <a:pt x="66062" y="100208"/>
                </a:cubicBezTo>
                <a:cubicBezTo>
                  <a:pt x="70909" y="96170"/>
                  <a:pt x="73332" y="91556"/>
                  <a:pt x="73332" y="86365"/>
                </a:cubicBezTo>
                <a:cubicBezTo>
                  <a:pt x="73332" y="82746"/>
                  <a:pt x="72049" y="79443"/>
                  <a:pt x="69481" y="76454"/>
                </a:cubicBezTo>
                <a:cubicBezTo>
                  <a:pt x="66861" y="73523"/>
                  <a:pt x="59709" y="69546"/>
                  <a:pt x="48024" y="64522"/>
                </a:cubicBezTo>
                <a:cubicBezTo>
                  <a:pt x="38959" y="60597"/>
                  <a:pt x="32776" y="57588"/>
                  <a:pt x="29474" y="55495"/>
                </a:cubicBezTo>
                <a:cubicBezTo>
                  <a:pt x="24287" y="52094"/>
                  <a:pt x="20462" y="48392"/>
                  <a:pt x="17999" y="44389"/>
                </a:cubicBezTo>
                <a:cubicBezTo>
                  <a:pt x="15536" y="40385"/>
                  <a:pt x="14305" y="35819"/>
                  <a:pt x="14305" y="30690"/>
                </a:cubicBezTo>
                <a:cubicBezTo>
                  <a:pt x="14305" y="24777"/>
                  <a:pt x="15929" y="19440"/>
                  <a:pt x="19178" y="14678"/>
                </a:cubicBezTo>
                <a:cubicBezTo>
                  <a:pt x="22427" y="9917"/>
                  <a:pt x="27182" y="6280"/>
                  <a:pt x="33444" y="3768"/>
                </a:cubicBezTo>
                <a:cubicBezTo>
                  <a:pt x="39705" y="1256"/>
                  <a:pt x="46766" y="0"/>
                  <a:pt x="54626" y="0"/>
                </a:cubicBezTo>
                <a:cubicBezTo>
                  <a:pt x="64005" y="0"/>
                  <a:pt x="71918" y="1572"/>
                  <a:pt x="78363" y="4716"/>
                </a:cubicBezTo>
                <a:cubicBezTo>
                  <a:pt x="84808" y="7860"/>
                  <a:pt x="89484" y="12052"/>
                  <a:pt x="92393" y="17292"/>
                </a:cubicBezTo>
                <a:cubicBezTo>
                  <a:pt x="95301" y="22532"/>
                  <a:pt x="96755" y="27536"/>
                  <a:pt x="96755" y="32304"/>
                </a:cubicBezTo>
                <a:cubicBezTo>
                  <a:pt x="96755" y="32776"/>
                  <a:pt x="96729" y="33562"/>
                  <a:pt x="96676" y="34662"/>
                </a:cubicBezTo>
                <a:lnTo>
                  <a:pt x="81821" y="35841"/>
                </a:lnTo>
                <a:cubicBezTo>
                  <a:pt x="81821" y="32581"/>
                  <a:pt x="81533" y="30030"/>
                  <a:pt x="80957" y="28190"/>
                </a:cubicBezTo>
                <a:cubicBezTo>
                  <a:pt x="79909" y="24984"/>
                  <a:pt x="78284" y="22277"/>
                  <a:pt x="76083" y="20070"/>
                </a:cubicBezTo>
                <a:cubicBezTo>
                  <a:pt x="73883" y="17861"/>
                  <a:pt x="70857" y="16086"/>
                  <a:pt x="67005" y="14745"/>
                </a:cubicBezTo>
                <a:cubicBezTo>
                  <a:pt x="63154" y="13404"/>
                  <a:pt x="58844" y="12733"/>
                  <a:pt x="54076" y="12733"/>
                </a:cubicBezTo>
                <a:cubicBezTo>
                  <a:pt x="45692" y="12733"/>
                  <a:pt x="39168" y="14620"/>
                  <a:pt x="34505" y="18395"/>
                </a:cubicBezTo>
                <a:cubicBezTo>
                  <a:pt x="30942" y="21280"/>
                  <a:pt x="29160" y="25107"/>
                  <a:pt x="29160" y="29877"/>
                </a:cubicBezTo>
                <a:cubicBezTo>
                  <a:pt x="29160" y="32708"/>
                  <a:pt x="29894" y="35238"/>
                  <a:pt x="31361" y="37467"/>
                </a:cubicBezTo>
                <a:cubicBezTo>
                  <a:pt x="32828" y="39696"/>
                  <a:pt x="35474" y="41885"/>
                  <a:pt x="39299" y="44035"/>
                </a:cubicBezTo>
                <a:cubicBezTo>
                  <a:pt x="42024" y="45553"/>
                  <a:pt x="48495" y="48562"/>
                  <a:pt x="58713" y="53061"/>
                </a:cubicBezTo>
                <a:cubicBezTo>
                  <a:pt x="66992" y="56724"/>
                  <a:pt x="72704" y="59603"/>
                  <a:pt x="75848" y="61697"/>
                </a:cubicBezTo>
                <a:cubicBezTo>
                  <a:pt x="80040" y="64471"/>
                  <a:pt x="83262" y="67834"/>
                  <a:pt x="85515" y="71785"/>
                </a:cubicBezTo>
                <a:cubicBezTo>
                  <a:pt x="87768" y="75735"/>
                  <a:pt x="88895" y="80221"/>
                  <a:pt x="88895" y="85245"/>
                </a:cubicBezTo>
                <a:cubicBezTo>
                  <a:pt x="88895" y="91472"/>
                  <a:pt x="86996" y="97216"/>
                  <a:pt x="83197" y="102475"/>
                </a:cubicBezTo>
                <a:cubicBezTo>
                  <a:pt x="79398" y="107735"/>
                  <a:pt x="74145" y="111804"/>
                  <a:pt x="67438" y="114683"/>
                </a:cubicBezTo>
                <a:cubicBezTo>
                  <a:pt x="60730" y="117560"/>
                  <a:pt x="53054" y="118998"/>
                  <a:pt x="44408" y="118998"/>
                </a:cubicBezTo>
                <a:cubicBezTo>
                  <a:pt x="31361" y="118998"/>
                  <a:pt x="20711" y="116161"/>
                  <a:pt x="12458" y="110487"/>
                </a:cubicBezTo>
                <a:cubicBezTo>
                  <a:pt x="4205" y="104814"/>
                  <a:pt x="52" y="94603"/>
                  <a:pt x="0" y="79856"/>
                </a:cubicBezTo>
                <a:close/>
                <a:moveTo>
                  <a:pt x="134641" y="105548"/>
                </a:moveTo>
                <a:lnTo>
                  <a:pt x="132283" y="117181"/>
                </a:lnTo>
                <a:cubicBezTo>
                  <a:pt x="128877" y="118078"/>
                  <a:pt x="125576" y="118527"/>
                  <a:pt x="122379" y="118527"/>
                </a:cubicBezTo>
                <a:cubicBezTo>
                  <a:pt x="116720" y="118527"/>
                  <a:pt x="112214" y="117138"/>
                  <a:pt x="108860" y="114361"/>
                </a:cubicBezTo>
                <a:cubicBezTo>
                  <a:pt x="106345" y="112265"/>
                  <a:pt x="105087" y="109409"/>
                  <a:pt x="105087" y="105794"/>
                </a:cubicBezTo>
                <a:cubicBezTo>
                  <a:pt x="105087" y="103960"/>
                  <a:pt x="105769" y="99742"/>
                  <a:pt x="107131" y="93139"/>
                </a:cubicBezTo>
                <a:lnTo>
                  <a:pt x="117270" y="44644"/>
                </a:lnTo>
                <a:lnTo>
                  <a:pt x="106031" y="44644"/>
                </a:lnTo>
                <a:lnTo>
                  <a:pt x="108310" y="33640"/>
                </a:lnTo>
                <a:lnTo>
                  <a:pt x="119550" y="33640"/>
                </a:lnTo>
                <a:lnTo>
                  <a:pt x="123873" y="13126"/>
                </a:lnTo>
                <a:lnTo>
                  <a:pt x="140142" y="3301"/>
                </a:lnTo>
                <a:lnTo>
                  <a:pt x="133776" y="33640"/>
                </a:lnTo>
                <a:lnTo>
                  <a:pt x="147767" y="33640"/>
                </a:lnTo>
                <a:lnTo>
                  <a:pt x="145409" y="44644"/>
                </a:lnTo>
                <a:lnTo>
                  <a:pt x="131497" y="44644"/>
                </a:lnTo>
                <a:lnTo>
                  <a:pt x="121829" y="90722"/>
                </a:lnTo>
                <a:cubicBezTo>
                  <a:pt x="120624" y="96585"/>
                  <a:pt x="120021" y="100091"/>
                  <a:pt x="120021" y="101242"/>
                </a:cubicBezTo>
                <a:cubicBezTo>
                  <a:pt x="120021" y="102916"/>
                  <a:pt x="120506" y="104198"/>
                  <a:pt x="121475" y="105089"/>
                </a:cubicBezTo>
                <a:cubicBezTo>
                  <a:pt x="122445" y="105978"/>
                  <a:pt x="124030" y="106422"/>
                  <a:pt x="126231" y="106422"/>
                </a:cubicBezTo>
                <a:cubicBezTo>
                  <a:pt x="129374" y="106422"/>
                  <a:pt x="132178" y="106131"/>
                  <a:pt x="134641" y="105548"/>
                </a:cubicBezTo>
                <a:close/>
                <a:moveTo>
                  <a:pt x="207450" y="88974"/>
                </a:moveTo>
                <a:lnTo>
                  <a:pt x="221283" y="90231"/>
                </a:lnTo>
                <a:cubicBezTo>
                  <a:pt x="219292" y="97077"/>
                  <a:pt x="214720" y="103584"/>
                  <a:pt x="207568" y="109751"/>
                </a:cubicBezTo>
                <a:cubicBezTo>
                  <a:pt x="200415" y="115916"/>
                  <a:pt x="191887" y="118998"/>
                  <a:pt x="181984" y="118998"/>
                </a:cubicBezTo>
                <a:cubicBezTo>
                  <a:pt x="175801" y="118998"/>
                  <a:pt x="170129" y="117570"/>
                  <a:pt x="164967" y="114715"/>
                </a:cubicBezTo>
                <a:cubicBezTo>
                  <a:pt x="159806" y="111859"/>
                  <a:pt x="155876" y="107706"/>
                  <a:pt x="153178" y="102257"/>
                </a:cubicBezTo>
                <a:cubicBezTo>
                  <a:pt x="150479" y="96807"/>
                  <a:pt x="149130" y="90598"/>
                  <a:pt x="149130" y="83629"/>
                </a:cubicBezTo>
                <a:cubicBezTo>
                  <a:pt x="149130" y="74511"/>
                  <a:pt x="151239" y="65669"/>
                  <a:pt x="155457" y="57102"/>
                </a:cubicBezTo>
                <a:cubicBezTo>
                  <a:pt x="159675" y="48535"/>
                  <a:pt x="165138" y="42168"/>
                  <a:pt x="171845" y="38002"/>
                </a:cubicBezTo>
                <a:cubicBezTo>
                  <a:pt x="178552" y="33837"/>
                  <a:pt x="185809" y="31754"/>
                  <a:pt x="193616" y="31754"/>
                </a:cubicBezTo>
                <a:cubicBezTo>
                  <a:pt x="203572" y="31754"/>
                  <a:pt x="211524" y="34845"/>
                  <a:pt x="217471" y="41028"/>
                </a:cubicBezTo>
                <a:cubicBezTo>
                  <a:pt x="223418" y="47212"/>
                  <a:pt x="226392" y="55648"/>
                  <a:pt x="226392" y="66337"/>
                </a:cubicBezTo>
                <a:cubicBezTo>
                  <a:pt x="226392" y="70424"/>
                  <a:pt x="226025" y="74616"/>
                  <a:pt x="225292" y="78913"/>
                </a:cubicBezTo>
                <a:lnTo>
                  <a:pt x="163828" y="78913"/>
                </a:lnTo>
                <a:cubicBezTo>
                  <a:pt x="163618" y="80537"/>
                  <a:pt x="163513" y="82004"/>
                  <a:pt x="163513" y="83314"/>
                </a:cubicBezTo>
                <a:cubicBezTo>
                  <a:pt x="163513" y="91122"/>
                  <a:pt x="165308" y="97082"/>
                  <a:pt x="168897" y="101196"/>
                </a:cubicBezTo>
                <a:cubicBezTo>
                  <a:pt x="172487" y="105309"/>
                  <a:pt x="176875" y="107366"/>
                  <a:pt x="182063" y="107366"/>
                </a:cubicBezTo>
                <a:cubicBezTo>
                  <a:pt x="186936" y="107366"/>
                  <a:pt x="191730" y="105788"/>
                  <a:pt x="196446" y="102633"/>
                </a:cubicBezTo>
                <a:cubicBezTo>
                  <a:pt x="201162" y="99475"/>
                  <a:pt x="204830" y="94922"/>
                  <a:pt x="207450" y="88974"/>
                </a:cubicBezTo>
                <a:moveTo>
                  <a:pt x="166107" y="67909"/>
                </a:moveTo>
                <a:lnTo>
                  <a:pt x="212952" y="67909"/>
                </a:lnTo>
                <a:cubicBezTo>
                  <a:pt x="213004" y="66447"/>
                  <a:pt x="213030" y="65402"/>
                  <a:pt x="213030" y="64775"/>
                </a:cubicBezTo>
                <a:cubicBezTo>
                  <a:pt x="213030" y="57672"/>
                  <a:pt x="211249" y="52226"/>
                  <a:pt x="207686" y="48439"/>
                </a:cubicBezTo>
                <a:cubicBezTo>
                  <a:pt x="204122" y="44651"/>
                  <a:pt x="199538" y="42758"/>
                  <a:pt x="193931" y="42758"/>
                </a:cubicBezTo>
                <a:cubicBezTo>
                  <a:pt x="187853" y="42758"/>
                  <a:pt x="182311" y="44847"/>
                  <a:pt x="177307" y="49026"/>
                </a:cubicBezTo>
                <a:cubicBezTo>
                  <a:pt x="172303" y="53205"/>
                  <a:pt x="168570" y="59499"/>
                  <a:pt x="166107" y="67909"/>
                </a:cubicBezTo>
                <a:close/>
                <a:moveTo>
                  <a:pt x="228725" y="149180"/>
                </a:moveTo>
                <a:lnTo>
                  <a:pt x="252855" y="33640"/>
                </a:lnTo>
                <a:lnTo>
                  <a:pt x="265981" y="33640"/>
                </a:lnTo>
                <a:lnTo>
                  <a:pt x="263545" y="45273"/>
                </a:lnTo>
                <a:cubicBezTo>
                  <a:pt x="268418" y="40190"/>
                  <a:pt x="272780" y="36666"/>
                  <a:pt x="276631" y="34701"/>
                </a:cubicBezTo>
                <a:cubicBezTo>
                  <a:pt x="280483" y="32736"/>
                  <a:pt x="284557" y="31754"/>
                  <a:pt x="288853" y="31754"/>
                </a:cubicBezTo>
                <a:cubicBezTo>
                  <a:pt x="296818" y="31754"/>
                  <a:pt x="303420" y="34649"/>
                  <a:pt x="308660" y="40439"/>
                </a:cubicBezTo>
                <a:cubicBezTo>
                  <a:pt x="313900" y="46229"/>
                  <a:pt x="316520" y="54521"/>
                  <a:pt x="316520" y="65315"/>
                </a:cubicBezTo>
                <a:cubicBezTo>
                  <a:pt x="316520" y="74014"/>
                  <a:pt x="315079" y="81939"/>
                  <a:pt x="312197" y="89091"/>
                </a:cubicBezTo>
                <a:cubicBezTo>
                  <a:pt x="309315" y="96244"/>
                  <a:pt x="305778" y="101995"/>
                  <a:pt x="301586" y="106344"/>
                </a:cubicBezTo>
                <a:cubicBezTo>
                  <a:pt x="297394" y="110693"/>
                  <a:pt x="293150" y="113889"/>
                  <a:pt x="288853" y="115933"/>
                </a:cubicBezTo>
                <a:cubicBezTo>
                  <a:pt x="284557" y="117976"/>
                  <a:pt x="280155" y="118998"/>
                  <a:pt x="275649" y="118998"/>
                </a:cubicBezTo>
                <a:cubicBezTo>
                  <a:pt x="265641" y="118998"/>
                  <a:pt x="257886" y="113916"/>
                  <a:pt x="252384" y="103750"/>
                </a:cubicBezTo>
                <a:lnTo>
                  <a:pt x="242952" y="149180"/>
                </a:lnTo>
                <a:lnTo>
                  <a:pt x="228725" y="149180"/>
                </a:lnTo>
                <a:moveTo>
                  <a:pt x="256864" y="82985"/>
                </a:moveTo>
                <a:cubicBezTo>
                  <a:pt x="256864" y="89224"/>
                  <a:pt x="257309" y="93549"/>
                  <a:pt x="258200" y="95961"/>
                </a:cubicBezTo>
                <a:cubicBezTo>
                  <a:pt x="259510" y="99369"/>
                  <a:pt x="261658" y="102122"/>
                  <a:pt x="264645" y="104219"/>
                </a:cubicBezTo>
                <a:cubicBezTo>
                  <a:pt x="267632" y="106317"/>
                  <a:pt x="271090" y="107366"/>
                  <a:pt x="275020" y="107366"/>
                </a:cubicBezTo>
                <a:cubicBezTo>
                  <a:pt x="283194" y="107366"/>
                  <a:pt x="289797" y="102768"/>
                  <a:pt x="294827" y="93572"/>
                </a:cubicBezTo>
                <a:cubicBezTo>
                  <a:pt x="299857" y="84376"/>
                  <a:pt x="302372" y="74983"/>
                  <a:pt x="302372" y="65394"/>
                </a:cubicBezTo>
                <a:cubicBezTo>
                  <a:pt x="302372" y="58320"/>
                  <a:pt x="300682" y="52858"/>
                  <a:pt x="297303" y="49006"/>
                </a:cubicBezTo>
                <a:cubicBezTo>
                  <a:pt x="293923" y="45155"/>
                  <a:pt x="289718" y="43229"/>
                  <a:pt x="284688" y="43229"/>
                </a:cubicBezTo>
                <a:cubicBezTo>
                  <a:pt x="281072" y="43229"/>
                  <a:pt x="277719" y="44185"/>
                  <a:pt x="274627" y="46098"/>
                </a:cubicBezTo>
                <a:cubicBezTo>
                  <a:pt x="271535" y="48009"/>
                  <a:pt x="268667" y="50863"/>
                  <a:pt x="266020" y="54660"/>
                </a:cubicBezTo>
                <a:cubicBezTo>
                  <a:pt x="263374" y="58458"/>
                  <a:pt x="261187" y="63106"/>
                  <a:pt x="259458" y="68607"/>
                </a:cubicBezTo>
                <a:cubicBezTo>
                  <a:pt x="257728" y="74107"/>
                  <a:pt x="256864" y="78900"/>
                  <a:pt x="256864" y="82985"/>
                </a:cubicBezTo>
                <a:close/>
                <a:moveTo>
                  <a:pt x="403295" y="117112"/>
                </a:moveTo>
                <a:lnTo>
                  <a:pt x="421530" y="30103"/>
                </a:lnTo>
                <a:cubicBezTo>
                  <a:pt x="413670" y="36286"/>
                  <a:pt x="402614" y="41238"/>
                  <a:pt x="388362" y="44958"/>
                </a:cubicBezTo>
                <a:lnTo>
                  <a:pt x="391034" y="32068"/>
                </a:lnTo>
                <a:cubicBezTo>
                  <a:pt x="398108" y="29239"/>
                  <a:pt x="405090" y="25545"/>
                  <a:pt x="411980" y="20986"/>
                </a:cubicBezTo>
                <a:cubicBezTo>
                  <a:pt x="418871" y="16427"/>
                  <a:pt x="424045" y="12445"/>
                  <a:pt x="427504" y="9039"/>
                </a:cubicBezTo>
                <a:cubicBezTo>
                  <a:pt x="429600" y="6943"/>
                  <a:pt x="431591" y="4402"/>
                  <a:pt x="433477" y="1415"/>
                </a:cubicBezTo>
                <a:lnTo>
                  <a:pt x="441730" y="1415"/>
                </a:lnTo>
                <a:lnTo>
                  <a:pt x="417600" y="117112"/>
                </a:lnTo>
                <a:lnTo>
                  <a:pt x="403295" y="117112"/>
                </a:lnTo>
                <a:close/>
                <a:moveTo>
                  <a:pt x="477311" y="49831"/>
                </a:moveTo>
                <a:lnTo>
                  <a:pt x="480690" y="33640"/>
                </a:lnTo>
                <a:lnTo>
                  <a:pt x="496724" y="33640"/>
                </a:lnTo>
                <a:lnTo>
                  <a:pt x="493423" y="49831"/>
                </a:lnTo>
                <a:lnTo>
                  <a:pt x="477311" y="49831"/>
                </a:lnTo>
                <a:moveTo>
                  <a:pt x="463241" y="117112"/>
                </a:moveTo>
                <a:lnTo>
                  <a:pt x="466621" y="100921"/>
                </a:lnTo>
                <a:lnTo>
                  <a:pt x="482734" y="100921"/>
                </a:lnTo>
                <a:lnTo>
                  <a:pt x="479276" y="117112"/>
                </a:lnTo>
                <a:lnTo>
                  <a:pt x="463241" y="117112"/>
                </a:lnTo>
                <a:close/>
                <a:moveTo>
                  <a:pt x="640614" y="76555"/>
                </a:moveTo>
                <a:lnTo>
                  <a:pt x="655862" y="78756"/>
                </a:lnTo>
                <a:cubicBezTo>
                  <a:pt x="651041" y="92013"/>
                  <a:pt x="644020" y="102034"/>
                  <a:pt x="634798" y="108820"/>
                </a:cubicBezTo>
                <a:cubicBezTo>
                  <a:pt x="625575" y="115605"/>
                  <a:pt x="615226" y="118998"/>
                  <a:pt x="603751" y="118998"/>
                </a:cubicBezTo>
                <a:cubicBezTo>
                  <a:pt x="589761" y="118998"/>
                  <a:pt x="578665" y="114733"/>
                  <a:pt x="570465" y="106204"/>
                </a:cubicBezTo>
                <a:cubicBezTo>
                  <a:pt x="562264" y="97674"/>
                  <a:pt x="558164" y="85455"/>
                  <a:pt x="558164" y="69547"/>
                </a:cubicBezTo>
                <a:cubicBezTo>
                  <a:pt x="558164" y="48824"/>
                  <a:pt x="564399" y="31685"/>
                  <a:pt x="576870" y="18132"/>
                </a:cubicBezTo>
                <a:cubicBezTo>
                  <a:pt x="587979" y="6044"/>
                  <a:pt x="601786" y="0"/>
                  <a:pt x="618292" y="0"/>
                </a:cubicBezTo>
                <a:cubicBezTo>
                  <a:pt x="630501" y="0"/>
                  <a:pt x="640391" y="3282"/>
                  <a:pt x="647963" y="9847"/>
                </a:cubicBezTo>
                <a:cubicBezTo>
                  <a:pt x="655534" y="16410"/>
                  <a:pt x="659923" y="25232"/>
                  <a:pt x="661128" y="36313"/>
                </a:cubicBezTo>
                <a:lnTo>
                  <a:pt x="646744" y="37727"/>
                </a:lnTo>
                <a:cubicBezTo>
                  <a:pt x="645225" y="29343"/>
                  <a:pt x="642094" y="23082"/>
                  <a:pt x="637352" y="18942"/>
                </a:cubicBezTo>
                <a:cubicBezTo>
                  <a:pt x="632610" y="14803"/>
                  <a:pt x="626492" y="12733"/>
                  <a:pt x="618999" y="12733"/>
                </a:cubicBezTo>
                <a:cubicBezTo>
                  <a:pt x="604904" y="12733"/>
                  <a:pt x="593507" y="18984"/>
                  <a:pt x="584809" y="31486"/>
                </a:cubicBezTo>
                <a:cubicBezTo>
                  <a:pt x="577263" y="42262"/>
                  <a:pt x="573491" y="55053"/>
                  <a:pt x="573491" y="69857"/>
                </a:cubicBezTo>
                <a:cubicBezTo>
                  <a:pt x="573491" y="81679"/>
                  <a:pt x="576399" y="90704"/>
                  <a:pt x="582215" y="96929"/>
                </a:cubicBezTo>
                <a:cubicBezTo>
                  <a:pt x="588031" y="103153"/>
                  <a:pt x="595603" y="106265"/>
                  <a:pt x="604930" y="106265"/>
                </a:cubicBezTo>
                <a:cubicBezTo>
                  <a:pt x="612895" y="106265"/>
                  <a:pt x="620100" y="103679"/>
                  <a:pt x="626545" y="98506"/>
                </a:cubicBezTo>
                <a:cubicBezTo>
                  <a:pt x="632990" y="93332"/>
                  <a:pt x="637679" y="86015"/>
                  <a:pt x="640614" y="76555"/>
                </a:cubicBezTo>
                <a:close/>
                <a:moveTo>
                  <a:pt x="667625" y="85437"/>
                </a:moveTo>
                <a:cubicBezTo>
                  <a:pt x="667625" y="69141"/>
                  <a:pt x="672419" y="55648"/>
                  <a:pt x="682008" y="44958"/>
                </a:cubicBezTo>
                <a:cubicBezTo>
                  <a:pt x="689920" y="36155"/>
                  <a:pt x="700295" y="31754"/>
                  <a:pt x="713133" y="31754"/>
                </a:cubicBezTo>
                <a:cubicBezTo>
                  <a:pt x="723194" y="31754"/>
                  <a:pt x="731303" y="34898"/>
                  <a:pt x="737460" y="41186"/>
                </a:cubicBezTo>
                <a:cubicBezTo>
                  <a:pt x="743616" y="47474"/>
                  <a:pt x="746695" y="55962"/>
                  <a:pt x="746695" y="66652"/>
                </a:cubicBezTo>
                <a:cubicBezTo>
                  <a:pt x="746695" y="76241"/>
                  <a:pt x="744756" y="85162"/>
                  <a:pt x="740879" y="93414"/>
                </a:cubicBezTo>
                <a:cubicBezTo>
                  <a:pt x="737001" y="101667"/>
                  <a:pt x="731486" y="107994"/>
                  <a:pt x="724334" y="112396"/>
                </a:cubicBezTo>
                <a:cubicBezTo>
                  <a:pt x="717181" y="116797"/>
                  <a:pt x="709649" y="118998"/>
                  <a:pt x="701736" y="118998"/>
                </a:cubicBezTo>
                <a:cubicBezTo>
                  <a:pt x="695239" y="118998"/>
                  <a:pt x="689331" y="117610"/>
                  <a:pt x="684012" y="114832"/>
                </a:cubicBezTo>
                <a:cubicBezTo>
                  <a:pt x="678694" y="112055"/>
                  <a:pt x="674633" y="108125"/>
                  <a:pt x="671830" y="103043"/>
                </a:cubicBezTo>
                <a:cubicBezTo>
                  <a:pt x="669026" y="97960"/>
                  <a:pt x="667625" y="92091"/>
                  <a:pt x="667625" y="85437"/>
                </a:cubicBezTo>
                <a:moveTo>
                  <a:pt x="681851" y="84022"/>
                </a:moveTo>
                <a:cubicBezTo>
                  <a:pt x="681851" y="91882"/>
                  <a:pt x="683737" y="97842"/>
                  <a:pt x="687510" y="101903"/>
                </a:cubicBezTo>
                <a:cubicBezTo>
                  <a:pt x="691283" y="105964"/>
                  <a:pt x="696077" y="107994"/>
                  <a:pt x="701894" y="107994"/>
                </a:cubicBezTo>
                <a:cubicBezTo>
                  <a:pt x="704933" y="107994"/>
                  <a:pt x="707946" y="107379"/>
                  <a:pt x="710932" y="106147"/>
                </a:cubicBezTo>
                <a:cubicBezTo>
                  <a:pt x="713919" y="104916"/>
                  <a:pt x="716696" y="103043"/>
                  <a:pt x="719264" y="100528"/>
                </a:cubicBezTo>
                <a:cubicBezTo>
                  <a:pt x="721831" y="98012"/>
                  <a:pt x="724019" y="95144"/>
                  <a:pt x="725827" y="91921"/>
                </a:cubicBezTo>
                <a:cubicBezTo>
                  <a:pt x="727635" y="88698"/>
                  <a:pt x="729089" y="85227"/>
                  <a:pt x="730189" y="81507"/>
                </a:cubicBezTo>
                <a:cubicBezTo>
                  <a:pt x="731814" y="76319"/>
                  <a:pt x="732626" y="71341"/>
                  <a:pt x="732626" y="66573"/>
                </a:cubicBezTo>
                <a:cubicBezTo>
                  <a:pt x="732626" y="59028"/>
                  <a:pt x="730726" y="53172"/>
                  <a:pt x="726927" y="49006"/>
                </a:cubicBezTo>
                <a:cubicBezTo>
                  <a:pt x="723128" y="44840"/>
                  <a:pt x="718347" y="42758"/>
                  <a:pt x="712583" y="42758"/>
                </a:cubicBezTo>
                <a:cubicBezTo>
                  <a:pt x="708129" y="42758"/>
                  <a:pt x="704068" y="43819"/>
                  <a:pt x="700400" y="45941"/>
                </a:cubicBezTo>
                <a:cubicBezTo>
                  <a:pt x="696732" y="48063"/>
                  <a:pt x="693418" y="51168"/>
                  <a:pt x="690458" y="55255"/>
                </a:cubicBezTo>
                <a:cubicBezTo>
                  <a:pt x="687497" y="59342"/>
                  <a:pt x="685322" y="64097"/>
                  <a:pt x="683934" y="69520"/>
                </a:cubicBezTo>
                <a:cubicBezTo>
                  <a:pt x="682545" y="74944"/>
                  <a:pt x="681851" y="79778"/>
                  <a:pt x="681851" y="84022"/>
                </a:cubicBezTo>
                <a:close/>
                <a:moveTo>
                  <a:pt x="754530" y="117112"/>
                </a:moveTo>
                <a:lnTo>
                  <a:pt x="771979" y="33640"/>
                </a:lnTo>
                <a:lnTo>
                  <a:pt x="786205" y="33640"/>
                </a:lnTo>
                <a:lnTo>
                  <a:pt x="783297" y="47400"/>
                </a:lnTo>
                <a:cubicBezTo>
                  <a:pt x="788589" y="41477"/>
                  <a:pt x="793319" y="37389"/>
                  <a:pt x="797484" y="35136"/>
                </a:cubicBezTo>
                <a:cubicBezTo>
                  <a:pt x="801650" y="32881"/>
                  <a:pt x="806169" y="31754"/>
                  <a:pt x="811042" y="31754"/>
                </a:cubicBezTo>
                <a:cubicBezTo>
                  <a:pt x="816230" y="31754"/>
                  <a:pt x="820566" y="33129"/>
                  <a:pt x="824051" y="35880"/>
                </a:cubicBezTo>
                <a:cubicBezTo>
                  <a:pt x="827535" y="38631"/>
                  <a:pt x="829828" y="42469"/>
                  <a:pt x="830928" y="47395"/>
                </a:cubicBezTo>
                <a:cubicBezTo>
                  <a:pt x="835172" y="42155"/>
                  <a:pt x="839639" y="38238"/>
                  <a:pt x="844329" y="35644"/>
                </a:cubicBezTo>
                <a:cubicBezTo>
                  <a:pt x="849019" y="33051"/>
                  <a:pt x="853957" y="31754"/>
                  <a:pt x="859145" y="31754"/>
                </a:cubicBezTo>
                <a:cubicBezTo>
                  <a:pt x="866114" y="31754"/>
                  <a:pt x="871341" y="33404"/>
                  <a:pt x="874825" y="36706"/>
                </a:cubicBezTo>
                <a:cubicBezTo>
                  <a:pt x="878310" y="40005"/>
                  <a:pt x="880052" y="44641"/>
                  <a:pt x="880052" y="50613"/>
                </a:cubicBezTo>
                <a:cubicBezTo>
                  <a:pt x="880052" y="53180"/>
                  <a:pt x="879449" y="57424"/>
                  <a:pt x="878244" y="63346"/>
                </a:cubicBezTo>
                <a:lnTo>
                  <a:pt x="867005" y="117112"/>
                </a:lnTo>
                <a:lnTo>
                  <a:pt x="852778" y="117112"/>
                </a:lnTo>
                <a:lnTo>
                  <a:pt x="864254" y="61995"/>
                </a:lnTo>
                <a:cubicBezTo>
                  <a:pt x="865249" y="57493"/>
                  <a:pt x="865747" y="54274"/>
                  <a:pt x="865747" y="52337"/>
                </a:cubicBezTo>
                <a:cubicBezTo>
                  <a:pt x="865747" y="49615"/>
                  <a:pt x="864882" y="47469"/>
                  <a:pt x="863153" y="45899"/>
                </a:cubicBezTo>
                <a:cubicBezTo>
                  <a:pt x="861424" y="44329"/>
                  <a:pt x="858988" y="43544"/>
                  <a:pt x="855844" y="43544"/>
                </a:cubicBezTo>
                <a:cubicBezTo>
                  <a:pt x="851599" y="43544"/>
                  <a:pt x="847276" y="44824"/>
                  <a:pt x="842875" y="47385"/>
                </a:cubicBezTo>
                <a:cubicBezTo>
                  <a:pt x="838473" y="49946"/>
                  <a:pt x="835054" y="53305"/>
                  <a:pt x="832618" y="57460"/>
                </a:cubicBezTo>
                <a:cubicBezTo>
                  <a:pt x="830181" y="61615"/>
                  <a:pt x="828046" y="68004"/>
                  <a:pt x="826212" y="76629"/>
                </a:cubicBezTo>
                <a:lnTo>
                  <a:pt x="817723" y="117112"/>
                </a:lnTo>
                <a:lnTo>
                  <a:pt x="803497" y="117112"/>
                </a:lnTo>
                <a:lnTo>
                  <a:pt x="815287" y="60816"/>
                </a:lnTo>
                <a:cubicBezTo>
                  <a:pt x="816125" y="56995"/>
                  <a:pt x="816544" y="54274"/>
                  <a:pt x="816544" y="52651"/>
                </a:cubicBezTo>
                <a:cubicBezTo>
                  <a:pt x="816544" y="49930"/>
                  <a:pt x="815693" y="47731"/>
                  <a:pt x="813990" y="46056"/>
                </a:cubicBezTo>
                <a:cubicBezTo>
                  <a:pt x="812287" y="44381"/>
                  <a:pt x="810073" y="43544"/>
                  <a:pt x="807348" y="43544"/>
                </a:cubicBezTo>
                <a:cubicBezTo>
                  <a:pt x="803314" y="43544"/>
                  <a:pt x="799082" y="44825"/>
                  <a:pt x="794655" y="47388"/>
                </a:cubicBezTo>
                <a:cubicBezTo>
                  <a:pt x="790227" y="49949"/>
                  <a:pt x="786625" y="53517"/>
                  <a:pt x="783847" y="58092"/>
                </a:cubicBezTo>
                <a:cubicBezTo>
                  <a:pt x="781070" y="62665"/>
                  <a:pt x="778791" y="69186"/>
                  <a:pt x="777009" y="77655"/>
                </a:cubicBezTo>
                <a:lnTo>
                  <a:pt x="768756" y="117112"/>
                </a:lnTo>
                <a:lnTo>
                  <a:pt x="754530" y="117112"/>
                </a:lnTo>
                <a:close/>
                <a:moveTo>
                  <a:pt x="888618" y="117112"/>
                </a:moveTo>
                <a:lnTo>
                  <a:pt x="906067" y="33640"/>
                </a:lnTo>
                <a:lnTo>
                  <a:pt x="920293" y="33640"/>
                </a:lnTo>
                <a:lnTo>
                  <a:pt x="917385" y="47400"/>
                </a:lnTo>
                <a:cubicBezTo>
                  <a:pt x="922677" y="41477"/>
                  <a:pt x="927406" y="37389"/>
                  <a:pt x="931572" y="35136"/>
                </a:cubicBezTo>
                <a:cubicBezTo>
                  <a:pt x="935738" y="32881"/>
                  <a:pt x="940257" y="31754"/>
                  <a:pt x="945130" y="31754"/>
                </a:cubicBezTo>
                <a:cubicBezTo>
                  <a:pt x="950318" y="31754"/>
                  <a:pt x="954654" y="33129"/>
                  <a:pt x="958138" y="35880"/>
                </a:cubicBezTo>
                <a:cubicBezTo>
                  <a:pt x="961623" y="38631"/>
                  <a:pt x="963915" y="42469"/>
                  <a:pt x="965016" y="47395"/>
                </a:cubicBezTo>
                <a:cubicBezTo>
                  <a:pt x="969260" y="42155"/>
                  <a:pt x="973727" y="38238"/>
                  <a:pt x="978417" y="35644"/>
                </a:cubicBezTo>
                <a:cubicBezTo>
                  <a:pt x="983107" y="33051"/>
                  <a:pt x="988045" y="31754"/>
                  <a:pt x="993233" y="31754"/>
                </a:cubicBezTo>
                <a:cubicBezTo>
                  <a:pt x="1000202" y="31754"/>
                  <a:pt x="1005429" y="33404"/>
                  <a:pt x="1008913" y="36706"/>
                </a:cubicBezTo>
                <a:cubicBezTo>
                  <a:pt x="1012398" y="40005"/>
                  <a:pt x="1014140" y="44641"/>
                  <a:pt x="1014140" y="50613"/>
                </a:cubicBezTo>
                <a:cubicBezTo>
                  <a:pt x="1014140" y="53180"/>
                  <a:pt x="1013537" y="57424"/>
                  <a:pt x="1012332" y="63346"/>
                </a:cubicBezTo>
                <a:lnTo>
                  <a:pt x="1001092" y="117112"/>
                </a:lnTo>
                <a:lnTo>
                  <a:pt x="986866" y="117112"/>
                </a:lnTo>
                <a:lnTo>
                  <a:pt x="998342" y="61995"/>
                </a:lnTo>
                <a:cubicBezTo>
                  <a:pt x="999337" y="57493"/>
                  <a:pt x="999835" y="54274"/>
                  <a:pt x="999835" y="52337"/>
                </a:cubicBezTo>
                <a:cubicBezTo>
                  <a:pt x="999835" y="49615"/>
                  <a:pt x="998970" y="47469"/>
                  <a:pt x="997241" y="45899"/>
                </a:cubicBezTo>
                <a:cubicBezTo>
                  <a:pt x="995512" y="44329"/>
                  <a:pt x="993075" y="43544"/>
                  <a:pt x="989932" y="43544"/>
                </a:cubicBezTo>
                <a:cubicBezTo>
                  <a:pt x="985687" y="43544"/>
                  <a:pt x="981364" y="44824"/>
                  <a:pt x="976963" y="47385"/>
                </a:cubicBezTo>
                <a:cubicBezTo>
                  <a:pt x="972561" y="49946"/>
                  <a:pt x="969142" y="53305"/>
                  <a:pt x="966706" y="57460"/>
                </a:cubicBezTo>
                <a:cubicBezTo>
                  <a:pt x="964269" y="61615"/>
                  <a:pt x="962134" y="68004"/>
                  <a:pt x="960300" y="76629"/>
                </a:cubicBezTo>
                <a:lnTo>
                  <a:pt x="951811" y="117112"/>
                </a:lnTo>
                <a:lnTo>
                  <a:pt x="937585" y="117112"/>
                </a:lnTo>
                <a:lnTo>
                  <a:pt x="949375" y="60816"/>
                </a:lnTo>
                <a:cubicBezTo>
                  <a:pt x="950213" y="56995"/>
                  <a:pt x="950632" y="54274"/>
                  <a:pt x="950632" y="52651"/>
                </a:cubicBezTo>
                <a:cubicBezTo>
                  <a:pt x="950632" y="49930"/>
                  <a:pt x="949781" y="47731"/>
                  <a:pt x="948078" y="46056"/>
                </a:cubicBezTo>
                <a:cubicBezTo>
                  <a:pt x="946375" y="44381"/>
                  <a:pt x="944161" y="43544"/>
                  <a:pt x="941436" y="43544"/>
                </a:cubicBezTo>
                <a:cubicBezTo>
                  <a:pt x="937401" y="43544"/>
                  <a:pt x="933170" y="44825"/>
                  <a:pt x="928743" y="47388"/>
                </a:cubicBezTo>
                <a:cubicBezTo>
                  <a:pt x="924315" y="49949"/>
                  <a:pt x="920712" y="53517"/>
                  <a:pt x="917935" y="58092"/>
                </a:cubicBezTo>
                <a:cubicBezTo>
                  <a:pt x="915158" y="62665"/>
                  <a:pt x="912879" y="69186"/>
                  <a:pt x="911097" y="77655"/>
                </a:cubicBezTo>
                <a:lnTo>
                  <a:pt x="902844" y="117112"/>
                </a:lnTo>
                <a:lnTo>
                  <a:pt x="888618" y="117112"/>
                </a:lnTo>
                <a:close/>
                <a:moveTo>
                  <a:pt x="1079768" y="102021"/>
                </a:moveTo>
                <a:cubicBezTo>
                  <a:pt x="1069760" y="113339"/>
                  <a:pt x="1059516" y="118998"/>
                  <a:pt x="1049036" y="118998"/>
                </a:cubicBezTo>
                <a:cubicBezTo>
                  <a:pt x="1042591" y="118998"/>
                  <a:pt x="1037391" y="117151"/>
                  <a:pt x="1033435" y="113457"/>
                </a:cubicBezTo>
                <a:cubicBezTo>
                  <a:pt x="1029478" y="109763"/>
                  <a:pt x="1027500" y="105243"/>
                  <a:pt x="1027500" y="99899"/>
                </a:cubicBezTo>
                <a:cubicBezTo>
                  <a:pt x="1027500" y="96388"/>
                  <a:pt x="1028391" y="90362"/>
                  <a:pt x="1030173" y="81821"/>
                </a:cubicBezTo>
                <a:lnTo>
                  <a:pt x="1040233" y="33640"/>
                </a:lnTo>
                <a:lnTo>
                  <a:pt x="1054460" y="33640"/>
                </a:lnTo>
                <a:lnTo>
                  <a:pt x="1043299" y="87009"/>
                </a:lnTo>
                <a:cubicBezTo>
                  <a:pt x="1042356" y="91463"/>
                  <a:pt x="1041884" y="94921"/>
                  <a:pt x="1041884" y="97384"/>
                </a:cubicBezTo>
                <a:cubicBezTo>
                  <a:pt x="1041884" y="100528"/>
                  <a:pt x="1042840" y="102977"/>
                  <a:pt x="1044753" y="104733"/>
                </a:cubicBezTo>
                <a:cubicBezTo>
                  <a:pt x="1046665" y="106488"/>
                  <a:pt x="1049482" y="107366"/>
                  <a:pt x="1053202" y="107366"/>
                </a:cubicBezTo>
                <a:cubicBezTo>
                  <a:pt x="1057184" y="107366"/>
                  <a:pt x="1061075" y="106396"/>
                  <a:pt x="1064874" y="104457"/>
                </a:cubicBezTo>
                <a:cubicBezTo>
                  <a:pt x="1068673" y="102519"/>
                  <a:pt x="1071948" y="99899"/>
                  <a:pt x="1074699" y="96598"/>
                </a:cubicBezTo>
                <a:cubicBezTo>
                  <a:pt x="1077450" y="93296"/>
                  <a:pt x="1079690" y="89393"/>
                  <a:pt x="1081419" y="84886"/>
                </a:cubicBezTo>
                <a:cubicBezTo>
                  <a:pt x="1082572" y="82004"/>
                  <a:pt x="1083908" y="76948"/>
                  <a:pt x="1085428" y="69717"/>
                </a:cubicBezTo>
                <a:lnTo>
                  <a:pt x="1092973" y="33640"/>
                </a:lnTo>
                <a:lnTo>
                  <a:pt x="1107199" y="33640"/>
                </a:lnTo>
                <a:lnTo>
                  <a:pt x="1089750" y="117112"/>
                </a:lnTo>
                <a:lnTo>
                  <a:pt x="1076624" y="117112"/>
                </a:lnTo>
                <a:lnTo>
                  <a:pt x="1079768" y="102021"/>
                </a:lnTo>
                <a:close/>
                <a:moveTo>
                  <a:pt x="1112284" y="117112"/>
                </a:moveTo>
                <a:lnTo>
                  <a:pt x="1129733" y="33640"/>
                </a:lnTo>
                <a:lnTo>
                  <a:pt x="1142623" y="33640"/>
                </a:lnTo>
                <a:lnTo>
                  <a:pt x="1139557" y="48198"/>
                </a:lnTo>
                <a:cubicBezTo>
                  <a:pt x="1145164" y="42475"/>
                  <a:pt x="1150404" y="38304"/>
                  <a:pt x="1155277" y="35684"/>
                </a:cubicBezTo>
                <a:cubicBezTo>
                  <a:pt x="1160150" y="33064"/>
                  <a:pt x="1165128" y="31754"/>
                  <a:pt x="1170211" y="31754"/>
                </a:cubicBezTo>
                <a:cubicBezTo>
                  <a:pt x="1176970" y="31754"/>
                  <a:pt x="1182276" y="33589"/>
                  <a:pt x="1186127" y="37261"/>
                </a:cubicBezTo>
                <a:cubicBezTo>
                  <a:pt x="1189978" y="40932"/>
                  <a:pt x="1191904" y="45835"/>
                  <a:pt x="1191904" y="51971"/>
                </a:cubicBezTo>
                <a:cubicBezTo>
                  <a:pt x="1191904" y="55061"/>
                  <a:pt x="1191223" y="59932"/>
                  <a:pt x="1189860" y="66585"/>
                </a:cubicBezTo>
                <a:lnTo>
                  <a:pt x="1179250" y="117112"/>
                </a:lnTo>
                <a:lnTo>
                  <a:pt x="1165023" y="117112"/>
                </a:lnTo>
                <a:lnTo>
                  <a:pt x="1176106" y="64272"/>
                </a:lnTo>
                <a:cubicBezTo>
                  <a:pt x="1177206" y="59141"/>
                  <a:pt x="1177756" y="55346"/>
                  <a:pt x="1177756" y="52887"/>
                </a:cubicBezTo>
                <a:cubicBezTo>
                  <a:pt x="1177756" y="50113"/>
                  <a:pt x="1176800" y="47862"/>
                  <a:pt x="1174887" y="46135"/>
                </a:cubicBezTo>
                <a:cubicBezTo>
                  <a:pt x="1172975" y="44407"/>
                  <a:pt x="1170211" y="43544"/>
                  <a:pt x="1166595" y="43544"/>
                </a:cubicBezTo>
                <a:cubicBezTo>
                  <a:pt x="1159312" y="43544"/>
                  <a:pt x="1152827" y="46159"/>
                  <a:pt x="1147142" y="51389"/>
                </a:cubicBezTo>
                <a:cubicBezTo>
                  <a:pt x="1141457" y="56617"/>
                  <a:pt x="1137278" y="65585"/>
                  <a:pt x="1134606" y="78292"/>
                </a:cubicBezTo>
                <a:lnTo>
                  <a:pt x="1126510" y="117112"/>
                </a:lnTo>
                <a:lnTo>
                  <a:pt x="1112284" y="117112"/>
                </a:lnTo>
                <a:close/>
                <a:moveTo>
                  <a:pt x="1221983" y="18078"/>
                </a:moveTo>
                <a:lnTo>
                  <a:pt x="1225362" y="1886"/>
                </a:lnTo>
                <a:lnTo>
                  <a:pt x="1239510" y="1886"/>
                </a:lnTo>
                <a:lnTo>
                  <a:pt x="1236130" y="18078"/>
                </a:lnTo>
                <a:lnTo>
                  <a:pt x="1221983" y="18078"/>
                </a:lnTo>
                <a:moveTo>
                  <a:pt x="1201233" y="117112"/>
                </a:moveTo>
                <a:lnTo>
                  <a:pt x="1218682" y="33640"/>
                </a:lnTo>
                <a:lnTo>
                  <a:pt x="1232908" y="33640"/>
                </a:lnTo>
                <a:lnTo>
                  <a:pt x="1215459" y="117112"/>
                </a:lnTo>
                <a:lnTo>
                  <a:pt x="1201233" y="117112"/>
                </a:lnTo>
                <a:close/>
                <a:moveTo>
                  <a:pt x="1270765" y="105548"/>
                </a:moveTo>
                <a:lnTo>
                  <a:pt x="1268407" y="117181"/>
                </a:lnTo>
                <a:cubicBezTo>
                  <a:pt x="1265001" y="118078"/>
                  <a:pt x="1261700" y="118527"/>
                  <a:pt x="1258504" y="118527"/>
                </a:cubicBezTo>
                <a:cubicBezTo>
                  <a:pt x="1252845" y="118527"/>
                  <a:pt x="1248339" y="117138"/>
                  <a:pt x="1244985" y="114361"/>
                </a:cubicBezTo>
                <a:cubicBezTo>
                  <a:pt x="1242470" y="112265"/>
                  <a:pt x="1241212" y="109409"/>
                  <a:pt x="1241212" y="105794"/>
                </a:cubicBezTo>
                <a:cubicBezTo>
                  <a:pt x="1241212" y="103960"/>
                  <a:pt x="1241893" y="99742"/>
                  <a:pt x="1243256" y="93139"/>
                </a:cubicBezTo>
                <a:lnTo>
                  <a:pt x="1253395" y="44644"/>
                </a:lnTo>
                <a:lnTo>
                  <a:pt x="1242155" y="44644"/>
                </a:lnTo>
                <a:lnTo>
                  <a:pt x="1244435" y="33640"/>
                </a:lnTo>
                <a:lnTo>
                  <a:pt x="1255674" y="33640"/>
                </a:lnTo>
                <a:lnTo>
                  <a:pt x="1259997" y="13126"/>
                </a:lnTo>
                <a:lnTo>
                  <a:pt x="1276267" y="3301"/>
                </a:lnTo>
                <a:lnTo>
                  <a:pt x="1269901" y="33640"/>
                </a:lnTo>
                <a:lnTo>
                  <a:pt x="1283891" y="33640"/>
                </a:lnTo>
                <a:lnTo>
                  <a:pt x="1281533" y="44644"/>
                </a:lnTo>
                <a:lnTo>
                  <a:pt x="1267621" y="44644"/>
                </a:lnTo>
                <a:lnTo>
                  <a:pt x="1257954" y="90722"/>
                </a:lnTo>
                <a:cubicBezTo>
                  <a:pt x="1256749" y="96585"/>
                  <a:pt x="1256146" y="100091"/>
                  <a:pt x="1256146" y="101242"/>
                </a:cubicBezTo>
                <a:cubicBezTo>
                  <a:pt x="1256146" y="102916"/>
                  <a:pt x="1256631" y="104198"/>
                  <a:pt x="1257600" y="105089"/>
                </a:cubicBezTo>
                <a:cubicBezTo>
                  <a:pt x="1258569" y="105978"/>
                  <a:pt x="1260155" y="106422"/>
                  <a:pt x="1262355" y="106422"/>
                </a:cubicBezTo>
                <a:cubicBezTo>
                  <a:pt x="1265499" y="106422"/>
                  <a:pt x="1268303" y="106131"/>
                  <a:pt x="1270765" y="105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yandSof">
            <a:extLst xmlns:a="http://schemas.openxmlformats.org/drawingml/2006/main">
              <a:ext uri="{FF2B5EF4-FFF2-40B4-BE49-F238E27FC236}">
                <a16:creationId xmlns:a16="http://schemas.microsoft.com/office/drawing/2014/main" id="{789F5E67-6DB6-49D6-83CB-AD9DB30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96" y="200956"/>
            <a:ext cx="700977" cy="151066"/>
          </a:xfrm>
          <a:custGeom xmlns:a="http://schemas.openxmlformats.org/drawingml/2006/main">
            <a:pathLst>
              <a:path w="700977" h="151066">
                <a:moveTo>
                  <a:pt x="0" y="149386"/>
                </a:moveTo>
                <a:lnTo>
                  <a:pt x="865" y="135833"/>
                </a:lnTo>
                <a:cubicBezTo>
                  <a:pt x="3799" y="136662"/>
                  <a:pt x="6655" y="137076"/>
                  <a:pt x="9432" y="137076"/>
                </a:cubicBezTo>
                <a:cubicBezTo>
                  <a:pt x="12314" y="137076"/>
                  <a:pt x="14646" y="136429"/>
                  <a:pt x="16427" y="135135"/>
                </a:cubicBezTo>
                <a:cubicBezTo>
                  <a:pt x="18733" y="133426"/>
                  <a:pt x="21248" y="130216"/>
                  <a:pt x="23973" y="125505"/>
                </a:cubicBezTo>
                <a:lnTo>
                  <a:pt x="28531" y="117387"/>
                </a:lnTo>
                <a:lnTo>
                  <a:pt x="14619" y="33640"/>
                </a:lnTo>
                <a:lnTo>
                  <a:pt x="28610" y="33640"/>
                </a:lnTo>
                <a:lnTo>
                  <a:pt x="34898" y="75887"/>
                </a:lnTo>
                <a:cubicBezTo>
                  <a:pt x="36155" y="84227"/>
                  <a:pt x="37230" y="92566"/>
                  <a:pt x="38120" y="100906"/>
                </a:cubicBezTo>
                <a:lnTo>
                  <a:pt x="75455" y="33640"/>
                </a:lnTo>
                <a:lnTo>
                  <a:pt x="90310" y="33640"/>
                </a:lnTo>
                <a:lnTo>
                  <a:pt x="37099" y="128130"/>
                </a:lnTo>
                <a:cubicBezTo>
                  <a:pt x="31963" y="137410"/>
                  <a:pt x="27405" y="143552"/>
                  <a:pt x="23422" y="146557"/>
                </a:cubicBezTo>
                <a:cubicBezTo>
                  <a:pt x="19440" y="149563"/>
                  <a:pt x="14855" y="151066"/>
                  <a:pt x="9668" y="151066"/>
                </a:cubicBezTo>
                <a:cubicBezTo>
                  <a:pt x="6366" y="151066"/>
                  <a:pt x="3144" y="150506"/>
                  <a:pt x="0" y="149386"/>
                </a:cubicBezTo>
                <a:close/>
                <a:moveTo>
                  <a:pt x="186856" y="106737"/>
                </a:moveTo>
                <a:cubicBezTo>
                  <a:pt x="181930" y="110981"/>
                  <a:pt x="177188" y="114086"/>
                  <a:pt x="172629" y="116051"/>
                </a:cubicBezTo>
                <a:cubicBezTo>
                  <a:pt x="168071" y="118016"/>
                  <a:pt x="163198" y="118998"/>
                  <a:pt x="158010" y="118998"/>
                </a:cubicBezTo>
                <a:cubicBezTo>
                  <a:pt x="150307" y="118998"/>
                  <a:pt x="144098" y="116732"/>
                  <a:pt x="139382" y="112199"/>
                </a:cubicBezTo>
                <a:cubicBezTo>
                  <a:pt x="134666" y="107667"/>
                  <a:pt x="132308" y="101864"/>
                  <a:pt x="132308" y="94790"/>
                </a:cubicBezTo>
                <a:cubicBezTo>
                  <a:pt x="132308" y="90126"/>
                  <a:pt x="133369" y="86000"/>
                  <a:pt x="135492" y="82411"/>
                </a:cubicBezTo>
                <a:cubicBezTo>
                  <a:pt x="137614" y="78821"/>
                  <a:pt x="140430" y="75939"/>
                  <a:pt x="143941" y="73765"/>
                </a:cubicBezTo>
                <a:cubicBezTo>
                  <a:pt x="147452" y="71590"/>
                  <a:pt x="151748" y="70031"/>
                  <a:pt x="156831" y="69088"/>
                </a:cubicBezTo>
                <a:cubicBezTo>
                  <a:pt x="160027" y="68459"/>
                  <a:pt x="166093" y="67962"/>
                  <a:pt x="175027" y="67595"/>
                </a:cubicBezTo>
                <a:cubicBezTo>
                  <a:pt x="183961" y="67228"/>
                  <a:pt x="190367" y="66285"/>
                  <a:pt x="194244" y="64765"/>
                </a:cubicBezTo>
                <a:cubicBezTo>
                  <a:pt x="195344" y="60888"/>
                  <a:pt x="195895" y="57665"/>
                  <a:pt x="195895" y="55098"/>
                </a:cubicBezTo>
                <a:cubicBezTo>
                  <a:pt x="195895" y="51796"/>
                  <a:pt x="194689" y="49203"/>
                  <a:pt x="192279" y="47316"/>
                </a:cubicBezTo>
                <a:cubicBezTo>
                  <a:pt x="188978" y="44696"/>
                  <a:pt x="184157" y="43386"/>
                  <a:pt x="177817" y="43386"/>
                </a:cubicBezTo>
                <a:cubicBezTo>
                  <a:pt x="171843" y="43386"/>
                  <a:pt x="166957" y="44709"/>
                  <a:pt x="163158" y="47356"/>
                </a:cubicBezTo>
                <a:cubicBezTo>
                  <a:pt x="159359" y="50002"/>
                  <a:pt x="156595" y="53761"/>
                  <a:pt x="154866" y="58635"/>
                </a:cubicBezTo>
                <a:lnTo>
                  <a:pt x="140483" y="57377"/>
                </a:lnTo>
                <a:cubicBezTo>
                  <a:pt x="143417" y="49098"/>
                  <a:pt x="148067" y="42758"/>
                  <a:pt x="154434" y="38356"/>
                </a:cubicBezTo>
                <a:cubicBezTo>
                  <a:pt x="160800" y="33955"/>
                  <a:pt x="168831" y="31754"/>
                  <a:pt x="178524" y="31754"/>
                </a:cubicBezTo>
                <a:cubicBezTo>
                  <a:pt x="188847" y="31754"/>
                  <a:pt x="197021" y="34217"/>
                  <a:pt x="203047" y="39142"/>
                </a:cubicBezTo>
                <a:cubicBezTo>
                  <a:pt x="207658" y="42810"/>
                  <a:pt x="209964" y="47578"/>
                  <a:pt x="209964" y="53447"/>
                </a:cubicBezTo>
                <a:cubicBezTo>
                  <a:pt x="209964" y="57901"/>
                  <a:pt x="209309" y="63062"/>
                  <a:pt x="207999" y="68931"/>
                </a:cubicBezTo>
                <a:lnTo>
                  <a:pt x="203361" y="89681"/>
                </a:lnTo>
                <a:cubicBezTo>
                  <a:pt x="201894" y="96283"/>
                  <a:pt x="201161" y="101654"/>
                  <a:pt x="201161" y="105794"/>
                </a:cubicBezTo>
                <a:cubicBezTo>
                  <a:pt x="201161" y="108414"/>
                  <a:pt x="201737" y="112186"/>
                  <a:pt x="202890" y="117112"/>
                </a:cubicBezTo>
                <a:lnTo>
                  <a:pt x="188506" y="117112"/>
                </a:lnTo>
                <a:cubicBezTo>
                  <a:pt x="187720" y="114387"/>
                  <a:pt x="187170" y="110929"/>
                  <a:pt x="186856" y="106737"/>
                </a:cubicBezTo>
                <a:moveTo>
                  <a:pt x="192122" y="74826"/>
                </a:moveTo>
                <a:cubicBezTo>
                  <a:pt x="190131" y="75612"/>
                  <a:pt x="187995" y="76214"/>
                  <a:pt x="185716" y="76634"/>
                </a:cubicBezTo>
                <a:cubicBezTo>
                  <a:pt x="183437" y="77053"/>
                  <a:pt x="179625" y="77498"/>
                  <a:pt x="174280" y="77970"/>
                </a:cubicBezTo>
                <a:cubicBezTo>
                  <a:pt x="166001" y="78703"/>
                  <a:pt x="160158" y="79633"/>
                  <a:pt x="156753" y="80760"/>
                </a:cubicBezTo>
                <a:cubicBezTo>
                  <a:pt x="153347" y="81887"/>
                  <a:pt x="150779" y="83681"/>
                  <a:pt x="149050" y="86144"/>
                </a:cubicBezTo>
                <a:cubicBezTo>
                  <a:pt x="147321" y="88607"/>
                  <a:pt x="146456" y="91332"/>
                  <a:pt x="146456" y="94318"/>
                </a:cubicBezTo>
                <a:cubicBezTo>
                  <a:pt x="146456" y="98301"/>
                  <a:pt x="147832" y="101576"/>
                  <a:pt x="150583" y="104143"/>
                </a:cubicBezTo>
                <a:cubicBezTo>
                  <a:pt x="153333" y="106711"/>
                  <a:pt x="157250" y="107994"/>
                  <a:pt x="162333" y="107994"/>
                </a:cubicBezTo>
                <a:cubicBezTo>
                  <a:pt x="167049" y="107994"/>
                  <a:pt x="171581" y="106750"/>
                  <a:pt x="175931" y="104261"/>
                </a:cubicBezTo>
                <a:cubicBezTo>
                  <a:pt x="180280" y="101772"/>
                  <a:pt x="183712" y="98301"/>
                  <a:pt x="186227" y="93847"/>
                </a:cubicBezTo>
                <a:cubicBezTo>
                  <a:pt x="188742" y="89393"/>
                  <a:pt x="190707" y="83052"/>
                  <a:pt x="192122" y="74826"/>
                </a:cubicBezTo>
                <a:close/>
                <a:moveTo>
                  <a:pt x="220078" y="117112"/>
                </a:moveTo>
                <a:lnTo>
                  <a:pt x="237527" y="33640"/>
                </a:lnTo>
                <a:lnTo>
                  <a:pt x="250417" y="33640"/>
                </a:lnTo>
                <a:lnTo>
                  <a:pt x="247352" y="48198"/>
                </a:lnTo>
                <a:cubicBezTo>
                  <a:pt x="252959" y="42475"/>
                  <a:pt x="258199" y="38304"/>
                  <a:pt x="263072" y="35684"/>
                </a:cubicBezTo>
                <a:cubicBezTo>
                  <a:pt x="267945" y="33064"/>
                  <a:pt x="272923" y="31754"/>
                  <a:pt x="278006" y="31754"/>
                </a:cubicBezTo>
                <a:cubicBezTo>
                  <a:pt x="284765" y="31754"/>
                  <a:pt x="290070" y="33589"/>
                  <a:pt x="293922" y="37261"/>
                </a:cubicBezTo>
                <a:cubicBezTo>
                  <a:pt x="297773" y="40932"/>
                  <a:pt x="299699" y="45835"/>
                  <a:pt x="299699" y="51971"/>
                </a:cubicBezTo>
                <a:cubicBezTo>
                  <a:pt x="299699" y="55061"/>
                  <a:pt x="299018" y="59932"/>
                  <a:pt x="297655" y="66585"/>
                </a:cubicBezTo>
                <a:lnTo>
                  <a:pt x="287044" y="117112"/>
                </a:lnTo>
                <a:lnTo>
                  <a:pt x="272818" y="117112"/>
                </a:lnTo>
                <a:lnTo>
                  <a:pt x="283900" y="64272"/>
                </a:lnTo>
                <a:cubicBezTo>
                  <a:pt x="285001" y="59141"/>
                  <a:pt x="285551" y="55346"/>
                  <a:pt x="285551" y="52887"/>
                </a:cubicBezTo>
                <a:cubicBezTo>
                  <a:pt x="285551" y="50113"/>
                  <a:pt x="284595" y="47862"/>
                  <a:pt x="282682" y="46135"/>
                </a:cubicBezTo>
                <a:cubicBezTo>
                  <a:pt x="280770" y="44407"/>
                  <a:pt x="278006" y="43544"/>
                  <a:pt x="274390" y="43544"/>
                </a:cubicBezTo>
                <a:cubicBezTo>
                  <a:pt x="267107" y="43544"/>
                  <a:pt x="260622" y="46159"/>
                  <a:pt x="254937" y="51389"/>
                </a:cubicBezTo>
                <a:cubicBezTo>
                  <a:pt x="249252" y="56617"/>
                  <a:pt x="245073" y="65585"/>
                  <a:pt x="242400" y="78292"/>
                </a:cubicBezTo>
                <a:lnTo>
                  <a:pt x="234305" y="117112"/>
                </a:lnTo>
                <a:lnTo>
                  <a:pt x="220078" y="117112"/>
                </a:lnTo>
                <a:close/>
                <a:moveTo>
                  <a:pt x="365854" y="105008"/>
                </a:moveTo>
                <a:cubicBezTo>
                  <a:pt x="357732" y="114335"/>
                  <a:pt x="349244" y="118998"/>
                  <a:pt x="340388" y="118998"/>
                </a:cubicBezTo>
                <a:cubicBezTo>
                  <a:pt x="332476" y="118998"/>
                  <a:pt x="325887" y="116077"/>
                  <a:pt x="320621" y="110234"/>
                </a:cubicBezTo>
                <a:cubicBezTo>
                  <a:pt x="315355" y="104392"/>
                  <a:pt x="312722" y="95916"/>
                  <a:pt x="312722" y="84808"/>
                </a:cubicBezTo>
                <a:cubicBezTo>
                  <a:pt x="312722" y="74642"/>
                  <a:pt x="314804" y="65355"/>
                  <a:pt x="318970" y="56945"/>
                </a:cubicBezTo>
                <a:cubicBezTo>
                  <a:pt x="323136" y="48535"/>
                  <a:pt x="328350" y="42234"/>
                  <a:pt x="334611" y="38042"/>
                </a:cubicBezTo>
                <a:cubicBezTo>
                  <a:pt x="340873" y="33850"/>
                  <a:pt x="347148" y="31754"/>
                  <a:pt x="353436" y="31754"/>
                </a:cubicBezTo>
                <a:cubicBezTo>
                  <a:pt x="363811" y="31754"/>
                  <a:pt x="371644" y="36732"/>
                  <a:pt x="376937" y="46688"/>
                </a:cubicBezTo>
                <a:lnTo>
                  <a:pt x="386368" y="1886"/>
                </a:lnTo>
                <a:lnTo>
                  <a:pt x="400516" y="1886"/>
                </a:lnTo>
                <a:lnTo>
                  <a:pt x="376465" y="117112"/>
                </a:lnTo>
                <a:lnTo>
                  <a:pt x="363339" y="117112"/>
                </a:lnTo>
                <a:lnTo>
                  <a:pt x="365854" y="105008"/>
                </a:lnTo>
                <a:moveTo>
                  <a:pt x="326869" y="82118"/>
                </a:moveTo>
                <a:cubicBezTo>
                  <a:pt x="326869" y="87921"/>
                  <a:pt x="327446" y="92496"/>
                  <a:pt x="328598" y="95841"/>
                </a:cubicBezTo>
                <a:cubicBezTo>
                  <a:pt x="329751" y="99186"/>
                  <a:pt x="331716" y="101970"/>
                  <a:pt x="334493" y="104192"/>
                </a:cubicBezTo>
                <a:cubicBezTo>
                  <a:pt x="337270" y="106413"/>
                  <a:pt x="340598" y="107523"/>
                  <a:pt x="344475" y="107523"/>
                </a:cubicBezTo>
                <a:cubicBezTo>
                  <a:pt x="350920" y="107523"/>
                  <a:pt x="356763" y="104176"/>
                  <a:pt x="362003" y="97482"/>
                </a:cubicBezTo>
                <a:cubicBezTo>
                  <a:pt x="369024" y="88590"/>
                  <a:pt x="372535" y="77608"/>
                  <a:pt x="372535" y="64534"/>
                </a:cubicBezTo>
                <a:cubicBezTo>
                  <a:pt x="372535" y="57955"/>
                  <a:pt x="370806" y="52812"/>
                  <a:pt x="367348" y="49104"/>
                </a:cubicBezTo>
                <a:cubicBezTo>
                  <a:pt x="363889" y="45397"/>
                  <a:pt x="359540" y="43544"/>
                  <a:pt x="354300" y="43544"/>
                </a:cubicBezTo>
                <a:cubicBezTo>
                  <a:pt x="350894" y="43544"/>
                  <a:pt x="347790" y="44302"/>
                  <a:pt x="344986" y="45818"/>
                </a:cubicBezTo>
                <a:cubicBezTo>
                  <a:pt x="342183" y="47333"/>
                  <a:pt x="339406" y="49907"/>
                  <a:pt x="336655" y="53540"/>
                </a:cubicBezTo>
                <a:cubicBezTo>
                  <a:pt x="333904" y="57174"/>
                  <a:pt x="331585" y="61787"/>
                  <a:pt x="329699" y="67381"/>
                </a:cubicBezTo>
                <a:cubicBezTo>
                  <a:pt x="327812" y="72973"/>
                  <a:pt x="326869" y="77885"/>
                  <a:pt x="326869" y="82118"/>
                </a:cubicBezTo>
                <a:close/>
                <a:moveTo>
                  <a:pt x="449800" y="79856"/>
                </a:moveTo>
                <a:lnTo>
                  <a:pt x="464891" y="78441"/>
                </a:lnTo>
                <a:lnTo>
                  <a:pt x="464734" y="82450"/>
                </a:lnTo>
                <a:cubicBezTo>
                  <a:pt x="464734" y="86904"/>
                  <a:pt x="465755" y="90978"/>
                  <a:pt x="467799" y="94672"/>
                </a:cubicBezTo>
                <a:cubicBezTo>
                  <a:pt x="469842" y="98366"/>
                  <a:pt x="473222" y="101222"/>
                  <a:pt x="477938" y="103239"/>
                </a:cubicBezTo>
                <a:cubicBezTo>
                  <a:pt x="482654" y="105257"/>
                  <a:pt x="488261" y="106265"/>
                  <a:pt x="494758" y="106265"/>
                </a:cubicBezTo>
                <a:cubicBezTo>
                  <a:pt x="503980" y="106265"/>
                  <a:pt x="511015" y="104246"/>
                  <a:pt x="515862" y="100208"/>
                </a:cubicBezTo>
                <a:cubicBezTo>
                  <a:pt x="520709" y="96170"/>
                  <a:pt x="523132" y="91556"/>
                  <a:pt x="523132" y="86365"/>
                </a:cubicBezTo>
                <a:cubicBezTo>
                  <a:pt x="523132" y="82746"/>
                  <a:pt x="521849" y="79443"/>
                  <a:pt x="519281" y="76454"/>
                </a:cubicBezTo>
                <a:cubicBezTo>
                  <a:pt x="516661" y="73523"/>
                  <a:pt x="509509" y="69546"/>
                  <a:pt x="497824" y="64522"/>
                </a:cubicBezTo>
                <a:cubicBezTo>
                  <a:pt x="488759" y="60597"/>
                  <a:pt x="482575" y="57588"/>
                  <a:pt x="479274" y="55495"/>
                </a:cubicBezTo>
                <a:cubicBezTo>
                  <a:pt x="474087" y="52094"/>
                  <a:pt x="470262" y="48392"/>
                  <a:pt x="467799" y="44389"/>
                </a:cubicBezTo>
                <a:cubicBezTo>
                  <a:pt x="465336" y="40385"/>
                  <a:pt x="464105" y="35819"/>
                  <a:pt x="464105" y="30690"/>
                </a:cubicBezTo>
                <a:cubicBezTo>
                  <a:pt x="464105" y="24777"/>
                  <a:pt x="465729" y="19440"/>
                  <a:pt x="468978" y="14678"/>
                </a:cubicBezTo>
                <a:cubicBezTo>
                  <a:pt x="472227" y="9917"/>
                  <a:pt x="476982" y="6280"/>
                  <a:pt x="483244" y="3768"/>
                </a:cubicBezTo>
                <a:cubicBezTo>
                  <a:pt x="489505" y="1256"/>
                  <a:pt x="496566" y="0"/>
                  <a:pt x="504426" y="0"/>
                </a:cubicBezTo>
                <a:cubicBezTo>
                  <a:pt x="513805" y="0"/>
                  <a:pt x="521718" y="1572"/>
                  <a:pt x="528163" y="4716"/>
                </a:cubicBezTo>
                <a:cubicBezTo>
                  <a:pt x="534608" y="7860"/>
                  <a:pt x="539284" y="12052"/>
                  <a:pt x="542192" y="17292"/>
                </a:cubicBezTo>
                <a:cubicBezTo>
                  <a:pt x="545101" y="22532"/>
                  <a:pt x="546555" y="27536"/>
                  <a:pt x="546555" y="32304"/>
                </a:cubicBezTo>
                <a:cubicBezTo>
                  <a:pt x="546555" y="32776"/>
                  <a:pt x="546528" y="33562"/>
                  <a:pt x="546476" y="34662"/>
                </a:cubicBezTo>
                <a:lnTo>
                  <a:pt x="531621" y="35841"/>
                </a:lnTo>
                <a:cubicBezTo>
                  <a:pt x="531621" y="32581"/>
                  <a:pt x="531333" y="30030"/>
                  <a:pt x="530756" y="28190"/>
                </a:cubicBezTo>
                <a:cubicBezTo>
                  <a:pt x="529708" y="24984"/>
                  <a:pt x="528084" y="22277"/>
                  <a:pt x="525883" y="20070"/>
                </a:cubicBezTo>
                <a:cubicBezTo>
                  <a:pt x="523682" y="17861"/>
                  <a:pt x="520656" y="16086"/>
                  <a:pt x="516805" y="14745"/>
                </a:cubicBezTo>
                <a:cubicBezTo>
                  <a:pt x="512954" y="13404"/>
                  <a:pt x="508644" y="12733"/>
                  <a:pt x="503876" y="12733"/>
                </a:cubicBezTo>
                <a:cubicBezTo>
                  <a:pt x="495492" y="12733"/>
                  <a:pt x="488968" y="14620"/>
                  <a:pt x="484305" y="18395"/>
                </a:cubicBezTo>
                <a:cubicBezTo>
                  <a:pt x="480741" y="21280"/>
                  <a:pt x="478960" y="25107"/>
                  <a:pt x="478960" y="29877"/>
                </a:cubicBezTo>
                <a:cubicBezTo>
                  <a:pt x="478960" y="32708"/>
                  <a:pt x="479694" y="35238"/>
                  <a:pt x="481161" y="37467"/>
                </a:cubicBezTo>
                <a:cubicBezTo>
                  <a:pt x="482628" y="39696"/>
                  <a:pt x="485274" y="41885"/>
                  <a:pt x="489099" y="44035"/>
                </a:cubicBezTo>
                <a:cubicBezTo>
                  <a:pt x="491824" y="45553"/>
                  <a:pt x="498295" y="48562"/>
                  <a:pt x="508513" y="53061"/>
                </a:cubicBezTo>
                <a:cubicBezTo>
                  <a:pt x="516792" y="56724"/>
                  <a:pt x="522504" y="59603"/>
                  <a:pt x="525647" y="61697"/>
                </a:cubicBezTo>
                <a:cubicBezTo>
                  <a:pt x="529839" y="64471"/>
                  <a:pt x="533062" y="67834"/>
                  <a:pt x="535315" y="71785"/>
                </a:cubicBezTo>
                <a:cubicBezTo>
                  <a:pt x="537568" y="75735"/>
                  <a:pt x="538695" y="80221"/>
                  <a:pt x="538695" y="85245"/>
                </a:cubicBezTo>
                <a:cubicBezTo>
                  <a:pt x="538695" y="91472"/>
                  <a:pt x="536795" y="97216"/>
                  <a:pt x="532996" y="102475"/>
                </a:cubicBezTo>
                <a:cubicBezTo>
                  <a:pt x="529197" y="107735"/>
                  <a:pt x="523944" y="111804"/>
                  <a:pt x="517237" y="114683"/>
                </a:cubicBezTo>
                <a:cubicBezTo>
                  <a:pt x="510530" y="117560"/>
                  <a:pt x="502854" y="118998"/>
                  <a:pt x="494208" y="118998"/>
                </a:cubicBezTo>
                <a:cubicBezTo>
                  <a:pt x="481161" y="118998"/>
                  <a:pt x="470511" y="116161"/>
                  <a:pt x="462258" y="110487"/>
                </a:cubicBezTo>
                <a:cubicBezTo>
                  <a:pt x="454005" y="104814"/>
                  <a:pt x="449852" y="94603"/>
                  <a:pt x="449800" y="79856"/>
                </a:cubicBezTo>
                <a:close/>
                <a:moveTo>
                  <a:pt x="553708" y="85437"/>
                </a:moveTo>
                <a:cubicBezTo>
                  <a:pt x="553708" y="69141"/>
                  <a:pt x="558503" y="55648"/>
                  <a:pt x="568092" y="44958"/>
                </a:cubicBezTo>
                <a:cubicBezTo>
                  <a:pt x="576004" y="36155"/>
                  <a:pt x="586379" y="31754"/>
                  <a:pt x="599217" y="31754"/>
                </a:cubicBezTo>
                <a:cubicBezTo>
                  <a:pt x="609278" y="31754"/>
                  <a:pt x="617386" y="34898"/>
                  <a:pt x="623543" y="41186"/>
                </a:cubicBezTo>
                <a:cubicBezTo>
                  <a:pt x="629700" y="47474"/>
                  <a:pt x="632779" y="55962"/>
                  <a:pt x="632779" y="66652"/>
                </a:cubicBezTo>
                <a:cubicBezTo>
                  <a:pt x="632779" y="76241"/>
                  <a:pt x="630840" y="85162"/>
                  <a:pt x="626962" y="93414"/>
                </a:cubicBezTo>
                <a:cubicBezTo>
                  <a:pt x="623085" y="101667"/>
                  <a:pt x="617570" y="107994"/>
                  <a:pt x="610417" y="112396"/>
                </a:cubicBezTo>
                <a:cubicBezTo>
                  <a:pt x="603265" y="116797"/>
                  <a:pt x="595732" y="118998"/>
                  <a:pt x="587820" y="118998"/>
                </a:cubicBezTo>
                <a:cubicBezTo>
                  <a:pt x="581323" y="118998"/>
                  <a:pt x="575415" y="117610"/>
                  <a:pt x="570096" y="114832"/>
                </a:cubicBezTo>
                <a:cubicBezTo>
                  <a:pt x="564778" y="112055"/>
                  <a:pt x="560717" y="108125"/>
                  <a:pt x="557913" y="103043"/>
                </a:cubicBezTo>
                <a:cubicBezTo>
                  <a:pt x="555110" y="97960"/>
                  <a:pt x="553708" y="92091"/>
                  <a:pt x="553708" y="85437"/>
                </a:cubicBezTo>
                <a:moveTo>
                  <a:pt x="567935" y="84022"/>
                </a:moveTo>
                <a:cubicBezTo>
                  <a:pt x="567935" y="91882"/>
                  <a:pt x="569821" y="97842"/>
                  <a:pt x="573594" y="101903"/>
                </a:cubicBezTo>
                <a:cubicBezTo>
                  <a:pt x="577367" y="105964"/>
                  <a:pt x="582161" y="107994"/>
                  <a:pt x="587977" y="107994"/>
                </a:cubicBezTo>
                <a:cubicBezTo>
                  <a:pt x="591016" y="107994"/>
                  <a:pt x="594029" y="107379"/>
                  <a:pt x="597016" y="106147"/>
                </a:cubicBezTo>
                <a:cubicBezTo>
                  <a:pt x="600003" y="104916"/>
                  <a:pt x="602780" y="103043"/>
                  <a:pt x="605348" y="100528"/>
                </a:cubicBezTo>
                <a:cubicBezTo>
                  <a:pt x="607915" y="98012"/>
                  <a:pt x="610103" y="95144"/>
                  <a:pt x="611911" y="91921"/>
                </a:cubicBezTo>
                <a:cubicBezTo>
                  <a:pt x="613718" y="88698"/>
                  <a:pt x="615172" y="85227"/>
                  <a:pt x="616273" y="81507"/>
                </a:cubicBezTo>
                <a:cubicBezTo>
                  <a:pt x="617897" y="76319"/>
                  <a:pt x="618709" y="71341"/>
                  <a:pt x="618709" y="66573"/>
                </a:cubicBezTo>
                <a:cubicBezTo>
                  <a:pt x="618709" y="59028"/>
                  <a:pt x="616810" y="53172"/>
                  <a:pt x="613011" y="49006"/>
                </a:cubicBezTo>
                <a:cubicBezTo>
                  <a:pt x="609212" y="44840"/>
                  <a:pt x="604431" y="42758"/>
                  <a:pt x="598667" y="42758"/>
                </a:cubicBezTo>
                <a:cubicBezTo>
                  <a:pt x="594213" y="42758"/>
                  <a:pt x="590152" y="43819"/>
                  <a:pt x="586484" y="45941"/>
                </a:cubicBezTo>
                <a:cubicBezTo>
                  <a:pt x="582816" y="48063"/>
                  <a:pt x="579502" y="51168"/>
                  <a:pt x="576541" y="55255"/>
                </a:cubicBezTo>
                <a:cubicBezTo>
                  <a:pt x="573581" y="59342"/>
                  <a:pt x="571406" y="64097"/>
                  <a:pt x="570018" y="69520"/>
                </a:cubicBezTo>
                <a:cubicBezTo>
                  <a:pt x="568629" y="74944"/>
                  <a:pt x="567935" y="79778"/>
                  <a:pt x="567935" y="84022"/>
                </a:cubicBezTo>
                <a:close/>
                <a:moveTo>
                  <a:pt x="642657" y="117112"/>
                </a:moveTo>
                <a:lnTo>
                  <a:pt x="657827" y="44644"/>
                </a:lnTo>
                <a:lnTo>
                  <a:pt x="645094" y="44644"/>
                </a:lnTo>
                <a:lnTo>
                  <a:pt x="647373" y="33640"/>
                </a:lnTo>
                <a:lnTo>
                  <a:pt x="660106" y="33640"/>
                </a:lnTo>
                <a:lnTo>
                  <a:pt x="662543" y="21799"/>
                </a:lnTo>
                <a:cubicBezTo>
                  <a:pt x="663800" y="15892"/>
                  <a:pt x="665097" y="11633"/>
                  <a:pt x="666433" y="9019"/>
                </a:cubicBezTo>
                <a:cubicBezTo>
                  <a:pt x="667770" y="6404"/>
                  <a:pt x="669944" y="4248"/>
                  <a:pt x="672957" y="2550"/>
                </a:cubicBezTo>
                <a:cubicBezTo>
                  <a:pt x="675970" y="850"/>
                  <a:pt x="680070" y="0"/>
                  <a:pt x="685258" y="0"/>
                </a:cubicBezTo>
                <a:cubicBezTo>
                  <a:pt x="688873" y="0"/>
                  <a:pt x="694113" y="765"/>
                  <a:pt x="700977" y="2294"/>
                </a:cubicBezTo>
                <a:lnTo>
                  <a:pt x="698384" y="14713"/>
                </a:lnTo>
                <a:cubicBezTo>
                  <a:pt x="693563" y="13498"/>
                  <a:pt x="689528" y="12890"/>
                  <a:pt x="686280" y="12890"/>
                </a:cubicBezTo>
                <a:cubicBezTo>
                  <a:pt x="683502" y="12890"/>
                  <a:pt x="681393" y="13575"/>
                  <a:pt x="679952" y="14944"/>
                </a:cubicBezTo>
                <a:cubicBezTo>
                  <a:pt x="678511" y="16312"/>
                  <a:pt x="677267" y="19554"/>
                  <a:pt x="676219" y="24668"/>
                </a:cubicBezTo>
                <a:lnTo>
                  <a:pt x="674333" y="33640"/>
                </a:lnTo>
                <a:lnTo>
                  <a:pt x="690209" y="33640"/>
                </a:lnTo>
                <a:lnTo>
                  <a:pt x="687930" y="44644"/>
                </a:lnTo>
                <a:lnTo>
                  <a:pt x="672053" y="44644"/>
                </a:lnTo>
                <a:lnTo>
                  <a:pt x="656884" y="117112"/>
                </a:lnTo>
                <a:lnTo>
                  <a:pt x="642657" y="117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twareSystemsSelection">
            <a:extLst xmlns:a="http://schemas.openxmlformats.org/drawingml/2006/main">
              <a:ext uri="{FF2B5EF4-FFF2-40B4-BE49-F238E27FC236}">
                <a16:creationId xmlns:a16="http://schemas.microsoft.com/office/drawing/2014/main" id="{7A543511-9A3B-458E-B7E7-EC324858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32" y="200956"/>
            <a:ext cx="1748725" cy="151066"/>
          </a:xfrm>
          <a:custGeom xmlns:a="http://schemas.openxmlformats.org/drawingml/2006/main">
            <a:pathLst>
              <a:path w="1748725" h="151066">
                <a:moveTo>
                  <a:pt x="29553" y="105548"/>
                </a:moveTo>
                <a:lnTo>
                  <a:pt x="27195" y="117181"/>
                </a:lnTo>
                <a:cubicBezTo>
                  <a:pt x="23789" y="118078"/>
                  <a:pt x="20488" y="118527"/>
                  <a:pt x="17292" y="118527"/>
                </a:cubicBezTo>
                <a:cubicBezTo>
                  <a:pt x="11633" y="118527"/>
                  <a:pt x="7126" y="117138"/>
                  <a:pt x="3773" y="114361"/>
                </a:cubicBezTo>
                <a:cubicBezTo>
                  <a:pt x="1258" y="112265"/>
                  <a:pt x="0" y="109409"/>
                  <a:pt x="0" y="105794"/>
                </a:cubicBezTo>
                <a:cubicBezTo>
                  <a:pt x="0" y="103960"/>
                  <a:pt x="681" y="99742"/>
                  <a:pt x="2044" y="93139"/>
                </a:cubicBezTo>
                <a:lnTo>
                  <a:pt x="12183" y="44644"/>
                </a:lnTo>
                <a:lnTo>
                  <a:pt x="943" y="44644"/>
                </a:lnTo>
                <a:lnTo>
                  <a:pt x="3223" y="33640"/>
                </a:lnTo>
                <a:lnTo>
                  <a:pt x="14462" y="33640"/>
                </a:lnTo>
                <a:lnTo>
                  <a:pt x="18785" y="13126"/>
                </a:lnTo>
                <a:lnTo>
                  <a:pt x="35055" y="3301"/>
                </a:lnTo>
                <a:lnTo>
                  <a:pt x="28688" y="33640"/>
                </a:lnTo>
                <a:lnTo>
                  <a:pt x="42679" y="33640"/>
                </a:lnTo>
                <a:lnTo>
                  <a:pt x="40321" y="44644"/>
                </a:lnTo>
                <a:lnTo>
                  <a:pt x="26409" y="44644"/>
                </a:lnTo>
                <a:lnTo>
                  <a:pt x="16741" y="90722"/>
                </a:lnTo>
                <a:cubicBezTo>
                  <a:pt x="15536" y="96585"/>
                  <a:pt x="14934" y="100091"/>
                  <a:pt x="14934" y="101242"/>
                </a:cubicBezTo>
                <a:cubicBezTo>
                  <a:pt x="14934" y="102916"/>
                  <a:pt x="15418" y="104198"/>
                  <a:pt x="16388" y="105089"/>
                </a:cubicBezTo>
                <a:cubicBezTo>
                  <a:pt x="17357" y="105978"/>
                  <a:pt x="18942" y="106422"/>
                  <a:pt x="21143" y="106422"/>
                </a:cubicBezTo>
                <a:cubicBezTo>
                  <a:pt x="24287" y="106422"/>
                  <a:pt x="27090" y="106131"/>
                  <a:pt x="29553" y="105548"/>
                </a:cubicBezTo>
                <a:close/>
                <a:moveTo>
                  <a:pt x="56932" y="117112"/>
                </a:moveTo>
                <a:lnTo>
                  <a:pt x="48208" y="33640"/>
                </a:lnTo>
                <a:lnTo>
                  <a:pt x="61884" y="33640"/>
                </a:lnTo>
                <a:lnTo>
                  <a:pt x="65657" y="71129"/>
                </a:lnTo>
                <a:lnTo>
                  <a:pt x="67150" y="92199"/>
                </a:lnTo>
                <a:cubicBezTo>
                  <a:pt x="67255" y="93767"/>
                  <a:pt x="67412" y="96937"/>
                  <a:pt x="67622" y="101707"/>
                </a:cubicBezTo>
                <a:cubicBezTo>
                  <a:pt x="69194" y="96373"/>
                  <a:pt x="70530" y="92280"/>
                  <a:pt x="71630" y="89428"/>
                </a:cubicBezTo>
                <a:cubicBezTo>
                  <a:pt x="72731" y="86575"/>
                  <a:pt x="74486" y="82498"/>
                  <a:pt x="76896" y="77196"/>
                </a:cubicBezTo>
                <a:lnTo>
                  <a:pt x="96782" y="33640"/>
                </a:lnTo>
                <a:lnTo>
                  <a:pt x="112266" y="33640"/>
                </a:lnTo>
                <a:lnTo>
                  <a:pt x="115017" y="75381"/>
                </a:lnTo>
                <a:cubicBezTo>
                  <a:pt x="115436" y="81720"/>
                  <a:pt x="115698" y="90180"/>
                  <a:pt x="115803" y="100763"/>
                </a:cubicBezTo>
                <a:cubicBezTo>
                  <a:pt x="118423" y="93748"/>
                  <a:pt x="122693" y="84010"/>
                  <a:pt x="128614" y="71547"/>
                </a:cubicBezTo>
                <a:lnTo>
                  <a:pt x="146535" y="33640"/>
                </a:lnTo>
                <a:lnTo>
                  <a:pt x="160761" y="33640"/>
                </a:lnTo>
                <a:lnTo>
                  <a:pt x="119968" y="117112"/>
                </a:lnTo>
                <a:lnTo>
                  <a:pt x="105192" y="117112"/>
                </a:lnTo>
                <a:lnTo>
                  <a:pt x="102048" y="68145"/>
                </a:lnTo>
                <a:cubicBezTo>
                  <a:pt x="101838" y="65103"/>
                  <a:pt x="101681" y="59208"/>
                  <a:pt x="101576" y="50460"/>
                </a:cubicBezTo>
                <a:cubicBezTo>
                  <a:pt x="99428" y="56021"/>
                  <a:pt x="96887" y="62036"/>
                  <a:pt x="93952" y="68504"/>
                </a:cubicBezTo>
                <a:lnTo>
                  <a:pt x="71866" y="117112"/>
                </a:lnTo>
                <a:lnTo>
                  <a:pt x="56932" y="117112"/>
                </a:lnTo>
                <a:close/>
                <a:moveTo>
                  <a:pt x="213552" y="106737"/>
                </a:moveTo>
                <a:cubicBezTo>
                  <a:pt x="208627" y="110981"/>
                  <a:pt x="203885" y="114086"/>
                  <a:pt x="199326" y="116051"/>
                </a:cubicBezTo>
                <a:cubicBezTo>
                  <a:pt x="194767" y="118016"/>
                  <a:pt x="189894" y="118998"/>
                  <a:pt x="184707" y="118998"/>
                </a:cubicBezTo>
                <a:cubicBezTo>
                  <a:pt x="177004" y="118998"/>
                  <a:pt x="170795" y="116732"/>
                  <a:pt x="166079" y="112199"/>
                </a:cubicBezTo>
                <a:cubicBezTo>
                  <a:pt x="161363" y="107667"/>
                  <a:pt x="159005" y="101864"/>
                  <a:pt x="159005" y="94790"/>
                </a:cubicBezTo>
                <a:cubicBezTo>
                  <a:pt x="159005" y="90126"/>
                  <a:pt x="160066" y="86000"/>
                  <a:pt x="162188" y="82411"/>
                </a:cubicBezTo>
                <a:cubicBezTo>
                  <a:pt x="164310" y="78821"/>
                  <a:pt x="167127" y="75939"/>
                  <a:pt x="170637" y="73765"/>
                </a:cubicBezTo>
                <a:cubicBezTo>
                  <a:pt x="174148" y="71590"/>
                  <a:pt x="178445" y="70031"/>
                  <a:pt x="183528" y="69088"/>
                </a:cubicBezTo>
                <a:cubicBezTo>
                  <a:pt x="186724" y="68459"/>
                  <a:pt x="192789" y="67962"/>
                  <a:pt x="201723" y="67595"/>
                </a:cubicBezTo>
                <a:cubicBezTo>
                  <a:pt x="210657" y="67228"/>
                  <a:pt x="217063" y="66285"/>
                  <a:pt x="220941" y="64765"/>
                </a:cubicBezTo>
                <a:cubicBezTo>
                  <a:pt x="222041" y="60888"/>
                  <a:pt x="222591" y="57665"/>
                  <a:pt x="222591" y="55098"/>
                </a:cubicBezTo>
                <a:cubicBezTo>
                  <a:pt x="222591" y="51796"/>
                  <a:pt x="221386" y="49203"/>
                  <a:pt x="218976" y="47316"/>
                </a:cubicBezTo>
                <a:cubicBezTo>
                  <a:pt x="215674" y="44696"/>
                  <a:pt x="210854" y="43386"/>
                  <a:pt x="204513" y="43386"/>
                </a:cubicBezTo>
                <a:cubicBezTo>
                  <a:pt x="198540" y="43386"/>
                  <a:pt x="193654" y="44709"/>
                  <a:pt x="189855" y="47356"/>
                </a:cubicBezTo>
                <a:cubicBezTo>
                  <a:pt x="186056" y="50002"/>
                  <a:pt x="183292" y="53761"/>
                  <a:pt x="181563" y="58635"/>
                </a:cubicBezTo>
                <a:lnTo>
                  <a:pt x="167179" y="57377"/>
                </a:lnTo>
                <a:cubicBezTo>
                  <a:pt x="170113" y="49098"/>
                  <a:pt x="174764" y="42758"/>
                  <a:pt x="181130" y="38356"/>
                </a:cubicBezTo>
                <a:cubicBezTo>
                  <a:pt x="187497" y="33955"/>
                  <a:pt x="195527" y="31754"/>
                  <a:pt x="205221" y="31754"/>
                </a:cubicBezTo>
                <a:cubicBezTo>
                  <a:pt x="215543" y="31754"/>
                  <a:pt x="223718" y="34217"/>
                  <a:pt x="229744" y="39142"/>
                </a:cubicBezTo>
                <a:cubicBezTo>
                  <a:pt x="234355" y="42810"/>
                  <a:pt x="236660" y="47578"/>
                  <a:pt x="236660" y="53447"/>
                </a:cubicBezTo>
                <a:cubicBezTo>
                  <a:pt x="236660" y="57901"/>
                  <a:pt x="236005" y="63062"/>
                  <a:pt x="234695" y="68931"/>
                </a:cubicBezTo>
                <a:lnTo>
                  <a:pt x="230058" y="89681"/>
                </a:lnTo>
                <a:cubicBezTo>
                  <a:pt x="228591" y="96283"/>
                  <a:pt x="227857" y="101654"/>
                  <a:pt x="227857" y="105794"/>
                </a:cubicBezTo>
                <a:cubicBezTo>
                  <a:pt x="227857" y="108414"/>
                  <a:pt x="228434" y="112186"/>
                  <a:pt x="229586" y="117112"/>
                </a:cubicBezTo>
                <a:lnTo>
                  <a:pt x="215203" y="117112"/>
                </a:lnTo>
                <a:cubicBezTo>
                  <a:pt x="214417" y="114387"/>
                  <a:pt x="213867" y="110929"/>
                  <a:pt x="213552" y="106737"/>
                </a:cubicBezTo>
                <a:moveTo>
                  <a:pt x="218818" y="74826"/>
                </a:moveTo>
                <a:cubicBezTo>
                  <a:pt x="216827" y="75612"/>
                  <a:pt x="214692" y="76214"/>
                  <a:pt x="212413" y="76634"/>
                </a:cubicBezTo>
                <a:cubicBezTo>
                  <a:pt x="210133" y="77053"/>
                  <a:pt x="206321" y="77498"/>
                  <a:pt x="200976" y="77970"/>
                </a:cubicBezTo>
                <a:cubicBezTo>
                  <a:pt x="192697" y="78703"/>
                  <a:pt x="186855" y="79633"/>
                  <a:pt x="183449" y="80760"/>
                </a:cubicBezTo>
                <a:cubicBezTo>
                  <a:pt x="180043" y="81887"/>
                  <a:pt x="177476" y="83681"/>
                  <a:pt x="175746" y="86144"/>
                </a:cubicBezTo>
                <a:cubicBezTo>
                  <a:pt x="174017" y="88607"/>
                  <a:pt x="173153" y="91332"/>
                  <a:pt x="173153" y="94318"/>
                </a:cubicBezTo>
                <a:cubicBezTo>
                  <a:pt x="173153" y="98301"/>
                  <a:pt x="174528" y="101576"/>
                  <a:pt x="177279" y="104143"/>
                </a:cubicBezTo>
                <a:cubicBezTo>
                  <a:pt x="180030" y="106711"/>
                  <a:pt x="183947" y="107994"/>
                  <a:pt x="189030" y="107994"/>
                </a:cubicBezTo>
                <a:cubicBezTo>
                  <a:pt x="193745" y="107994"/>
                  <a:pt x="198278" y="106750"/>
                  <a:pt x="202627" y="104261"/>
                </a:cubicBezTo>
                <a:cubicBezTo>
                  <a:pt x="206976" y="101772"/>
                  <a:pt x="210408" y="98301"/>
                  <a:pt x="212923" y="93847"/>
                </a:cubicBezTo>
                <a:cubicBezTo>
                  <a:pt x="215439" y="89393"/>
                  <a:pt x="217404" y="83052"/>
                  <a:pt x="218818" y="74826"/>
                </a:cubicBezTo>
                <a:close/>
                <a:moveTo>
                  <a:pt x="246775" y="117112"/>
                </a:moveTo>
                <a:lnTo>
                  <a:pt x="264224" y="33640"/>
                </a:lnTo>
                <a:lnTo>
                  <a:pt x="276800" y="33640"/>
                </a:lnTo>
                <a:lnTo>
                  <a:pt x="273263" y="50770"/>
                </a:lnTo>
                <a:cubicBezTo>
                  <a:pt x="277560" y="44300"/>
                  <a:pt x="281765" y="39514"/>
                  <a:pt x="285878" y="36411"/>
                </a:cubicBezTo>
                <a:cubicBezTo>
                  <a:pt x="289991" y="33306"/>
                  <a:pt x="294196" y="31754"/>
                  <a:pt x="298493" y="31754"/>
                </a:cubicBezTo>
                <a:cubicBezTo>
                  <a:pt x="301323" y="31754"/>
                  <a:pt x="304807" y="32749"/>
                  <a:pt x="308947" y="34741"/>
                </a:cubicBezTo>
                <a:lnTo>
                  <a:pt x="303130" y="47945"/>
                </a:lnTo>
                <a:cubicBezTo>
                  <a:pt x="300668" y="46268"/>
                  <a:pt x="297969" y="45430"/>
                  <a:pt x="295035" y="45430"/>
                </a:cubicBezTo>
                <a:cubicBezTo>
                  <a:pt x="290057" y="45430"/>
                  <a:pt x="284948" y="48202"/>
                  <a:pt x="279708" y="53747"/>
                </a:cubicBezTo>
                <a:cubicBezTo>
                  <a:pt x="274468" y="59290"/>
                  <a:pt x="270355" y="69252"/>
                  <a:pt x="267368" y="83634"/>
                </a:cubicBezTo>
                <a:lnTo>
                  <a:pt x="260294" y="117112"/>
                </a:lnTo>
                <a:lnTo>
                  <a:pt x="246775" y="117112"/>
                </a:lnTo>
                <a:close/>
                <a:moveTo>
                  <a:pt x="361685" y="88974"/>
                </a:moveTo>
                <a:lnTo>
                  <a:pt x="375518" y="90231"/>
                </a:lnTo>
                <a:cubicBezTo>
                  <a:pt x="373527" y="97077"/>
                  <a:pt x="368955" y="103584"/>
                  <a:pt x="361803" y="109751"/>
                </a:cubicBezTo>
                <a:cubicBezTo>
                  <a:pt x="354650" y="115916"/>
                  <a:pt x="346123" y="118998"/>
                  <a:pt x="336219" y="118998"/>
                </a:cubicBezTo>
                <a:cubicBezTo>
                  <a:pt x="330036" y="118998"/>
                  <a:pt x="324364" y="117570"/>
                  <a:pt x="319203" y="114715"/>
                </a:cubicBezTo>
                <a:cubicBezTo>
                  <a:pt x="314041" y="111859"/>
                  <a:pt x="310111" y="107706"/>
                  <a:pt x="307413" y="102257"/>
                </a:cubicBezTo>
                <a:cubicBezTo>
                  <a:pt x="304714" y="96807"/>
                  <a:pt x="303365" y="90598"/>
                  <a:pt x="303365" y="83629"/>
                </a:cubicBezTo>
                <a:cubicBezTo>
                  <a:pt x="303365" y="74511"/>
                  <a:pt x="305474" y="65669"/>
                  <a:pt x="309692" y="57102"/>
                </a:cubicBezTo>
                <a:cubicBezTo>
                  <a:pt x="313910" y="48535"/>
                  <a:pt x="319373" y="42168"/>
                  <a:pt x="326080" y="38002"/>
                </a:cubicBezTo>
                <a:cubicBezTo>
                  <a:pt x="332787" y="33837"/>
                  <a:pt x="340044" y="31754"/>
                  <a:pt x="347852" y="31754"/>
                </a:cubicBezTo>
                <a:cubicBezTo>
                  <a:pt x="357808" y="31754"/>
                  <a:pt x="365759" y="34845"/>
                  <a:pt x="371706" y="41028"/>
                </a:cubicBezTo>
                <a:cubicBezTo>
                  <a:pt x="377654" y="47212"/>
                  <a:pt x="380627" y="55648"/>
                  <a:pt x="380627" y="66337"/>
                </a:cubicBezTo>
                <a:cubicBezTo>
                  <a:pt x="380627" y="70424"/>
                  <a:pt x="380260" y="74616"/>
                  <a:pt x="379527" y="78913"/>
                </a:cubicBezTo>
                <a:lnTo>
                  <a:pt x="318063" y="78913"/>
                </a:lnTo>
                <a:cubicBezTo>
                  <a:pt x="317853" y="80537"/>
                  <a:pt x="317748" y="82004"/>
                  <a:pt x="317748" y="83314"/>
                </a:cubicBezTo>
                <a:cubicBezTo>
                  <a:pt x="317748" y="91122"/>
                  <a:pt x="319543" y="97082"/>
                  <a:pt x="323132" y="101196"/>
                </a:cubicBezTo>
                <a:cubicBezTo>
                  <a:pt x="326722" y="105309"/>
                  <a:pt x="331110" y="107366"/>
                  <a:pt x="336298" y="107366"/>
                </a:cubicBezTo>
                <a:cubicBezTo>
                  <a:pt x="341171" y="107366"/>
                  <a:pt x="345965" y="105788"/>
                  <a:pt x="350681" y="102633"/>
                </a:cubicBezTo>
                <a:cubicBezTo>
                  <a:pt x="355397" y="99475"/>
                  <a:pt x="359065" y="94922"/>
                  <a:pt x="361685" y="88974"/>
                </a:cubicBezTo>
                <a:moveTo>
                  <a:pt x="320342" y="67909"/>
                </a:moveTo>
                <a:lnTo>
                  <a:pt x="367187" y="67909"/>
                </a:lnTo>
                <a:cubicBezTo>
                  <a:pt x="367239" y="66447"/>
                  <a:pt x="367266" y="65402"/>
                  <a:pt x="367266" y="64775"/>
                </a:cubicBezTo>
                <a:cubicBezTo>
                  <a:pt x="367266" y="57672"/>
                  <a:pt x="365484" y="52226"/>
                  <a:pt x="361921" y="48439"/>
                </a:cubicBezTo>
                <a:cubicBezTo>
                  <a:pt x="358358" y="44651"/>
                  <a:pt x="353773" y="42758"/>
                  <a:pt x="348166" y="42758"/>
                </a:cubicBezTo>
                <a:cubicBezTo>
                  <a:pt x="342088" y="42758"/>
                  <a:pt x="336547" y="44847"/>
                  <a:pt x="331542" y="49026"/>
                </a:cubicBezTo>
                <a:cubicBezTo>
                  <a:pt x="326538" y="53205"/>
                  <a:pt x="322805" y="59499"/>
                  <a:pt x="320342" y="67909"/>
                </a:cubicBezTo>
                <a:close/>
                <a:moveTo>
                  <a:pt x="440600" y="79856"/>
                </a:moveTo>
                <a:lnTo>
                  <a:pt x="455691" y="78441"/>
                </a:lnTo>
                <a:lnTo>
                  <a:pt x="455534" y="82450"/>
                </a:lnTo>
                <a:cubicBezTo>
                  <a:pt x="455534" y="86904"/>
                  <a:pt x="456556" y="90978"/>
                  <a:pt x="458599" y="94672"/>
                </a:cubicBezTo>
                <a:cubicBezTo>
                  <a:pt x="460643" y="98366"/>
                  <a:pt x="464023" y="101222"/>
                  <a:pt x="468739" y="103239"/>
                </a:cubicBezTo>
                <a:cubicBezTo>
                  <a:pt x="473455" y="105257"/>
                  <a:pt x="479061" y="106265"/>
                  <a:pt x="485559" y="106265"/>
                </a:cubicBezTo>
                <a:cubicBezTo>
                  <a:pt x="494781" y="106265"/>
                  <a:pt x="501816" y="104246"/>
                  <a:pt x="506663" y="100208"/>
                </a:cubicBezTo>
                <a:cubicBezTo>
                  <a:pt x="511509" y="96170"/>
                  <a:pt x="513933" y="91556"/>
                  <a:pt x="513933" y="86365"/>
                </a:cubicBezTo>
                <a:cubicBezTo>
                  <a:pt x="513933" y="82746"/>
                  <a:pt x="512649" y="79443"/>
                  <a:pt x="510082" y="76454"/>
                </a:cubicBezTo>
                <a:cubicBezTo>
                  <a:pt x="507462" y="73523"/>
                  <a:pt x="500309" y="69546"/>
                  <a:pt x="488624" y="64522"/>
                </a:cubicBezTo>
                <a:cubicBezTo>
                  <a:pt x="479559" y="60597"/>
                  <a:pt x="473376" y="57588"/>
                  <a:pt x="470075" y="55495"/>
                </a:cubicBezTo>
                <a:cubicBezTo>
                  <a:pt x="464887" y="52094"/>
                  <a:pt x="461062" y="48392"/>
                  <a:pt x="458599" y="44389"/>
                </a:cubicBezTo>
                <a:cubicBezTo>
                  <a:pt x="456137" y="40385"/>
                  <a:pt x="454905" y="35819"/>
                  <a:pt x="454905" y="30690"/>
                </a:cubicBezTo>
                <a:cubicBezTo>
                  <a:pt x="454905" y="24777"/>
                  <a:pt x="456530" y="19440"/>
                  <a:pt x="459778" y="14678"/>
                </a:cubicBezTo>
                <a:cubicBezTo>
                  <a:pt x="463027" y="9917"/>
                  <a:pt x="467782" y="6280"/>
                  <a:pt x="474044" y="3768"/>
                </a:cubicBezTo>
                <a:cubicBezTo>
                  <a:pt x="480306" y="1256"/>
                  <a:pt x="487367" y="0"/>
                  <a:pt x="495226" y="0"/>
                </a:cubicBezTo>
                <a:cubicBezTo>
                  <a:pt x="504606" y="0"/>
                  <a:pt x="512518" y="1572"/>
                  <a:pt x="518963" y="4716"/>
                </a:cubicBezTo>
                <a:cubicBezTo>
                  <a:pt x="525408" y="7860"/>
                  <a:pt x="530085" y="12052"/>
                  <a:pt x="532993" y="17292"/>
                </a:cubicBezTo>
                <a:cubicBezTo>
                  <a:pt x="535901" y="22532"/>
                  <a:pt x="537355" y="27536"/>
                  <a:pt x="537355" y="32304"/>
                </a:cubicBezTo>
                <a:cubicBezTo>
                  <a:pt x="537355" y="32776"/>
                  <a:pt x="537329" y="33562"/>
                  <a:pt x="537277" y="34662"/>
                </a:cubicBezTo>
                <a:lnTo>
                  <a:pt x="522422" y="35841"/>
                </a:lnTo>
                <a:cubicBezTo>
                  <a:pt x="522422" y="32581"/>
                  <a:pt x="522133" y="30030"/>
                  <a:pt x="521557" y="28190"/>
                </a:cubicBezTo>
                <a:cubicBezTo>
                  <a:pt x="520509" y="24984"/>
                  <a:pt x="518885" y="22277"/>
                  <a:pt x="516684" y="20070"/>
                </a:cubicBezTo>
                <a:cubicBezTo>
                  <a:pt x="514483" y="17861"/>
                  <a:pt x="511457" y="16086"/>
                  <a:pt x="507606" y="14745"/>
                </a:cubicBezTo>
                <a:cubicBezTo>
                  <a:pt x="503754" y="13404"/>
                  <a:pt x="499445" y="12733"/>
                  <a:pt x="494676" y="12733"/>
                </a:cubicBezTo>
                <a:cubicBezTo>
                  <a:pt x="486292" y="12733"/>
                  <a:pt x="479769" y="14620"/>
                  <a:pt x="475105" y="18395"/>
                </a:cubicBezTo>
                <a:cubicBezTo>
                  <a:pt x="471542" y="21280"/>
                  <a:pt x="469760" y="25107"/>
                  <a:pt x="469760" y="29877"/>
                </a:cubicBezTo>
                <a:cubicBezTo>
                  <a:pt x="469760" y="32708"/>
                  <a:pt x="470494" y="35238"/>
                  <a:pt x="471961" y="37467"/>
                </a:cubicBezTo>
                <a:cubicBezTo>
                  <a:pt x="473428" y="39696"/>
                  <a:pt x="476075" y="41885"/>
                  <a:pt x="479900" y="44035"/>
                </a:cubicBezTo>
                <a:cubicBezTo>
                  <a:pt x="482624" y="45553"/>
                  <a:pt x="489096" y="48562"/>
                  <a:pt x="499314" y="53061"/>
                </a:cubicBezTo>
                <a:cubicBezTo>
                  <a:pt x="507593" y="56724"/>
                  <a:pt x="513304" y="59603"/>
                  <a:pt x="516448" y="61697"/>
                </a:cubicBezTo>
                <a:cubicBezTo>
                  <a:pt x="520640" y="64471"/>
                  <a:pt x="523862" y="67834"/>
                  <a:pt x="526116" y="71785"/>
                </a:cubicBezTo>
                <a:cubicBezTo>
                  <a:pt x="528369" y="75735"/>
                  <a:pt x="529495" y="80221"/>
                  <a:pt x="529495" y="85245"/>
                </a:cubicBezTo>
                <a:cubicBezTo>
                  <a:pt x="529495" y="91472"/>
                  <a:pt x="527596" y="97216"/>
                  <a:pt x="523797" y="102475"/>
                </a:cubicBezTo>
                <a:cubicBezTo>
                  <a:pt x="519998" y="107735"/>
                  <a:pt x="514745" y="111804"/>
                  <a:pt x="508038" y="114683"/>
                </a:cubicBezTo>
                <a:cubicBezTo>
                  <a:pt x="501331" y="117560"/>
                  <a:pt x="493654" y="118998"/>
                  <a:pt x="485009" y="118998"/>
                </a:cubicBezTo>
                <a:cubicBezTo>
                  <a:pt x="471961" y="118998"/>
                  <a:pt x="461311" y="116161"/>
                  <a:pt x="453058" y="110487"/>
                </a:cubicBezTo>
                <a:cubicBezTo>
                  <a:pt x="444805" y="104814"/>
                  <a:pt x="440653" y="94603"/>
                  <a:pt x="440600" y="79856"/>
                </a:cubicBezTo>
                <a:close/>
                <a:moveTo>
                  <a:pt x="536649" y="149386"/>
                </a:moveTo>
                <a:lnTo>
                  <a:pt x="537514" y="135833"/>
                </a:lnTo>
                <a:cubicBezTo>
                  <a:pt x="540448" y="136662"/>
                  <a:pt x="543304" y="137076"/>
                  <a:pt x="546081" y="137076"/>
                </a:cubicBezTo>
                <a:cubicBezTo>
                  <a:pt x="548963" y="137076"/>
                  <a:pt x="551295" y="136429"/>
                  <a:pt x="553076" y="135135"/>
                </a:cubicBezTo>
                <a:cubicBezTo>
                  <a:pt x="555382" y="133426"/>
                  <a:pt x="557897" y="130216"/>
                  <a:pt x="560622" y="125505"/>
                </a:cubicBezTo>
                <a:lnTo>
                  <a:pt x="565180" y="117387"/>
                </a:lnTo>
                <a:lnTo>
                  <a:pt x="551268" y="33640"/>
                </a:lnTo>
                <a:lnTo>
                  <a:pt x="565259" y="33640"/>
                </a:lnTo>
                <a:lnTo>
                  <a:pt x="571547" y="75887"/>
                </a:lnTo>
                <a:cubicBezTo>
                  <a:pt x="572804" y="84227"/>
                  <a:pt x="573879" y="92566"/>
                  <a:pt x="574769" y="100906"/>
                </a:cubicBezTo>
                <a:lnTo>
                  <a:pt x="612104" y="33640"/>
                </a:lnTo>
                <a:lnTo>
                  <a:pt x="626959" y="33640"/>
                </a:lnTo>
                <a:lnTo>
                  <a:pt x="573748" y="128130"/>
                </a:lnTo>
                <a:cubicBezTo>
                  <a:pt x="568612" y="137410"/>
                  <a:pt x="564054" y="143552"/>
                  <a:pt x="560071" y="146557"/>
                </a:cubicBezTo>
                <a:cubicBezTo>
                  <a:pt x="556089" y="149563"/>
                  <a:pt x="551504" y="151066"/>
                  <a:pt x="546317" y="151066"/>
                </a:cubicBezTo>
                <a:cubicBezTo>
                  <a:pt x="543016" y="151066"/>
                  <a:pt x="539793" y="150506"/>
                  <a:pt x="536649" y="149386"/>
                </a:cubicBezTo>
                <a:close/>
                <a:moveTo>
                  <a:pt x="623815" y="88659"/>
                </a:moveTo>
                <a:lnTo>
                  <a:pt x="638041" y="87716"/>
                </a:lnTo>
                <a:cubicBezTo>
                  <a:pt x="638041" y="91803"/>
                  <a:pt x="638670" y="95288"/>
                  <a:pt x="639928" y="98170"/>
                </a:cubicBezTo>
                <a:cubicBezTo>
                  <a:pt x="641185" y="101052"/>
                  <a:pt x="643504" y="103409"/>
                  <a:pt x="646884" y="105243"/>
                </a:cubicBezTo>
                <a:cubicBezTo>
                  <a:pt x="650263" y="107077"/>
                  <a:pt x="654206" y="107994"/>
                  <a:pt x="658713" y="107994"/>
                </a:cubicBezTo>
                <a:cubicBezTo>
                  <a:pt x="665001" y="107994"/>
                  <a:pt x="669716" y="106737"/>
                  <a:pt x="672860" y="104222"/>
                </a:cubicBezTo>
                <a:cubicBezTo>
                  <a:pt x="676004" y="101707"/>
                  <a:pt x="677576" y="98746"/>
                  <a:pt x="677576" y="95340"/>
                </a:cubicBezTo>
                <a:cubicBezTo>
                  <a:pt x="677576" y="92877"/>
                  <a:pt x="676633" y="90546"/>
                  <a:pt x="674747" y="88345"/>
                </a:cubicBezTo>
                <a:cubicBezTo>
                  <a:pt x="672808" y="86144"/>
                  <a:pt x="668079" y="83432"/>
                  <a:pt x="660560" y="80210"/>
                </a:cubicBezTo>
                <a:cubicBezTo>
                  <a:pt x="653040" y="76987"/>
                  <a:pt x="648233" y="74721"/>
                  <a:pt x="646137" y="73411"/>
                </a:cubicBezTo>
                <a:cubicBezTo>
                  <a:pt x="642626" y="71263"/>
                  <a:pt x="639980" y="68734"/>
                  <a:pt x="638198" y="65826"/>
                </a:cubicBezTo>
                <a:cubicBezTo>
                  <a:pt x="636417" y="62918"/>
                  <a:pt x="635526" y="59578"/>
                  <a:pt x="635526" y="55805"/>
                </a:cubicBezTo>
                <a:cubicBezTo>
                  <a:pt x="635526" y="49203"/>
                  <a:pt x="638146" y="43544"/>
                  <a:pt x="643386" y="38828"/>
                </a:cubicBezTo>
                <a:cubicBezTo>
                  <a:pt x="648626" y="34112"/>
                  <a:pt x="655962" y="31754"/>
                  <a:pt x="665394" y="31754"/>
                </a:cubicBezTo>
                <a:cubicBezTo>
                  <a:pt x="675873" y="31754"/>
                  <a:pt x="683851" y="34177"/>
                  <a:pt x="689327" y="39024"/>
                </a:cubicBezTo>
                <a:cubicBezTo>
                  <a:pt x="694802" y="43871"/>
                  <a:pt x="697645" y="50251"/>
                  <a:pt x="697855" y="58163"/>
                </a:cubicBezTo>
                <a:lnTo>
                  <a:pt x="683943" y="59106"/>
                </a:lnTo>
                <a:cubicBezTo>
                  <a:pt x="683733" y="54076"/>
                  <a:pt x="681952" y="50093"/>
                  <a:pt x="678598" y="47159"/>
                </a:cubicBezTo>
                <a:cubicBezTo>
                  <a:pt x="675245" y="44225"/>
                  <a:pt x="670502" y="42758"/>
                  <a:pt x="664372" y="42758"/>
                </a:cubicBezTo>
                <a:cubicBezTo>
                  <a:pt x="659446" y="42758"/>
                  <a:pt x="655621" y="43884"/>
                  <a:pt x="652896" y="46137"/>
                </a:cubicBezTo>
                <a:cubicBezTo>
                  <a:pt x="650172" y="48391"/>
                  <a:pt x="648809" y="50827"/>
                  <a:pt x="648809" y="53447"/>
                </a:cubicBezTo>
                <a:cubicBezTo>
                  <a:pt x="648809" y="56067"/>
                  <a:pt x="649988" y="58373"/>
                  <a:pt x="652346" y="60364"/>
                </a:cubicBezTo>
                <a:cubicBezTo>
                  <a:pt x="653918" y="61726"/>
                  <a:pt x="657979" y="63822"/>
                  <a:pt x="664529" y="66652"/>
                </a:cubicBezTo>
                <a:cubicBezTo>
                  <a:pt x="675428" y="71367"/>
                  <a:pt x="682292" y="75088"/>
                  <a:pt x="685122" y="77813"/>
                </a:cubicBezTo>
                <a:cubicBezTo>
                  <a:pt x="689628" y="82162"/>
                  <a:pt x="691881" y="87454"/>
                  <a:pt x="691881" y="93689"/>
                </a:cubicBezTo>
                <a:cubicBezTo>
                  <a:pt x="691881" y="97829"/>
                  <a:pt x="690611" y="101890"/>
                  <a:pt x="688069" y="105872"/>
                </a:cubicBezTo>
                <a:cubicBezTo>
                  <a:pt x="685528" y="109855"/>
                  <a:pt x="681650" y="113038"/>
                  <a:pt x="676437" y="115422"/>
                </a:cubicBezTo>
                <a:cubicBezTo>
                  <a:pt x="671223" y="117806"/>
                  <a:pt x="665079" y="118998"/>
                  <a:pt x="658005" y="118998"/>
                </a:cubicBezTo>
                <a:cubicBezTo>
                  <a:pt x="648364" y="118998"/>
                  <a:pt x="640163" y="116621"/>
                  <a:pt x="633404" y="111865"/>
                </a:cubicBezTo>
                <a:cubicBezTo>
                  <a:pt x="626644" y="107109"/>
                  <a:pt x="623448" y="99373"/>
                  <a:pt x="623815" y="88659"/>
                </a:cubicBezTo>
                <a:close/>
                <a:moveTo>
                  <a:pt x="736211" y="105548"/>
                </a:moveTo>
                <a:lnTo>
                  <a:pt x="733853" y="117181"/>
                </a:lnTo>
                <a:cubicBezTo>
                  <a:pt x="730447" y="118078"/>
                  <a:pt x="727146" y="118527"/>
                  <a:pt x="723949" y="118527"/>
                </a:cubicBezTo>
                <a:cubicBezTo>
                  <a:pt x="718290" y="118527"/>
                  <a:pt x="713784" y="117138"/>
                  <a:pt x="710430" y="114361"/>
                </a:cubicBezTo>
                <a:cubicBezTo>
                  <a:pt x="707915" y="112265"/>
                  <a:pt x="706658" y="109409"/>
                  <a:pt x="706658" y="105794"/>
                </a:cubicBezTo>
                <a:cubicBezTo>
                  <a:pt x="706658" y="103960"/>
                  <a:pt x="707339" y="99742"/>
                  <a:pt x="708701" y="93139"/>
                </a:cubicBezTo>
                <a:lnTo>
                  <a:pt x="718841" y="44644"/>
                </a:lnTo>
                <a:lnTo>
                  <a:pt x="707601" y="44644"/>
                </a:lnTo>
                <a:lnTo>
                  <a:pt x="709880" y="33640"/>
                </a:lnTo>
                <a:lnTo>
                  <a:pt x="721120" y="33640"/>
                </a:lnTo>
                <a:lnTo>
                  <a:pt x="725443" y="13126"/>
                </a:lnTo>
                <a:lnTo>
                  <a:pt x="741713" y="3301"/>
                </a:lnTo>
                <a:lnTo>
                  <a:pt x="735346" y="33640"/>
                </a:lnTo>
                <a:lnTo>
                  <a:pt x="749337" y="33640"/>
                </a:lnTo>
                <a:lnTo>
                  <a:pt x="746979" y="44644"/>
                </a:lnTo>
                <a:lnTo>
                  <a:pt x="733067" y="44644"/>
                </a:lnTo>
                <a:lnTo>
                  <a:pt x="723399" y="90722"/>
                </a:lnTo>
                <a:cubicBezTo>
                  <a:pt x="722194" y="96585"/>
                  <a:pt x="721591" y="100091"/>
                  <a:pt x="721591" y="101242"/>
                </a:cubicBezTo>
                <a:cubicBezTo>
                  <a:pt x="721591" y="102916"/>
                  <a:pt x="722076" y="104198"/>
                  <a:pt x="723046" y="105089"/>
                </a:cubicBezTo>
                <a:cubicBezTo>
                  <a:pt x="724015" y="105978"/>
                  <a:pt x="725600" y="106422"/>
                  <a:pt x="727801" y="106422"/>
                </a:cubicBezTo>
                <a:cubicBezTo>
                  <a:pt x="730945" y="106422"/>
                  <a:pt x="733748" y="106131"/>
                  <a:pt x="736211" y="105548"/>
                </a:cubicBezTo>
                <a:close/>
                <a:moveTo>
                  <a:pt x="809020" y="88974"/>
                </a:moveTo>
                <a:lnTo>
                  <a:pt x="822853" y="90231"/>
                </a:lnTo>
                <a:cubicBezTo>
                  <a:pt x="820862" y="97077"/>
                  <a:pt x="816290" y="103584"/>
                  <a:pt x="809138" y="109751"/>
                </a:cubicBezTo>
                <a:cubicBezTo>
                  <a:pt x="801986" y="115916"/>
                  <a:pt x="793458" y="118998"/>
                  <a:pt x="783554" y="118998"/>
                </a:cubicBezTo>
                <a:cubicBezTo>
                  <a:pt x="777371" y="118998"/>
                  <a:pt x="771699" y="117570"/>
                  <a:pt x="766538" y="114715"/>
                </a:cubicBezTo>
                <a:cubicBezTo>
                  <a:pt x="761376" y="111859"/>
                  <a:pt x="757446" y="107706"/>
                  <a:pt x="754748" y="102257"/>
                </a:cubicBezTo>
                <a:cubicBezTo>
                  <a:pt x="752049" y="96807"/>
                  <a:pt x="750700" y="90598"/>
                  <a:pt x="750700" y="83629"/>
                </a:cubicBezTo>
                <a:cubicBezTo>
                  <a:pt x="750700" y="74511"/>
                  <a:pt x="752809" y="65669"/>
                  <a:pt x="757027" y="57102"/>
                </a:cubicBezTo>
                <a:cubicBezTo>
                  <a:pt x="761245" y="48535"/>
                  <a:pt x="766708" y="42168"/>
                  <a:pt x="773415" y="38002"/>
                </a:cubicBezTo>
                <a:cubicBezTo>
                  <a:pt x="780122" y="33837"/>
                  <a:pt x="787379" y="31754"/>
                  <a:pt x="795187" y="31754"/>
                </a:cubicBezTo>
                <a:cubicBezTo>
                  <a:pt x="805143" y="31754"/>
                  <a:pt x="813094" y="34845"/>
                  <a:pt x="819041" y="41028"/>
                </a:cubicBezTo>
                <a:cubicBezTo>
                  <a:pt x="824989" y="47212"/>
                  <a:pt x="827962" y="55648"/>
                  <a:pt x="827962" y="66337"/>
                </a:cubicBezTo>
                <a:cubicBezTo>
                  <a:pt x="827962" y="70424"/>
                  <a:pt x="827596" y="74616"/>
                  <a:pt x="826862" y="78913"/>
                </a:cubicBezTo>
                <a:lnTo>
                  <a:pt x="765398" y="78913"/>
                </a:lnTo>
                <a:cubicBezTo>
                  <a:pt x="765188" y="80537"/>
                  <a:pt x="765083" y="82004"/>
                  <a:pt x="765083" y="83314"/>
                </a:cubicBezTo>
                <a:cubicBezTo>
                  <a:pt x="765083" y="91122"/>
                  <a:pt x="766878" y="97082"/>
                  <a:pt x="770467" y="101196"/>
                </a:cubicBezTo>
                <a:cubicBezTo>
                  <a:pt x="774057" y="105309"/>
                  <a:pt x="778445" y="107366"/>
                  <a:pt x="783633" y="107366"/>
                </a:cubicBezTo>
                <a:cubicBezTo>
                  <a:pt x="788506" y="107366"/>
                  <a:pt x="793300" y="105788"/>
                  <a:pt x="798016" y="102633"/>
                </a:cubicBezTo>
                <a:cubicBezTo>
                  <a:pt x="802732" y="99475"/>
                  <a:pt x="806400" y="94922"/>
                  <a:pt x="809020" y="88974"/>
                </a:cubicBezTo>
                <a:moveTo>
                  <a:pt x="767677" y="67909"/>
                </a:moveTo>
                <a:lnTo>
                  <a:pt x="814522" y="67909"/>
                </a:lnTo>
                <a:cubicBezTo>
                  <a:pt x="814574" y="66447"/>
                  <a:pt x="814601" y="65402"/>
                  <a:pt x="814601" y="64775"/>
                </a:cubicBezTo>
                <a:cubicBezTo>
                  <a:pt x="814601" y="57672"/>
                  <a:pt x="812819" y="52226"/>
                  <a:pt x="809256" y="48439"/>
                </a:cubicBezTo>
                <a:cubicBezTo>
                  <a:pt x="805693" y="44651"/>
                  <a:pt x="801108" y="42758"/>
                  <a:pt x="795501" y="42758"/>
                </a:cubicBezTo>
                <a:cubicBezTo>
                  <a:pt x="789423" y="42758"/>
                  <a:pt x="783882" y="44847"/>
                  <a:pt x="778878" y="49026"/>
                </a:cubicBezTo>
                <a:cubicBezTo>
                  <a:pt x="773873" y="53205"/>
                  <a:pt x="770140" y="59499"/>
                  <a:pt x="767677" y="67909"/>
                </a:cubicBezTo>
                <a:close/>
                <a:moveTo>
                  <a:pt x="837134" y="117112"/>
                </a:moveTo>
                <a:lnTo>
                  <a:pt x="854583" y="33640"/>
                </a:lnTo>
                <a:lnTo>
                  <a:pt x="868809" y="33640"/>
                </a:lnTo>
                <a:lnTo>
                  <a:pt x="865901" y="47400"/>
                </a:lnTo>
                <a:cubicBezTo>
                  <a:pt x="871193" y="41477"/>
                  <a:pt x="875922" y="37389"/>
                  <a:pt x="880088" y="35136"/>
                </a:cubicBezTo>
                <a:cubicBezTo>
                  <a:pt x="884254" y="32881"/>
                  <a:pt x="888773" y="31754"/>
                  <a:pt x="893646" y="31754"/>
                </a:cubicBezTo>
                <a:cubicBezTo>
                  <a:pt x="898834" y="31754"/>
                  <a:pt x="903170" y="33129"/>
                  <a:pt x="906654" y="35880"/>
                </a:cubicBezTo>
                <a:cubicBezTo>
                  <a:pt x="910139" y="38631"/>
                  <a:pt x="912431" y="42469"/>
                  <a:pt x="913532" y="47395"/>
                </a:cubicBezTo>
                <a:cubicBezTo>
                  <a:pt x="917776" y="42155"/>
                  <a:pt x="922243" y="38238"/>
                  <a:pt x="926933" y="35644"/>
                </a:cubicBezTo>
                <a:cubicBezTo>
                  <a:pt x="931622" y="33051"/>
                  <a:pt x="936561" y="31754"/>
                  <a:pt x="941748" y="31754"/>
                </a:cubicBezTo>
                <a:cubicBezTo>
                  <a:pt x="948718" y="31754"/>
                  <a:pt x="953944" y="33404"/>
                  <a:pt x="957429" y="36706"/>
                </a:cubicBezTo>
                <a:cubicBezTo>
                  <a:pt x="960913" y="40005"/>
                  <a:pt x="962656" y="44641"/>
                  <a:pt x="962656" y="50613"/>
                </a:cubicBezTo>
                <a:cubicBezTo>
                  <a:pt x="962656" y="53180"/>
                  <a:pt x="962053" y="57424"/>
                  <a:pt x="960848" y="63346"/>
                </a:cubicBezTo>
                <a:lnTo>
                  <a:pt x="949608" y="117112"/>
                </a:lnTo>
                <a:lnTo>
                  <a:pt x="935382" y="117112"/>
                </a:lnTo>
                <a:lnTo>
                  <a:pt x="946857" y="61995"/>
                </a:lnTo>
                <a:cubicBezTo>
                  <a:pt x="947853" y="57493"/>
                  <a:pt x="948351" y="54274"/>
                  <a:pt x="948351" y="52337"/>
                </a:cubicBezTo>
                <a:cubicBezTo>
                  <a:pt x="948351" y="49615"/>
                  <a:pt x="947486" y="47469"/>
                  <a:pt x="945757" y="45899"/>
                </a:cubicBezTo>
                <a:cubicBezTo>
                  <a:pt x="944028" y="44329"/>
                  <a:pt x="941591" y="43544"/>
                  <a:pt x="938447" y="43544"/>
                </a:cubicBezTo>
                <a:cubicBezTo>
                  <a:pt x="934203" y="43544"/>
                  <a:pt x="929880" y="44824"/>
                  <a:pt x="925479" y="47385"/>
                </a:cubicBezTo>
                <a:cubicBezTo>
                  <a:pt x="921077" y="49946"/>
                  <a:pt x="917658" y="53305"/>
                  <a:pt x="915221" y="57460"/>
                </a:cubicBezTo>
                <a:cubicBezTo>
                  <a:pt x="912785" y="61615"/>
                  <a:pt x="910650" y="68004"/>
                  <a:pt x="908816" y="76629"/>
                </a:cubicBezTo>
                <a:lnTo>
                  <a:pt x="900327" y="117112"/>
                </a:lnTo>
                <a:lnTo>
                  <a:pt x="886101" y="117112"/>
                </a:lnTo>
                <a:lnTo>
                  <a:pt x="897890" y="60816"/>
                </a:lnTo>
                <a:cubicBezTo>
                  <a:pt x="898729" y="56995"/>
                  <a:pt x="899148" y="54274"/>
                  <a:pt x="899148" y="52651"/>
                </a:cubicBezTo>
                <a:cubicBezTo>
                  <a:pt x="899148" y="49930"/>
                  <a:pt x="898297" y="47731"/>
                  <a:pt x="896594" y="46056"/>
                </a:cubicBezTo>
                <a:cubicBezTo>
                  <a:pt x="894891" y="44381"/>
                  <a:pt x="892677" y="43544"/>
                  <a:pt x="889952" y="43544"/>
                </a:cubicBezTo>
                <a:cubicBezTo>
                  <a:pt x="885917" y="43544"/>
                  <a:pt x="881686" y="44825"/>
                  <a:pt x="877258" y="47388"/>
                </a:cubicBezTo>
                <a:cubicBezTo>
                  <a:pt x="872831" y="49949"/>
                  <a:pt x="869228" y="53517"/>
                  <a:pt x="866451" y="58092"/>
                </a:cubicBezTo>
                <a:cubicBezTo>
                  <a:pt x="863674" y="62665"/>
                  <a:pt x="861395" y="69186"/>
                  <a:pt x="859613" y="77655"/>
                </a:cubicBezTo>
                <a:lnTo>
                  <a:pt x="851360" y="117112"/>
                </a:lnTo>
                <a:lnTo>
                  <a:pt x="837134" y="117112"/>
                </a:lnTo>
                <a:close/>
                <a:moveTo>
                  <a:pt x="972636" y="88659"/>
                </a:moveTo>
                <a:lnTo>
                  <a:pt x="986863" y="87716"/>
                </a:lnTo>
                <a:cubicBezTo>
                  <a:pt x="986863" y="91803"/>
                  <a:pt x="987492" y="95288"/>
                  <a:pt x="988749" y="98170"/>
                </a:cubicBezTo>
                <a:cubicBezTo>
                  <a:pt x="990007" y="101052"/>
                  <a:pt x="992325" y="103409"/>
                  <a:pt x="995705" y="105243"/>
                </a:cubicBezTo>
                <a:cubicBezTo>
                  <a:pt x="999085" y="107077"/>
                  <a:pt x="1003028" y="107994"/>
                  <a:pt x="1007534" y="107994"/>
                </a:cubicBezTo>
                <a:cubicBezTo>
                  <a:pt x="1013822" y="107994"/>
                  <a:pt x="1018538" y="106737"/>
                  <a:pt x="1021682" y="104222"/>
                </a:cubicBezTo>
                <a:cubicBezTo>
                  <a:pt x="1024826" y="101707"/>
                  <a:pt x="1026398" y="98746"/>
                  <a:pt x="1026398" y="95340"/>
                </a:cubicBezTo>
                <a:cubicBezTo>
                  <a:pt x="1026398" y="92877"/>
                  <a:pt x="1025455" y="90546"/>
                  <a:pt x="1023568" y="88345"/>
                </a:cubicBezTo>
                <a:cubicBezTo>
                  <a:pt x="1021630" y="86144"/>
                  <a:pt x="1016901" y="83432"/>
                  <a:pt x="1009381" y="80210"/>
                </a:cubicBezTo>
                <a:cubicBezTo>
                  <a:pt x="1001862" y="76987"/>
                  <a:pt x="997054" y="74721"/>
                  <a:pt x="994958" y="73411"/>
                </a:cubicBezTo>
                <a:cubicBezTo>
                  <a:pt x="991448" y="71263"/>
                  <a:pt x="988802" y="68734"/>
                  <a:pt x="987020" y="65826"/>
                </a:cubicBezTo>
                <a:cubicBezTo>
                  <a:pt x="985238" y="62918"/>
                  <a:pt x="984348" y="59578"/>
                  <a:pt x="984348" y="55805"/>
                </a:cubicBezTo>
                <a:cubicBezTo>
                  <a:pt x="984348" y="49203"/>
                  <a:pt x="986968" y="43544"/>
                  <a:pt x="992208" y="38828"/>
                </a:cubicBezTo>
                <a:cubicBezTo>
                  <a:pt x="997447" y="34112"/>
                  <a:pt x="1004783" y="31754"/>
                  <a:pt x="1014215" y="31754"/>
                </a:cubicBezTo>
                <a:cubicBezTo>
                  <a:pt x="1024695" y="31754"/>
                  <a:pt x="1032673" y="34177"/>
                  <a:pt x="1038148" y="39024"/>
                </a:cubicBezTo>
                <a:cubicBezTo>
                  <a:pt x="1043624" y="43871"/>
                  <a:pt x="1046467" y="50251"/>
                  <a:pt x="1046676" y="58163"/>
                </a:cubicBezTo>
                <a:lnTo>
                  <a:pt x="1032764" y="59106"/>
                </a:lnTo>
                <a:cubicBezTo>
                  <a:pt x="1032555" y="54076"/>
                  <a:pt x="1030773" y="50093"/>
                  <a:pt x="1027420" y="47159"/>
                </a:cubicBezTo>
                <a:cubicBezTo>
                  <a:pt x="1024066" y="44225"/>
                  <a:pt x="1019324" y="42758"/>
                  <a:pt x="1013193" y="42758"/>
                </a:cubicBezTo>
                <a:cubicBezTo>
                  <a:pt x="1008268" y="42758"/>
                  <a:pt x="1004443" y="43884"/>
                  <a:pt x="1001718" y="46137"/>
                </a:cubicBezTo>
                <a:cubicBezTo>
                  <a:pt x="998993" y="48391"/>
                  <a:pt x="997631" y="50827"/>
                  <a:pt x="997631" y="53447"/>
                </a:cubicBezTo>
                <a:cubicBezTo>
                  <a:pt x="997631" y="56067"/>
                  <a:pt x="998810" y="58373"/>
                  <a:pt x="1001168" y="60364"/>
                </a:cubicBezTo>
                <a:cubicBezTo>
                  <a:pt x="1002740" y="61726"/>
                  <a:pt x="1006801" y="63822"/>
                  <a:pt x="1013351" y="66652"/>
                </a:cubicBezTo>
                <a:cubicBezTo>
                  <a:pt x="1024250" y="71367"/>
                  <a:pt x="1031114" y="75088"/>
                  <a:pt x="1033943" y="77813"/>
                </a:cubicBezTo>
                <a:cubicBezTo>
                  <a:pt x="1038450" y="82162"/>
                  <a:pt x="1040703" y="87454"/>
                  <a:pt x="1040703" y="93689"/>
                </a:cubicBezTo>
                <a:cubicBezTo>
                  <a:pt x="1040703" y="97829"/>
                  <a:pt x="1039432" y="101890"/>
                  <a:pt x="1036891" y="105872"/>
                </a:cubicBezTo>
                <a:cubicBezTo>
                  <a:pt x="1034349" y="109855"/>
                  <a:pt x="1030472" y="113038"/>
                  <a:pt x="1025258" y="115422"/>
                </a:cubicBezTo>
                <a:cubicBezTo>
                  <a:pt x="1020045" y="117806"/>
                  <a:pt x="1013901" y="118998"/>
                  <a:pt x="1006827" y="118998"/>
                </a:cubicBezTo>
                <a:cubicBezTo>
                  <a:pt x="997185" y="118998"/>
                  <a:pt x="988985" y="116621"/>
                  <a:pt x="982225" y="111865"/>
                </a:cubicBezTo>
                <a:cubicBezTo>
                  <a:pt x="975466" y="107109"/>
                  <a:pt x="972270" y="99373"/>
                  <a:pt x="972636" y="88659"/>
                </a:cubicBezTo>
                <a:close/>
                <a:moveTo>
                  <a:pt x="1102508" y="79856"/>
                </a:moveTo>
                <a:lnTo>
                  <a:pt x="1117599" y="78441"/>
                </a:lnTo>
                <a:lnTo>
                  <a:pt x="1117442" y="82450"/>
                </a:lnTo>
                <a:cubicBezTo>
                  <a:pt x="1117442" y="86904"/>
                  <a:pt x="1118464" y="90978"/>
                  <a:pt x="1120507" y="94672"/>
                </a:cubicBezTo>
                <a:cubicBezTo>
                  <a:pt x="1122551" y="98366"/>
                  <a:pt x="1125931" y="101222"/>
                  <a:pt x="1130647" y="103239"/>
                </a:cubicBezTo>
                <a:cubicBezTo>
                  <a:pt x="1135362" y="105257"/>
                  <a:pt x="1140969" y="106265"/>
                  <a:pt x="1147467" y="106265"/>
                </a:cubicBezTo>
                <a:cubicBezTo>
                  <a:pt x="1156689" y="106265"/>
                  <a:pt x="1163723" y="104246"/>
                  <a:pt x="1168570" y="100208"/>
                </a:cubicBezTo>
                <a:cubicBezTo>
                  <a:pt x="1173417" y="96170"/>
                  <a:pt x="1175841" y="91556"/>
                  <a:pt x="1175841" y="86365"/>
                </a:cubicBezTo>
                <a:cubicBezTo>
                  <a:pt x="1175841" y="82746"/>
                  <a:pt x="1174557" y="79443"/>
                  <a:pt x="1171989" y="76454"/>
                </a:cubicBezTo>
                <a:cubicBezTo>
                  <a:pt x="1169369" y="73523"/>
                  <a:pt x="1162217" y="69546"/>
                  <a:pt x="1150532" y="64522"/>
                </a:cubicBezTo>
                <a:cubicBezTo>
                  <a:pt x="1141467" y="60597"/>
                  <a:pt x="1135284" y="57588"/>
                  <a:pt x="1131983" y="55495"/>
                </a:cubicBezTo>
                <a:cubicBezTo>
                  <a:pt x="1126795" y="52094"/>
                  <a:pt x="1122970" y="48392"/>
                  <a:pt x="1120507" y="44389"/>
                </a:cubicBezTo>
                <a:cubicBezTo>
                  <a:pt x="1118045" y="40385"/>
                  <a:pt x="1116813" y="35819"/>
                  <a:pt x="1116813" y="30690"/>
                </a:cubicBezTo>
                <a:cubicBezTo>
                  <a:pt x="1116813" y="24777"/>
                  <a:pt x="1118438" y="19440"/>
                  <a:pt x="1121686" y="14678"/>
                </a:cubicBezTo>
                <a:cubicBezTo>
                  <a:pt x="1124935" y="9917"/>
                  <a:pt x="1129690" y="6280"/>
                  <a:pt x="1135952" y="3768"/>
                </a:cubicBezTo>
                <a:cubicBezTo>
                  <a:pt x="1142214" y="1256"/>
                  <a:pt x="1149274" y="0"/>
                  <a:pt x="1157134" y="0"/>
                </a:cubicBezTo>
                <a:cubicBezTo>
                  <a:pt x="1166514" y="0"/>
                  <a:pt x="1174426" y="1572"/>
                  <a:pt x="1180871" y="4716"/>
                </a:cubicBezTo>
                <a:cubicBezTo>
                  <a:pt x="1187316" y="7860"/>
                  <a:pt x="1191993" y="12052"/>
                  <a:pt x="1194901" y="17292"/>
                </a:cubicBezTo>
                <a:cubicBezTo>
                  <a:pt x="1197809" y="22532"/>
                  <a:pt x="1199263" y="27536"/>
                  <a:pt x="1199263" y="32304"/>
                </a:cubicBezTo>
                <a:cubicBezTo>
                  <a:pt x="1199263" y="32776"/>
                  <a:pt x="1199237" y="33562"/>
                  <a:pt x="1199185" y="34662"/>
                </a:cubicBezTo>
                <a:lnTo>
                  <a:pt x="1184329" y="35841"/>
                </a:lnTo>
                <a:cubicBezTo>
                  <a:pt x="1184329" y="32581"/>
                  <a:pt x="1184041" y="30030"/>
                  <a:pt x="1183465" y="28190"/>
                </a:cubicBezTo>
                <a:cubicBezTo>
                  <a:pt x="1182417" y="24984"/>
                  <a:pt x="1180792" y="22277"/>
                  <a:pt x="1178592" y="20070"/>
                </a:cubicBezTo>
                <a:cubicBezTo>
                  <a:pt x="1176391" y="17861"/>
                  <a:pt x="1173365" y="16086"/>
                  <a:pt x="1169514" y="14745"/>
                </a:cubicBezTo>
                <a:cubicBezTo>
                  <a:pt x="1165662" y="13404"/>
                  <a:pt x="1161352" y="12733"/>
                  <a:pt x="1156584" y="12733"/>
                </a:cubicBezTo>
                <a:cubicBezTo>
                  <a:pt x="1148200" y="12733"/>
                  <a:pt x="1141677" y="14620"/>
                  <a:pt x="1137013" y="18395"/>
                </a:cubicBezTo>
                <a:cubicBezTo>
                  <a:pt x="1133450" y="21280"/>
                  <a:pt x="1131668" y="25107"/>
                  <a:pt x="1131668" y="29877"/>
                </a:cubicBezTo>
                <a:cubicBezTo>
                  <a:pt x="1131668" y="32708"/>
                  <a:pt x="1132402" y="35238"/>
                  <a:pt x="1133869" y="37467"/>
                </a:cubicBezTo>
                <a:cubicBezTo>
                  <a:pt x="1135336" y="39696"/>
                  <a:pt x="1137982" y="41885"/>
                  <a:pt x="1141808" y="44035"/>
                </a:cubicBezTo>
                <a:cubicBezTo>
                  <a:pt x="1144532" y="45553"/>
                  <a:pt x="1151004" y="48562"/>
                  <a:pt x="1161221" y="53061"/>
                </a:cubicBezTo>
                <a:cubicBezTo>
                  <a:pt x="1169500" y="56724"/>
                  <a:pt x="1175212" y="59603"/>
                  <a:pt x="1178356" y="61697"/>
                </a:cubicBezTo>
                <a:cubicBezTo>
                  <a:pt x="1182548" y="64471"/>
                  <a:pt x="1185770" y="67834"/>
                  <a:pt x="1188024" y="71785"/>
                </a:cubicBezTo>
                <a:cubicBezTo>
                  <a:pt x="1190277" y="75735"/>
                  <a:pt x="1191403" y="80221"/>
                  <a:pt x="1191403" y="85245"/>
                </a:cubicBezTo>
                <a:cubicBezTo>
                  <a:pt x="1191403" y="91472"/>
                  <a:pt x="1189504" y="97216"/>
                  <a:pt x="1185705" y="102475"/>
                </a:cubicBezTo>
                <a:cubicBezTo>
                  <a:pt x="1181906" y="107735"/>
                  <a:pt x="1176653" y="111804"/>
                  <a:pt x="1169946" y="114683"/>
                </a:cubicBezTo>
                <a:cubicBezTo>
                  <a:pt x="1163239" y="117560"/>
                  <a:pt x="1155562" y="118998"/>
                  <a:pt x="1146916" y="118998"/>
                </a:cubicBezTo>
                <a:cubicBezTo>
                  <a:pt x="1133869" y="118998"/>
                  <a:pt x="1123219" y="116161"/>
                  <a:pt x="1114966" y="110487"/>
                </a:cubicBezTo>
                <a:cubicBezTo>
                  <a:pt x="1106713" y="104814"/>
                  <a:pt x="1102561" y="94603"/>
                  <a:pt x="1102508" y="79856"/>
                </a:cubicBezTo>
                <a:close/>
                <a:moveTo>
                  <a:pt x="1265209" y="88974"/>
                </a:moveTo>
                <a:lnTo>
                  <a:pt x="1279042" y="90231"/>
                </a:lnTo>
                <a:cubicBezTo>
                  <a:pt x="1277051" y="97077"/>
                  <a:pt x="1272479" y="103584"/>
                  <a:pt x="1265326" y="109751"/>
                </a:cubicBezTo>
                <a:cubicBezTo>
                  <a:pt x="1258174" y="115916"/>
                  <a:pt x="1249646" y="118998"/>
                  <a:pt x="1239743" y="118998"/>
                </a:cubicBezTo>
                <a:cubicBezTo>
                  <a:pt x="1233560" y="118998"/>
                  <a:pt x="1227887" y="117570"/>
                  <a:pt x="1222726" y="114715"/>
                </a:cubicBezTo>
                <a:cubicBezTo>
                  <a:pt x="1217565" y="111859"/>
                  <a:pt x="1213635" y="107706"/>
                  <a:pt x="1210936" y="102257"/>
                </a:cubicBezTo>
                <a:cubicBezTo>
                  <a:pt x="1208238" y="96807"/>
                  <a:pt x="1206888" y="90598"/>
                  <a:pt x="1206888" y="83629"/>
                </a:cubicBezTo>
                <a:cubicBezTo>
                  <a:pt x="1206888" y="74511"/>
                  <a:pt x="1208997" y="65669"/>
                  <a:pt x="1213216" y="57102"/>
                </a:cubicBezTo>
                <a:cubicBezTo>
                  <a:pt x="1217434" y="48535"/>
                  <a:pt x="1222896" y="42168"/>
                  <a:pt x="1229603" y="38002"/>
                </a:cubicBezTo>
                <a:cubicBezTo>
                  <a:pt x="1236310" y="33837"/>
                  <a:pt x="1243568" y="31754"/>
                  <a:pt x="1251375" y="31754"/>
                </a:cubicBezTo>
                <a:cubicBezTo>
                  <a:pt x="1261331" y="31754"/>
                  <a:pt x="1269283" y="34845"/>
                  <a:pt x="1275230" y="41028"/>
                </a:cubicBezTo>
                <a:cubicBezTo>
                  <a:pt x="1281177" y="47212"/>
                  <a:pt x="1284151" y="55648"/>
                  <a:pt x="1284151" y="66337"/>
                </a:cubicBezTo>
                <a:cubicBezTo>
                  <a:pt x="1284151" y="70424"/>
                  <a:pt x="1283784" y="74616"/>
                  <a:pt x="1283050" y="78913"/>
                </a:cubicBezTo>
                <a:lnTo>
                  <a:pt x="1221586" y="78913"/>
                </a:lnTo>
                <a:cubicBezTo>
                  <a:pt x="1221377" y="80537"/>
                  <a:pt x="1221272" y="82004"/>
                  <a:pt x="1221272" y="83314"/>
                </a:cubicBezTo>
                <a:cubicBezTo>
                  <a:pt x="1221272" y="91122"/>
                  <a:pt x="1223067" y="97082"/>
                  <a:pt x="1226656" y="101196"/>
                </a:cubicBezTo>
                <a:cubicBezTo>
                  <a:pt x="1230245" y="105309"/>
                  <a:pt x="1234634" y="107366"/>
                  <a:pt x="1239821" y="107366"/>
                </a:cubicBezTo>
                <a:cubicBezTo>
                  <a:pt x="1244694" y="107366"/>
                  <a:pt x="1249489" y="105788"/>
                  <a:pt x="1254205" y="102633"/>
                </a:cubicBezTo>
                <a:cubicBezTo>
                  <a:pt x="1258921" y="99475"/>
                  <a:pt x="1262589" y="94922"/>
                  <a:pt x="1265209" y="88974"/>
                </a:cubicBezTo>
                <a:moveTo>
                  <a:pt x="1223866" y="67909"/>
                </a:moveTo>
                <a:lnTo>
                  <a:pt x="1270710" y="67909"/>
                </a:lnTo>
                <a:cubicBezTo>
                  <a:pt x="1270763" y="66447"/>
                  <a:pt x="1270789" y="65402"/>
                  <a:pt x="1270789" y="64775"/>
                </a:cubicBezTo>
                <a:cubicBezTo>
                  <a:pt x="1270789" y="57672"/>
                  <a:pt x="1269007" y="52226"/>
                  <a:pt x="1265444" y="48439"/>
                </a:cubicBezTo>
                <a:cubicBezTo>
                  <a:pt x="1261881" y="44651"/>
                  <a:pt x="1257296" y="42758"/>
                  <a:pt x="1251690" y="42758"/>
                </a:cubicBezTo>
                <a:cubicBezTo>
                  <a:pt x="1245611" y="42758"/>
                  <a:pt x="1240070" y="44847"/>
                  <a:pt x="1235066" y="49026"/>
                </a:cubicBezTo>
                <a:cubicBezTo>
                  <a:pt x="1230062" y="53205"/>
                  <a:pt x="1226328" y="59499"/>
                  <a:pt x="1223866" y="67909"/>
                </a:cubicBezTo>
                <a:close/>
                <a:moveTo>
                  <a:pt x="1292300" y="117112"/>
                </a:moveTo>
                <a:lnTo>
                  <a:pt x="1316352" y="1886"/>
                </a:lnTo>
                <a:lnTo>
                  <a:pt x="1330578" y="1886"/>
                </a:lnTo>
                <a:lnTo>
                  <a:pt x="1306527" y="117112"/>
                </a:lnTo>
                <a:lnTo>
                  <a:pt x="1292300" y="117112"/>
                </a:lnTo>
                <a:close/>
                <a:moveTo>
                  <a:pt x="1390443" y="88974"/>
                </a:moveTo>
                <a:lnTo>
                  <a:pt x="1404276" y="90231"/>
                </a:lnTo>
                <a:cubicBezTo>
                  <a:pt x="1402285" y="97077"/>
                  <a:pt x="1397713" y="103584"/>
                  <a:pt x="1390561" y="109751"/>
                </a:cubicBezTo>
                <a:cubicBezTo>
                  <a:pt x="1383408" y="115916"/>
                  <a:pt x="1374881" y="118998"/>
                  <a:pt x="1364977" y="118998"/>
                </a:cubicBezTo>
                <a:cubicBezTo>
                  <a:pt x="1358794" y="118998"/>
                  <a:pt x="1353122" y="117570"/>
                  <a:pt x="1347961" y="114715"/>
                </a:cubicBezTo>
                <a:cubicBezTo>
                  <a:pt x="1342799" y="111859"/>
                  <a:pt x="1338869" y="107706"/>
                  <a:pt x="1336171" y="102257"/>
                </a:cubicBezTo>
                <a:cubicBezTo>
                  <a:pt x="1333472" y="96807"/>
                  <a:pt x="1332123" y="90598"/>
                  <a:pt x="1332123" y="83629"/>
                </a:cubicBezTo>
                <a:cubicBezTo>
                  <a:pt x="1332123" y="74511"/>
                  <a:pt x="1334232" y="65669"/>
                  <a:pt x="1338450" y="57102"/>
                </a:cubicBezTo>
                <a:cubicBezTo>
                  <a:pt x="1342668" y="48535"/>
                  <a:pt x="1348131" y="42168"/>
                  <a:pt x="1354838" y="38002"/>
                </a:cubicBezTo>
                <a:cubicBezTo>
                  <a:pt x="1361545" y="33837"/>
                  <a:pt x="1368802" y="31754"/>
                  <a:pt x="1376610" y="31754"/>
                </a:cubicBezTo>
                <a:cubicBezTo>
                  <a:pt x="1386566" y="31754"/>
                  <a:pt x="1394517" y="34845"/>
                  <a:pt x="1400464" y="41028"/>
                </a:cubicBezTo>
                <a:cubicBezTo>
                  <a:pt x="1406412" y="47212"/>
                  <a:pt x="1409385" y="55648"/>
                  <a:pt x="1409385" y="66337"/>
                </a:cubicBezTo>
                <a:cubicBezTo>
                  <a:pt x="1409385" y="70424"/>
                  <a:pt x="1409018" y="74616"/>
                  <a:pt x="1408285" y="78913"/>
                </a:cubicBezTo>
                <a:lnTo>
                  <a:pt x="1346821" y="78913"/>
                </a:lnTo>
                <a:cubicBezTo>
                  <a:pt x="1346611" y="80537"/>
                  <a:pt x="1346506" y="82004"/>
                  <a:pt x="1346506" y="83314"/>
                </a:cubicBezTo>
                <a:cubicBezTo>
                  <a:pt x="1346506" y="91122"/>
                  <a:pt x="1348301" y="97082"/>
                  <a:pt x="1351890" y="101196"/>
                </a:cubicBezTo>
                <a:cubicBezTo>
                  <a:pt x="1355480" y="105309"/>
                  <a:pt x="1359868" y="107366"/>
                  <a:pt x="1365056" y="107366"/>
                </a:cubicBezTo>
                <a:cubicBezTo>
                  <a:pt x="1369929" y="107366"/>
                  <a:pt x="1374723" y="105788"/>
                  <a:pt x="1379439" y="102633"/>
                </a:cubicBezTo>
                <a:cubicBezTo>
                  <a:pt x="1384155" y="99475"/>
                  <a:pt x="1387823" y="94922"/>
                  <a:pt x="1390443" y="88974"/>
                </a:cubicBezTo>
                <a:moveTo>
                  <a:pt x="1349100" y="67909"/>
                </a:moveTo>
                <a:lnTo>
                  <a:pt x="1395945" y="67909"/>
                </a:lnTo>
                <a:cubicBezTo>
                  <a:pt x="1395997" y="66447"/>
                  <a:pt x="1396024" y="65402"/>
                  <a:pt x="1396024" y="64775"/>
                </a:cubicBezTo>
                <a:cubicBezTo>
                  <a:pt x="1396024" y="57672"/>
                  <a:pt x="1394242" y="52226"/>
                  <a:pt x="1390679" y="48439"/>
                </a:cubicBezTo>
                <a:cubicBezTo>
                  <a:pt x="1387116" y="44651"/>
                  <a:pt x="1382531" y="42758"/>
                  <a:pt x="1376924" y="42758"/>
                </a:cubicBezTo>
                <a:cubicBezTo>
                  <a:pt x="1370846" y="42758"/>
                  <a:pt x="1365305" y="44847"/>
                  <a:pt x="1360300" y="49026"/>
                </a:cubicBezTo>
                <a:cubicBezTo>
                  <a:pt x="1355296" y="53205"/>
                  <a:pt x="1351563" y="59499"/>
                  <a:pt x="1349100" y="67909"/>
                </a:cubicBezTo>
                <a:close/>
                <a:moveTo>
                  <a:pt x="1476248" y="86616"/>
                </a:moveTo>
                <a:lnTo>
                  <a:pt x="1490474" y="88188"/>
                </a:lnTo>
                <a:cubicBezTo>
                  <a:pt x="1486911" y="98615"/>
                  <a:pt x="1481842" y="106357"/>
                  <a:pt x="1475266" y="111413"/>
                </a:cubicBezTo>
                <a:cubicBezTo>
                  <a:pt x="1468690" y="116470"/>
                  <a:pt x="1461210" y="118998"/>
                  <a:pt x="1452826" y="118998"/>
                </a:cubicBezTo>
                <a:cubicBezTo>
                  <a:pt x="1443761" y="118998"/>
                  <a:pt x="1436412" y="116064"/>
                  <a:pt x="1430779" y="110195"/>
                </a:cubicBezTo>
                <a:cubicBezTo>
                  <a:pt x="1425146" y="104326"/>
                  <a:pt x="1422329" y="96126"/>
                  <a:pt x="1422329" y="85594"/>
                </a:cubicBezTo>
                <a:cubicBezTo>
                  <a:pt x="1422329" y="76476"/>
                  <a:pt x="1424137" y="67516"/>
                  <a:pt x="1427753" y="58713"/>
                </a:cubicBezTo>
                <a:cubicBezTo>
                  <a:pt x="1431368" y="49910"/>
                  <a:pt x="1436543" y="43216"/>
                  <a:pt x="1443276" y="38631"/>
                </a:cubicBezTo>
                <a:cubicBezTo>
                  <a:pt x="1450009" y="34046"/>
                  <a:pt x="1457699" y="31754"/>
                  <a:pt x="1466345" y="31754"/>
                </a:cubicBezTo>
                <a:cubicBezTo>
                  <a:pt x="1475305" y="31754"/>
                  <a:pt x="1482405" y="34282"/>
                  <a:pt x="1487645" y="39339"/>
                </a:cubicBezTo>
                <a:cubicBezTo>
                  <a:pt x="1492885" y="44395"/>
                  <a:pt x="1495505" y="51089"/>
                  <a:pt x="1495505" y="59421"/>
                </a:cubicBezTo>
                <a:lnTo>
                  <a:pt x="1481514" y="60364"/>
                </a:lnTo>
                <a:cubicBezTo>
                  <a:pt x="1481462" y="55096"/>
                  <a:pt x="1479929" y="50976"/>
                  <a:pt x="1476916" y="48004"/>
                </a:cubicBezTo>
                <a:cubicBezTo>
                  <a:pt x="1473903" y="45030"/>
                  <a:pt x="1469934" y="43544"/>
                  <a:pt x="1465008" y="43544"/>
                </a:cubicBezTo>
                <a:cubicBezTo>
                  <a:pt x="1459297" y="43544"/>
                  <a:pt x="1454345" y="45350"/>
                  <a:pt x="1450153" y="48962"/>
                </a:cubicBezTo>
                <a:cubicBezTo>
                  <a:pt x="1445961" y="52573"/>
                  <a:pt x="1442673" y="58055"/>
                  <a:pt x="1440289" y="65409"/>
                </a:cubicBezTo>
                <a:cubicBezTo>
                  <a:pt x="1437905" y="72761"/>
                  <a:pt x="1436713" y="79839"/>
                  <a:pt x="1436713" y="86643"/>
                </a:cubicBezTo>
                <a:cubicBezTo>
                  <a:pt x="1436713" y="93759"/>
                  <a:pt x="1438285" y="99097"/>
                  <a:pt x="1441429" y="102657"/>
                </a:cubicBezTo>
                <a:cubicBezTo>
                  <a:pt x="1444573" y="106215"/>
                  <a:pt x="1448450" y="107994"/>
                  <a:pt x="1453062" y="107994"/>
                </a:cubicBezTo>
                <a:cubicBezTo>
                  <a:pt x="1457673" y="107994"/>
                  <a:pt x="1462087" y="106232"/>
                  <a:pt x="1466305" y="102709"/>
                </a:cubicBezTo>
                <a:cubicBezTo>
                  <a:pt x="1470523" y="99185"/>
                  <a:pt x="1473838" y="93820"/>
                  <a:pt x="1476248" y="86616"/>
                </a:cubicBezTo>
                <a:close/>
                <a:moveTo>
                  <a:pt x="1532367" y="105548"/>
                </a:moveTo>
                <a:lnTo>
                  <a:pt x="1530009" y="117181"/>
                </a:lnTo>
                <a:cubicBezTo>
                  <a:pt x="1526604" y="118078"/>
                  <a:pt x="1523302" y="118527"/>
                  <a:pt x="1520106" y="118527"/>
                </a:cubicBezTo>
                <a:cubicBezTo>
                  <a:pt x="1514447" y="118527"/>
                  <a:pt x="1509941" y="117138"/>
                  <a:pt x="1506587" y="114361"/>
                </a:cubicBezTo>
                <a:cubicBezTo>
                  <a:pt x="1504072" y="112265"/>
                  <a:pt x="1502814" y="109409"/>
                  <a:pt x="1502814" y="105794"/>
                </a:cubicBezTo>
                <a:cubicBezTo>
                  <a:pt x="1502814" y="103960"/>
                  <a:pt x="1503496" y="99742"/>
                  <a:pt x="1504858" y="93139"/>
                </a:cubicBezTo>
                <a:lnTo>
                  <a:pt x="1514997" y="44644"/>
                </a:lnTo>
                <a:lnTo>
                  <a:pt x="1503758" y="44644"/>
                </a:lnTo>
                <a:lnTo>
                  <a:pt x="1506037" y="33640"/>
                </a:lnTo>
                <a:lnTo>
                  <a:pt x="1517277" y="33640"/>
                </a:lnTo>
                <a:lnTo>
                  <a:pt x="1521599" y="13126"/>
                </a:lnTo>
                <a:lnTo>
                  <a:pt x="1537869" y="3301"/>
                </a:lnTo>
                <a:lnTo>
                  <a:pt x="1531503" y="33640"/>
                </a:lnTo>
                <a:lnTo>
                  <a:pt x="1545493" y="33640"/>
                </a:lnTo>
                <a:lnTo>
                  <a:pt x="1543135" y="44644"/>
                </a:lnTo>
                <a:lnTo>
                  <a:pt x="1529224" y="44644"/>
                </a:lnTo>
                <a:lnTo>
                  <a:pt x="1519556" y="90722"/>
                </a:lnTo>
                <a:cubicBezTo>
                  <a:pt x="1518351" y="96585"/>
                  <a:pt x="1517748" y="100091"/>
                  <a:pt x="1517748" y="101242"/>
                </a:cubicBezTo>
                <a:cubicBezTo>
                  <a:pt x="1517748" y="102916"/>
                  <a:pt x="1518233" y="104198"/>
                  <a:pt x="1519202" y="105089"/>
                </a:cubicBezTo>
                <a:cubicBezTo>
                  <a:pt x="1520172" y="105978"/>
                  <a:pt x="1521757" y="106422"/>
                  <a:pt x="1523957" y="106422"/>
                </a:cubicBezTo>
                <a:cubicBezTo>
                  <a:pt x="1527101" y="106422"/>
                  <a:pt x="1529905" y="106131"/>
                  <a:pt x="1532367" y="105548"/>
                </a:cubicBezTo>
                <a:close/>
                <a:moveTo>
                  <a:pt x="1564070" y="18078"/>
                </a:moveTo>
                <a:lnTo>
                  <a:pt x="1567449" y="1886"/>
                </a:lnTo>
                <a:lnTo>
                  <a:pt x="1581597" y="1886"/>
                </a:lnTo>
                <a:lnTo>
                  <a:pt x="1578217" y="18078"/>
                </a:lnTo>
                <a:lnTo>
                  <a:pt x="1564070" y="18078"/>
                </a:lnTo>
                <a:moveTo>
                  <a:pt x="1543320" y="117112"/>
                </a:moveTo>
                <a:lnTo>
                  <a:pt x="1560769" y="33640"/>
                </a:lnTo>
                <a:lnTo>
                  <a:pt x="1574995" y="33640"/>
                </a:lnTo>
                <a:lnTo>
                  <a:pt x="1557546" y="117112"/>
                </a:lnTo>
                <a:lnTo>
                  <a:pt x="1543320" y="117112"/>
                </a:lnTo>
                <a:close/>
                <a:moveTo>
                  <a:pt x="1582120" y="85437"/>
                </a:moveTo>
                <a:cubicBezTo>
                  <a:pt x="1582120" y="69141"/>
                  <a:pt x="1586915" y="55648"/>
                  <a:pt x="1596504" y="44958"/>
                </a:cubicBezTo>
                <a:cubicBezTo>
                  <a:pt x="1604416" y="36155"/>
                  <a:pt x="1614791" y="31754"/>
                  <a:pt x="1627629" y="31754"/>
                </a:cubicBezTo>
                <a:cubicBezTo>
                  <a:pt x="1637690" y="31754"/>
                  <a:pt x="1645798" y="34898"/>
                  <a:pt x="1651955" y="41186"/>
                </a:cubicBezTo>
                <a:cubicBezTo>
                  <a:pt x="1658112" y="47474"/>
                  <a:pt x="1661190" y="55962"/>
                  <a:pt x="1661190" y="66652"/>
                </a:cubicBezTo>
                <a:cubicBezTo>
                  <a:pt x="1661190" y="76241"/>
                  <a:pt x="1659252" y="85162"/>
                  <a:pt x="1655374" y="93414"/>
                </a:cubicBezTo>
                <a:cubicBezTo>
                  <a:pt x="1651497" y="101667"/>
                  <a:pt x="1645982" y="107994"/>
                  <a:pt x="1638829" y="112396"/>
                </a:cubicBezTo>
                <a:cubicBezTo>
                  <a:pt x="1631677" y="116797"/>
                  <a:pt x="1624144" y="118998"/>
                  <a:pt x="1616232" y="118998"/>
                </a:cubicBezTo>
                <a:cubicBezTo>
                  <a:pt x="1609735" y="118998"/>
                  <a:pt x="1603827" y="117610"/>
                  <a:pt x="1598508" y="114832"/>
                </a:cubicBezTo>
                <a:cubicBezTo>
                  <a:pt x="1593190" y="112055"/>
                  <a:pt x="1589129" y="108125"/>
                  <a:pt x="1586325" y="103043"/>
                </a:cubicBezTo>
                <a:cubicBezTo>
                  <a:pt x="1583522" y="97960"/>
                  <a:pt x="1582120" y="92091"/>
                  <a:pt x="1582120" y="85437"/>
                </a:cubicBezTo>
                <a:moveTo>
                  <a:pt x="1596347" y="84022"/>
                </a:moveTo>
                <a:cubicBezTo>
                  <a:pt x="1596347" y="91882"/>
                  <a:pt x="1598233" y="97842"/>
                  <a:pt x="1602006" y="101903"/>
                </a:cubicBezTo>
                <a:cubicBezTo>
                  <a:pt x="1605779" y="105964"/>
                  <a:pt x="1610573" y="107994"/>
                  <a:pt x="1616389" y="107994"/>
                </a:cubicBezTo>
                <a:cubicBezTo>
                  <a:pt x="1619428" y="107994"/>
                  <a:pt x="1622441" y="107379"/>
                  <a:pt x="1625428" y="106147"/>
                </a:cubicBezTo>
                <a:cubicBezTo>
                  <a:pt x="1628415" y="104916"/>
                  <a:pt x="1631192" y="103043"/>
                  <a:pt x="1633760" y="100528"/>
                </a:cubicBezTo>
                <a:cubicBezTo>
                  <a:pt x="1636327" y="98012"/>
                  <a:pt x="1638515" y="95144"/>
                  <a:pt x="1640323" y="91921"/>
                </a:cubicBezTo>
                <a:cubicBezTo>
                  <a:pt x="1642130" y="88698"/>
                  <a:pt x="1643584" y="85227"/>
                  <a:pt x="1644685" y="81507"/>
                </a:cubicBezTo>
                <a:cubicBezTo>
                  <a:pt x="1646309" y="76319"/>
                  <a:pt x="1647121" y="71341"/>
                  <a:pt x="1647121" y="66573"/>
                </a:cubicBezTo>
                <a:cubicBezTo>
                  <a:pt x="1647121" y="59028"/>
                  <a:pt x="1645222" y="53172"/>
                  <a:pt x="1641423" y="49006"/>
                </a:cubicBezTo>
                <a:cubicBezTo>
                  <a:pt x="1637624" y="44840"/>
                  <a:pt x="1632843" y="42758"/>
                  <a:pt x="1627079" y="42758"/>
                </a:cubicBezTo>
                <a:cubicBezTo>
                  <a:pt x="1622625" y="42758"/>
                  <a:pt x="1618564" y="43819"/>
                  <a:pt x="1614896" y="45941"/>
                </a:cubicBezTo>
                <a:cubicBezTo>
                  <a:pt x="1611228" y="48063"/>
                  <a:pt x="1607914" y="51168"/>
                  <a:pt x="1604953" y="55255"/>
                </a:cubicBezTo>
                <a:cubicBezTo>
                  <a:pt x="1601993" y="59342"/>
                  <a:pt x="1599818" y="64097"/>
                  <a:pt x="1598430" y="69520"/>
                </a:cubicBezTo>
                <a:cubicBezTo>
                  <a:pt x="1597041" y="74944"/>
                  <a:pt x="1596347" y="79778"/>
                  <a:pt x="1596347" y="84022"/>
                </a:cubicBezTo>
                <a:close/>
                <a:moveTo>
                  <a:pt x="1669104" y="117112"/>
                </a:moveTo>
                <a:lnTo>
                  <a:pt x="1686553" y="33640"/>
                </a:lnTo>
                <a:lnTo>
                  <a:pt x="1699443" y="33640"/>
                </a:lnTo>
                <a:lnTo>
                  <a:pt x="1696378" y="48198"/>
                </a:lnTo>
                <a:cubicBezTo>
                  <a:pt x="1701985" y="42475"/>
                  <a:pt x="1707225" y="38304"/>
                  <a:pt x="1712098" y="35684"/>
                </a:cubicBezTo>
                <a:cubicBezTo>
                  <a:pt x="1716971" y="33064"/>
                  <a:pt x="1721949" y="31754"/>
                  <a:pt x="1727032" y="31754"/>
                </a:cubicBezTo>
                <a:cubicBezTo>
                  <a:pt x="1733791" y="31754"/>
                  <a:pt x="1739096" y="33589"/>
                  <a:pt x="1742948" y="37261"/>
                </a:cubicBezTo>
                <a:cubicBezTo>
                  <a:pt x="1746799" y="40932"/>
                  <a:pt x="1748725" y="45835"/>
                  <a:pt x="1748725" y="51971"/>
                </a:cubicBezTo>
                <a:cubicBezTo>
                  <a:pt x="1748725" y="55061"/>
                  <a:pt x="1748044" y="59932"/>
                  <a:pt x="1746681" y="66585"/>
                </a:cubicBezTo>
                <a:lnTo>
                  <a:pt x="1736070" y="117112"/>
                </a:lnTo>
                <a:lnTo>
                  <a:pt x="1721844" y="117112"/>
                </a:lnTo>
                <a:lnTo>
                  <a:pt x="1732926" y="64272"/>
                </a:lnTo>
                <a:cubicBezTo>
                  <a:pt x="1734027" y="59141"/>
                  <a:pt x="1734577" y="55346"/>
                  <a:pt x="1734577" y="52887"/>
                </a:cubicBezTo>
                <a:cubicBezTo>
                  <a:pt x="1734577" y="50113"/>
                  <a:pt x="1733621" y="47862"/>
                  <a:pt x="1731708" y="46135"/>
                </a:cubicBezTo>
                <a:cubicBezTo>
                  <a:pt x="1729796" y="44407"/>
                  <a:pt x="1727032" y="43544"/>
                  <a:pt x="1723416" y="43544"/>
                </a:cubicBezTo>
                <a:cubicBezTo>
                  <a:pt x="1716133" y="43544"/>
                  <a:pt x="1709648" y="46159"/>
                  <a:pt x="1703963" y="51389"/>
                </a:cubicBezTo>
                <a:cubicBezTo>
                  <a:pt x="1698278" y="56617"/>
                  <a:pt x="1694099" y="65585"/>
                  <a:pt x="1691426" y="78292"/>
                </a:cubicBezTo>
                <a:lnTo>
                  <a:pt x="1683331" y="117112"/>
                </a:lnTo>
                <a:lnTo>
                  <a:pt x="1669104" y="117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D998B-067C-4796-9ED3-2C46AC1F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53" y="658242"/>
            <a:ext cx="1609698" cy="804855"/>
          </a:xfrm>
          <a:custGeom xmlns:a="http://schemas.openxmlformats.org/drawingml/2006/main">
            <a:pathLst>
              <a:path w="1609698" h="804855">
                <a:moveTo>
                  <a:pt x="0" y="804855"/>
                </a:moveTo>
                <a:lnTo>
                  <a:pt x="1609698" y="804855"/>
                </a:lnTo>
                <a:lnTo>
                  <a:pt x="1609698" y="0"/>
                </a:lnTo>
                <a:lnTo>
                  <a:pt x="0" y="0"/>
                </a:lnTo>
                <a:lnTo>
                  <a:pt x="0" y="8048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C6672-E18C-4856-900B-367CD308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53" y="658242"/>
            <a:ext cx="1609698" cy="804855"/>
          </a:xfrm>
          <a:custGeom xmlns:a="http://schemas.openxmlformats.org/drawingml/2006/main">
            <a:pathLst>
              <a:path w="1609698" h="804855" fill="none">
                <a:moveTo>
                  <a:pt x="0" y="804855"/>
                </a:moveTo>
                <a:lnTo>
                  <a:pt x="1609698" y="804855"/>
                </a:lnTo>
                <a:lnTo>
                  <a:pt x="1609698" y="0"/>
                </a:lnTo>
                <a:lnTo>
                  <a:pt x="0" y="0"/>
                </a:lnTo>
                <a:lnTo>
                  <a:pt x="0" y="8048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0" name="Text Find">
            <a:extLst xmlns:a="http://schemas.openxmlformats.org/drawingml/2006/main">
              <a:ext uri="{FF2B5EF4-FFF2-40B4-BE49-F238E27FC236}">
                <a16:creationId xmlns:a16="http://schemas.microsoft.com/office/drawing/2014/main" id="{C9FB5639-CB5E-410F-BBFC-9E1577B8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139" y="900387"/>
            <a:ext cx="317695" cy="117112"/>
          </a:xfrm>
          <a:custGeom xmlns:a="http://schemas.openxmlformats.org/drawingml/2006/main">
            <a:pathLst>
              <a:path w="317695" h="117112">
                <a:moveTo>
                  <a:pt x="0" y="115225"/>
                </a:moveTo>
                <a:lnTo>
                  <a:pt x="0" y="0"/>
                </a:lnTo>
                <a:lnTo>
                  <a:pt x="78992" y="0"/>
                </a:lnTo>
                <a:lnTo>
                  <a:pt x="78992" y="19492"/>
                </a:lnTo>
                <a:lnTo>
                  <a:pt x="23265" y="19492"/>
                </a:lnTo>
                <a:lnTo>
                  <a:pt x="23265" y="46688"/>
                </a:lnTo>
                <a:lnTo>
                  <a:pt x="71367" y="46688"/>
                </a:lnTo>
                <a:lnTo>
                  <a:pt x="71367" y="66180"/>
                </a:lnTo>
                <a:lnTo>
                  <a:pt x="23265" y="66180"/>
                </a:lnTo>
                <a:lnTo>
                  <a:pt x="23265" y="115225"/>
                </a:lnTo>
                <a:lnTo>
                  <a:pt x="0" y="115225"/>
                </a:lnTo>
                <a:close/>
                <a:moveTo>
                  <a:pt x="98038" y="20436"/>
                </a:moveTo>
                <a:lnTo>
                  <a:pt x="98038" y="0"/>
                </a:lnTo>
                <a:lnTo>
                  <a:pt x="120124" y="0"/>
                </a:lnTo>
                <a:lnTo>
                  <a:pt x="120124" y="20436"/>
                </a:lnTo>
                <a:lnTo>
                  <a:pt x="98038" y="20436"/>
                </a:lnTo>
                <a:moveTo>
                  <a:pt x="98038" y="115225"/>
                </a:moveTo>
                <a:lnTo>
                  <a:pt x="98038" y="31754"/>
                </a:lnTo>
                <a:lnTo>
                  <a:pt x="120124" y="31754"/>
                </a:lnTo>
                <a:lnTo>
                  <a:pt x="120124" y="115225"/>
                </a:lnTo>
                <a:lnTo>
                  <a:pt x="98038" y="115225"/>
                </a:lnTo>
                <a:close/>
                <a:moveTo>
                  <a:pt x="218714" y="115225"/>
                </a:moveTo>
                <a:lnTo>
                  <a:pt x="196628" y="115225"/>
                </a:lnTo>
                <a:lnTo>
                  <a:pt x="196628" y="72674"/>
                </a:lnTo>
                <a:cubicBezTo>
                  <a:pt x="196628" y="63671"/>
                  <a:pt x="196156" y="57849"/>
                  <a:pt x="195213" y="55206"/>
                </a:cubicBezTo>
                <a:cubicBezTo>
                  <a:pt x="194270" y="52563"/>
                  <a:pt x="192737" y="50509"/>
                  <a:pt x="190615" y="49043"/>
                </a:cubicBezTo>
                <a:cubicBezTo>
                  <a:pt x="188493" y="47578"/>
                  <a:pt x="185938" y="46845"/>
                  <a:pt x="182952" y="46845"/>
                </a:cubicBezTo>
                <a:cubicBezTo>
                  <a:pt x="179127" y="46845"/>
                  <a:pt x="175694" y="47892"/>
                  <a:pt x="172655" y="49986"/>
                </a:cubicBezTo>
                <a:cubicBezTo>
                  <a:pt x="169616" y="52079"/>
                  <a:pt x="167533" y="54853"/>
                  <a:pt x="166407" y="58308"/>
                </a:cubicBezTo>
                <a:cubicBezTo>
                  <a:pt x="165280" y="61761"/>
                  <a:pt x="164717" y="68147"/>
                  <a:pt x="164717" y="77464"/>
                </a:cubicBezTo>
                <a:lnTo>
                  <a:pt x="164717" y="115225"/>
                </a:lnTo>
                <a:lnTo>
                  <a:pt x="142631" y="115225"/>
                </a:lnTo>
                <a:lnTo>
                  <a:pt x="142631" y="31754"/>
                </a:lnTo>
                <a:lnTo>
                  <a:pt x="163145" y="31754"/>
                </a:lnTo>
                <a:lnTo>
                  <a:pt x="163145" y="44015"/>
                </a:lnTo>
                <a:cubicBezTo>
                  <a:pt x="170428" y="34583"/>
                  <a:pt x="179598" y="29867"/>
                  <a:pt x="190654" y="29867"/>
                </a:cubicBezTo>
                <a:cubicBezTo>
                  <a:pt x="195527" y="29867"/>
                  <a:pt x="199981" y="30745"/>
                  <a:pt x="204016" y="32501"/>
                </a:cubicBezTo>
                <a:cubicBezTo>
                  <a:pt x="208051" y="34256"/>
                  <a:pt x="211103" y="36496"/>
                  <a:pt x="213173" y="39221"/>
                </a:cubicBezTo>
                <a:cubicBezTo>
                  <a:pt x="215243" y="41945"/>
                  <a:pt x="216684" y="45037"/>
                  <a:pt x="217496" y="48495"/>
                </a:cubicBezTo>
                <a:cubicBezTo>
                  <a:pt x="218308" y="51954"/>
                  <a:pt x="218714" y="56905"/>
                  <a:pt x="218714" y="63350"/>
                </a:cubicBezTo>
                <a:lnTo>
                  <a:pt x="218714" y="115225"/>
                </a:lnTo>
                <a:close/>
                <a:moveTo>
                  <a:pt x="317695" y="115225"/>
                </a:moveTo>
                <a:lnTo>
                  <a:pt x="297181" y="115225"/>
                </a:lnTo>
                <a:lnTo>
                  <a:pt x="297181" y="102964"/>
                </a:lnTo>
                <a:cubicBezTo>
                  <a:pt x="293775" y="107732"/>
                  <a:pt x="289754" y="111282"/>
                  <a:pt x="285116" y="113614"/>
                </a:cubicBezTo>
                <a:cubicBezTo>
                  <a:pt x="280479" y="115946"/>
                  <a:pt x="275802" y="117112"/>
                  <a:pt x="271086" y="117112"/>
                </a:cubicBezTo>
                <a:cubicBezTo>
                  <a:pt x="261497" y="117112"/>
                  <a:pt x="253284" y="113247"/>
                  <a:pt x="246446" y="105519"/>
                </a:cubicBezTo>
                <a:cubicBezTo>
                  <a:pt x="239608" y="97790"/>
                  <a:pt x="236189" y="87009"/>
                  <a:pt x="236189" y="73175"/>
                </a:cubicBezTo>
                <a:cubicBezTo>
                  <a:pt x="236189" y="59028"/>
                  <a:pt x="239516" y="48273"/>
                  <a:pt x="246171" y="40911"/>
                </a:cubicBezTo>
                <a:cubicBezTo>
                  <a:pt x="252825" y="33548"/>
                  <a:pt x="261235" y="29867"/>
                  <a:pt x="271401" y="29867"/>
                </a:cubicBezTo>
                <a:cubicBezTo>
                  <a:pt x="280728" y="29867"/>
                  <a:pt x="288797" y="33745"/>
                  <a:pt x="295609" y="41500"/>
                </a:cubicBezTo>
                <a:lnTo>
                  <a:pt x="295609" y="0"/>
                </a:lnTo>
                <a:lnTo>
                  <a:pt x="317695" y="0"/>
                </a:lnTo>
                <a:lnTo>
                  <a:pt x="317695" y="115225"/>
                </a:lnTo>
                <a:moveTo>
                  <a:pt x="258746" y="71724"/>
                </a:moveTo>
                <a:cubicBezTo>
                  <a:pt x="258746" y="80618"/>
                  <a:pt x="259978" y="87054"/>
                  <a:pt x="262441" y="91029"/>
                </a:cubicBezTo>
                <a:cubicBezTo>
                  <a:pt x="266004" y="96785"/>
                  <a:pt x="270982" y="99663"/>
                  <a:pt x="277374" y="99663"/>
                </a:cubicBezTo>
                <a:cubicBezTo>
                  <a:pt x="282457" y="99663"/>
                  <a:pt x="286780" y="97505"/>
                  <a:pt x="290343" y="93188"/>
                </a:cubicBezTo>
                <a:cubicBezTo>
                  <a:pt x="293906" y="88872"/>
                  <a:pt x="295688" y="82424"/>
                  <a:pt x="295688" y="73843"/>
                </a:cubicBezTo>
                <a:cubicBezTo>
                  <a:pt x="295688" y="64267"/>
                  <a:pt x="293959" y="57374"/>
                  <a:pt x="290500" y="53162"/>
                </a:cubicBezTo>
                <a:cubicBezTo>
                  <a:pt x="287042" y="48951"/>
                  <a:pt x="282614" y="46845"/>
                  <a:pt x="277217" y="46845"/>
                </a:cubicBezTo>
                <a:cubicBezTo>
                  <a:pt x="271977" y="46845"/>
                  <a:pt x="267589" y="48924"/>
                  <a:pt x="264052" y="53083"/>
                </a:cubicBezTo>
                <a:cubicBezTo>
                  <a:pt x="260515" y="57243"/>
                  <a:pt x="258746" y="63456"/>
                  <a:pt x="258746" y="717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Repositories">
            <a:extLst xmlns:a="http://schemas.openxmlformats.org/drawingml/2006/main">
              <a:ext uri="{FF2B5EF4-FFF2-40B4-BE49-F238E27FC236}">
                <a16:creationId xmlns:a16="http://schemas.microsoft.com/office/drawing/2014/main" id="{515C9099-65DC-41AB-9775-2F03A78B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521" y="1101594"/>
            <a:ext cx="955448" cy="146979"/>
          </a:xfrm>
          <a:custGeom xmlns:a="http://schemas.openxmlformats.org/drawingml/2006/main">
            <a:pathLst>
              <a:path w="955448" h="146979">
                <a:moveTo>
                  <a:pt x="0" y="115225"/>
                </a:moveTo>
                <a:lnTo>
                  <a:pt x="0" y="0"/>
                </a:lnTo>
                <a:lnTo>
                  <a:pt x="48967" y="0"/>
                </a:lnTo>
                <a:cubicBezTo>
                  <a:pt x="61281" y="0"/>
                  <a:pt x="70228" y="1035"/>
                  <a:pt x="75808" y="3105"/>
                </a:cubicBezTo>
                <a:cubicBezTo>
                  <a:pt x="81389" y="5174"/>
                  <a:pt x="85856" y="8855"/>
                  <a:pt x="89209" y="14148"/>
                </a:cubicBezTo>
                <a:cubicBezTo>
                  <a:pt x="92563" y="19440"/>
                  <a:pt x="94240" y="25492"/>
                  <a:pt x="94240" y="32304"/>
                </a:cubicBezTo>
                <a:cubicBezTo>
                  <a:pt x="94240" y="40950"/>
                  <a:pt x="91698" y="48089"/>
                  <a:pt x="86616" y="53722"/>
                </a:cubicBezTo>
                <a:cubicBezTo>
                  <a:pt x="81533" y="59355"/>
                  <a:pt x="73935" y="62905"/>
                  <a:pt x="63822" y="64372"/>
                </a:cubicBezTo>
                <a:cubicBezTo>
                  <a:pt x="68852" y="67307"/>
                  <a:pt x="73005" y="70529"/>
                  <a:pt x="76280" y="74040"/>
                </a:cubicBezTo>
                <a:cubicBezTo>
                  <a:pt x="79555" y="77551"/>
                  <a:pt x="83969" y="83786"/>
                  <a:pt x="89524" y="92746"/>
                </a:cubicBezTo>
                <a:lnTo>
                  <a:pt x="103593" y="115225"/>
                </a:lnTo>
                <a:lnTo>
                  <a:pt x="75769" y="115225"/>
                </a:lnTo>
                <a:lnTo>
                  <a:pt x="58949" y="90145"/>
                </a:lnTo>
                <a:cubicBezTo>
                  <a:pt x="52975" y="81188"/>
                  <a:pt x="48888" y="75545"/>
                  <a:pt x="46688" y="73215"/>
                </a:cubicBezTo>
                <a:cubicBezTo>
                  <a:pt x="44487" y="70883"/>
                  <a:pt x="42155" y="69285"/>
                  <a:pt x="39692" y="68420"/>
                </a:cubicBezTo>
                <a:cubicBezTo>
                  <a:pt x="37230" y="67555"/>
                  <a:pt x="33326" y="67123"/>
                  <a:pt x="27981" y="67123"/>
                </a:cubicBezTo>
                <a:lnTo>
                  <a:pt x="23265" y="67123"/>
                </a:lnTo>
                <a:lnTo>
                  <a:pt x="23265" y="115225"/>
                </a:lnTo>
                <a:lnTo>
                  <a:pt x="0" y="115225"/>
                </a:lnTo>
                <a:moveTo>
                  <a:pt x="23265" y="48731"/>
                </a:moveTo>
                <a:lnTo>
                  <a:pt x="40478" y="48731"/>
                </a:lnTo>
                <a:cubicBezTo>
                  <a:pt x="51639" y="48731"/>
                  <a:pt x="58608" y="48260"/>
                  <a:pt x="61385" y="47316"/>
                </a:cubicBezTo>
                <a:cubicBezTo>
                  <a:pt x="64163" y="46373"/>
                  <a:pt x="66337" y="44749"/>
                  <a:pt x="67909" y="42443"/>
                </a:cubicBezTo>
                <a:cubicBezTo>
                  <a:pt x="69481" y="40138"/>
                  <a:pt x="70267" y="37256"/>
                  <a:pt x="70267" y="33797"/>
                </a:cubicBezTo>
                <a:cubicBezTo>
                  <a:pt x="70267" y="29920"/>
                  <a:pt x="69232" y="26789"/>
                  <a:pt x="67162" y="24405"/>
                </a:cubicBezTo>
                <a:cubicBezTo>
                  <a:pt x="65093" y="22021"/>
                  <a:pt x="62171" y="20514"/>
                  <a:pt x="58399" y="19885"/>
                </a:cubicBezTo>
                <a:cubicBezTo>
                  <a:pt x="56512" y="19623"/>
                  <a:pt x="50853" y="19492"/>
                  <a:pt x="41421" y="19492"/>
                </a:cubicBezTo>
                <a:lnTo>
                  <a:pt x="23265" y="19492"/>
                </a:lnTo>
                <a:lnTo>
                  <a:pt x="23265" y="48731"/>
                </a:lnTo>
                <a:close/>
                <a:moveTo>
                  <a:pt x="164323" y="88659"/>
                </a:moveTo>
                <a:lnTo>
                  <a:pt x="186330" y="92432"/>
                </a:lnTo>
                <a:cubicBezTo>
                  <a:pt x="183501" y="100475"/>
                  <a:pt x="179034" y="106599"/>
                  <a:pt x="172929" y="110804"/>
                </a:cubicBezTo>
                <a:cubicBezTo>
                  <a:pt x="166825" y="115009"/>
                  <a:pt x="159187" y="117112"/>
                  <a:pt x="150018" y="117112"/>
                </a:cubicBezTo>
                <a:cubicBezTo>
                  <a:pt x="135503" y="117112"/>
                  <a:pt x="124761" y="112370"/>
                  <a:pt x="117792" y="102886"/>
                </a:cubicBezTo>
                <a:cubicBezTo>
                  <a:pt x="112290" y="95288"/>
                  <a:pt x="109539" y="85699"/>
                  <a:pt x="109539" y="74118"/>
                </a:cubicBezTo>
                <a:cubicBezTo>
                  <a:pt x="109539" y="60285"/>
                  <a:pt x="113155" y="49452"/>
                  <a:pt x="120386" y="41618"/>
                </a:cubicBezTo>
                <a:cubicBezTo>
                  <a:pt x="127617" y="33784"/>
                  <a:pt x="136761" y="29867"/>
                  <a:pt x="147817" y="29867"/>
                </a:cubicBezTo>
                <a:cubicBezTo>
                  <a:pt x="160235" y="29867"/>
                  <a:pt x="170034" y="33968"/>
                  <a:pt x="177213" y="42168"/>
                </a:cubicBezTo>
                <a:cubicBezTo>
                  <a:pt x="184391" y="50369"/>
                  <a:pt x="187824" y="62931"/>
                  <a:pt x="187509" y="79856"/>
                </a:cubicBezTo>
                <a:lnTo>
                  <a:pt x="132176" y="79856"/>
                </a:lnTo>
                <a:cubicBezTo>
                  <a:pt x="132333" y="86406"/>
                  <a:pt x="134115" y="91502"/>
                  <a:pt x="137520" y="95144"/>
                </a:cubicBezTo>
                <a:cubicBezTo>
                  <a:pt x="140926" y="98785"/>
                  <a:pt x="145171" y="100606"/>
                  <a:pt x="150253" y="100606"/>
                </a:cubicBezTo>
                <a:cubicBezTo>
                  <a:pt x="153712" y="100606"/>
                  <a:pt x="156620" y="99663"/>
                  <a:pt x="158978" y="97777"/>
                </a:cubicBezTo>
                <a:cubicBezTo>
                  <a:pt x="161336" y="95890"/>
                  <a:pt x="163117" y="92851"/>
                  <a:pt x="164323" y="88659"/>
                </a:cubicBezTo>
                <a:moveTo>
                  <a:pt x="165580" y="66337"/>
                </a:moveTo>
                <a:cubicBezTo>
                  <a:pt x="165423" y="59971"/>
                  <a:pt x="163772" y="55130"/>
                  <a:pt x="160628" y="51816"/>
                </a:cubicBezTo>
                <a:cubicBezTo>
                  <a:pt x="157484" y="48502"/>
                  <a:pt x="153659" y="46845"/>
                  <a:pt x="149153" y="46845"/>
                </a:cubicBezTo>
                <a:cubicBezTo>
                  <a:pt x="144332" y="46845"/>
                  <a:pt x="140350" y="48593"/>
                  <a:pt x="137206" y="52089"/>
                </a:cubicBezTo>
                <a:cubicBezTo>
                  <a:pt x="134062" y="55586"/>
                  <a:pt x="132516" y="60336"/>
                  <a:pt x="132569" y="66337"/>
                </a:cubicBezTo>
                <a:lnTo>
                  <a:pt x="165580" y="66337"/>
                </a:lnTo>
                <a:close/>
                <a:moveTo>
                  <a:pt x="204855" y="31754"/>
                </a:moveTo>
                <a:lnTo>
                  <a:pt x="225448" y="31754"/>
                </a:lnTo>
                <a:lnTo>
                  <a:pt x="225448" y="44015"/>
                </a:lnTo>
                <a:cubicBezTo>
                  <a:pt x="228120" y="39823"/>
                  <a:pt x="231736" y="36417"/>
                  <a:pt x="236294" y="33797"/>
                </a:cubicBezTo>
                <a:cubicBezTo>
                  <a:pt x="240853" y="31177"/>
                  <a:pt x="245909" y="29867"/>
                  <a:pt x="251464" y="29867"/>
                </a:cubicBezTo>
                <a:cubicBezTo>
                  <a:pt x="261158" y="29867"/>
                  <a:pt x="269384" y="33666"/>
                  <a:pt x="276144" y="41264"/>
                </a:cubicBezTo>
                <a:cubicBezTo>
                  <a:pt x="282903" y="48862"/>
                  <a:pt x="286283" y="59447"/>
                  <a:pt x="286283" y="73018"/>
                </a:cubicBezTo>
                <a:cubicBezTo>
                  <a:pt x="286283" y="86956"/>
                  <a:pt x="282877" y="97790"/>
                  <a:pt x="276065" y="105519"/>
                </a:cubicBezTo>
                <a:cubicBezTo>
                  <a:pt x="269253" y="113247"/>
                  <a:pt x="261000" y="117112"/>
                  <a:pt x="251307" y="117112"/>
                </a:cubicBezTo>
                <a:cubicBezTo>
                  <a:pt x="246695" y="117112"/>
                  <a:pt x="242517" y="116195"/>
                  <a:pt x="238770" y="114361"/>
                </a:cubicBezTo>
                <a:cubicBezTo>
                  <a:pt x="235024" y="112527"/>
                  <a:pt x="231081" y="109383"/>
                  <a:pt x="226941" y="104929"/>
                </a:cubicBezTo>
                <a:lnTo>
                  <a:pt x="226941" y="146979"/>
                </a:lnTo>
                <a:lnTo>
                  <a:pt x="204855" y="146979"/>
                </a:lnTo>
                <a:lnTo>
                  <a:pt x="204855" y="31754"/>
                </a:lnTo>
                <a:moveTo>
                  <a:pt x="226705" y="72038"/>
                </a:moveTo>
                <a:cubicBezTo>
                  <a:pt x="226705" y="81403"/>
                  <a:pt x="228565" y="88322"/>
                  <a:pt x="232286" y="92795"/>
                </a:cubicBezTo>
                <a:cubicBezTo>
                  <a:pt x="236006" y="97269"/>
                  <a:pt x="240539" y="99506"/>
                  <a:pt x="245883" y="99506"/>
                </a:cubicBezTo>
                <a:cubicBezTo>
                  <a:pt x="251018" y="99506"/>
                  <a:pt x="255289" y="97452"/>
                  <a:pt x="258695" y="93346"/>
                </a:cubicBezTo>
                <a:cubicBezTo>
                  <a:pt x="262101" y="89239"/>
                  <a:pt x="263804" y="82502"/>
                  <a:pt x="263804" y="73136"/>
                </a:cubicBezTo>
                <a:cubicBezTo>
                  <a:pt x="263804" y="64398"/>
                  <a:pt x="262048" y="57911"/>
                  <a:pt x="258538" y="53673"/>
                </a:cubicBezTo>
                <a:cubicBezTo>
                  <a:pt x="255027" y="49435"/>
                  <a:pt x="250678" y="47316"/>
                  <a:pt x="245490" y="47316"/>
                </a:cubicBezTo>
                <a:cubicBezTo>
                  <a:pt x="240093" y="47316"/>
                  <a:pt x="235613" y="49396"/>
                  <a:pt x="232050" y="53555"/>
                </a:cubicBezTo>
                <a:cubicBezTo>
                  <a:pt x="228487" y="57714"/>
                  <a:pt x="226705" y="63875"/>
                  <a:pt x="226705" y="72038"/>
                </a:cubicBezTo>
                <a:close/>
                <a:moveTo>
                  <a:pt x="298727" y="72311"/>
                </a:moveTo>
                <a:cubicBezTo>
                  <a:pt x="298727" y="64975"/>
                  <a:pt x="300535" y="57875"/>
                  <a:pt x="304151" y="51010"/>
                </a:cubicBezTo>
                <a:cubicBezTo>
                  <a:pt x="307766" y="44146"/>
                  <a:pt x="312888" y="38906"/>
                  <a:pt x="319517" y="35291"/>
                </a:cubicBezTo>
                <a:cubicBezTo>
                  <a:pt x="326145" y="31675"/>
                  <a:pt x="333546" y="29867"/>
                  <a:pt x="341721" y="29867"/>
                </a:cubicBezTo>
                <a:cubicBezTo>
                  <a:pt x="354349" y="29867"/>
                  <a:pt x="364698" y="33968"/>
                  <a:pt x="372767" y="42168"/>
                </a:cubicBezTo>
                <a:cubicBezTo>
                  <a:pt x="380837" y="50369"/>
                  <a:pt x="384871" y="60730"/>
                  <a:pt x="384871" y="73254"/>
                </a:cubicBezTo>
                <a:cubicBezTo>
                  <a:pt x="384871" y="85882"/>
                  <a:pt x="380797" y="96349"/>
                  <a:pt x="372649" y="104654"/>
                </a:cubicBezTo>
                <a:cubicBezTo>
                  <a:pt x="364501" y="112959"/>
                  <a:pt x="354244" y="117112"/>
                  <a:pt x="341878" y="117112"/>
                </a:cubicBezTo>
                <a:cubicBezTo>
                  <a:pt x="334228" y="117112"/>
                  <a:pt x="326931" y="115383"/>
                  <a:pt x="319988" y="111924"/>
                </a:cubicBezTo>
                <a:cubicBezTo>
                  <a:pt x="313045" y="108466"/>
                  <a:pt x="307766" y="103396"/>
                  <a:pt x="304151" y="96716"/>
                </a:cubicBezTo>
                <a:cubicBezTo>
                  <a:pt x="300535" y="90035"/>
                  <a:pt x="298727" y="81900"/>
                  <a:pt x="298727" y="72311"/>
                </a:cubicBezTo>
                <a:moveTo>
                  <a:pt x="321364" y="73490"/>
                </a:moveTo>
                <a:cubicBezTo>
                  <a:pt x="321364" y="81742"/>
                  <a:pt x="323329" y="88063"/>
                  <a:pt x="327259" y="92452"/>
                </a:cubicBezTo>
                <a:cubicBezTo>
                  <a:pt x="331189" y="96840"/>
                  <a:pt x="336035" y="99034"/>
                  <a:pt x="341799" y="99034"/>
                </a:cubicBezTo>
                <a:cubicBezTo>
                  <a:pt x="347563" y="99034"/>
                  <a:pt x="352397" y="96840"/>
                  <a:pt x="356301" y="92452"/>
                </a:cubicBezTo>
                <a:cubicBezTo>
                  <a:pt x="360204" y="88063"/>
                  <a:pt x="362156" y="81690"/>
                  <a:pt x="362156" y="73332"/>
                </a:cubicBezTo>
                <a:cubicBezTo>
                  <a:pt x="362156" y="65184"/>
                  <a:pt x="360204" y="58916"/>
                  <a:pt x="356301" y="54528"/>
                </a:cubicBezTo>
                <a:cubicBezTo>
                  <a:pt x="352397" y="50139"/>
                  <a:pt x="347563" y="47945"/>
                  <a:pt x="341799" y="47945"/>
                </a:cubicBezTo>
                <a:cubicBezTo>
                  <a:pt x="336035" y="47945"/>
                  <a:pt x="331189" y="50139"/>
                  <a:pt x="327259" y="54528"/>
                </a:cubicBezTo>
                <a:cubicBezTo>
                  <a:pt x="323329" y="58916"/>
                  <a:pt x="321364" y="65237"/>
                  <a:pt x="321364" y="73490"/>
                </a:cubicBezTo>
                <a:close/>
                <a:moveTo>
                  <a:pt x="394408" y="91489"/>
                </a:moveTo>
                <a:lnTo>
                  <a:pt x="416572" y="88030"/>
                </a:lnTo>
                <a:cubicBezTo>
                  <a:pt x="417516" y="92301"/>
                  <a:pt x="419428" y="95543"/>
                  <a:pt x="422310" y="97757"/>
                </a:cubicBezTo>
                <a:cubicBezTo>
                  <a:pt x="425192" y="99971"/>
                  <a:pt x="429227" y="101078"/>
                  <a:pt x="434414" y="101078"/>
                </a:cubicBezTo>
                <a:cubicBezTo>
                  <a:pt x="440126" y="101078"/>
                  <a:pt x="444422" y="100031"/>
                  <a:pt x="447304" y="97939"/>
                </a:cubicBezTo>
                <a:cubicBezTo>
                  <a:pt x="449243" y="96473"/>
                  <a:pt x="450213" y="94511"/>
                  <a:pt x="450213" y="92051"/>
                </a:cubicBezTo>
                <a:cubicBezTo>
                  <a:pt x="450213" y="90376"/>
                  <a:pt x="449689" y="88989"/>
                  <a:pt x="448641" y="87890"/>
                </a:cubicBezTo>
                <a:cubicBezTo>
                  <a:pt x="447540" y="86844"/>
                  <a:pt x="445077" y="85876"/>
                  <a:pt x="441252" y="84987"/>
                </a:cubicBezTo>
                <a:cubicBezTo>
                  <a:pt x="423437" y="81064"/>
                  <a:pt x="412145" y="77479"/>
                  <a:pt x="407376" y="74234"/>
                </a:cubicBezTo>
                <a:cubicBezTo>
                  <a:pt x="400774" y="69731"/>
                  <a:pt x="397473" y="63475"/>
                  <a:pt x="397473" y="55466"/>
                </a:cubicBezTo>
                <a:cubicBezTo>
                  <a:pt x="397473" y="48241"/>
                  <a:pt x="400329" y="42169"/>
                  <a:pt x="406040" y="37248"/>
                </a:cubicBezTo>
                <a:cubicBezTo>
                  <a:pt x="411752" y="32328"/>
                  <a:pt x="420607" y="29867"/>
                  <a:pt x="432606" y="29867"/>
                </a:cubicBezTo>
                <a:cubicBezTo>
                  <a:pt x="444029" y="29867"/>
                  <a:pt x="452518" y="31721"/>
                  <a:pt x="458072" y="35428"/>
                </a:cubicBezTo>
                <a:cubicBezTo>
                  <a:pt x="463627" y="39136"/>
                  <a:pt x="467452" y="44618"/>
                  <a:pt x="469548" y="51875"/>
                </a:cubicBezTo>
                <a:lnTo>
                  <a:pt x="448719" y="55805"/>
                </a:lnTo>
                <a:cubicBezTo>
                  <a:pt x="447828" y="52556"/>
                  <a:pt x="446138" y="50067"/>
                  <a:pt x="443650" y="48338"/>
                </a:cubicBezTo>
                <a:cubicBezTo>
                  <a:pt x="441161" y="46609"/>
                  <a:pt x="437611" y="45744"/>
                  <a:pt x="432999" y="45744"/>
                </a:cubicBezTo>
                <a:cubicBezTo>
                  <a:pt x="427183" y="45744"/>
                  <a:pt x="423017" y="46556"/>
                  <a:pt x="420502" y="48178"/>
                </a:cubicBezTo>
                <a:cubicBezTo>
                  <a:pt x="418825" y="49328"/>
                  <a:pt x="417987" y="50819"/>
                  <a:pt x="417987" y="52651"/>
                </a:cubicBezTo>
                <a:cubicBezTo>
                  <a:pt x="417987" y="54220"/>
                  <a:pt x="418721" y="55554"/>
                  <a:pt x="420188" y="56652"/>
                </a:cubicBezTo>
                <a:cubicBezTo>
                  <a:pt x="422179" y="58118"/>
                  <a:pt x="429056" y="60185"/>
                  <a:pt x="440820" y="62854"/>
                </a:cubicBezTo>
                <a:cubicBezTo>
                  <a:pt x="452584" y="65523"/>
                  <a:pt x="460797" y="68797"/>
                  <a:pt x="465461" y="72677"/>
                </a:cubicBezTo>
                <a:cubicBezTo>
                  <a:pt x="470072" y="76610"/>
                  <a:pt x="472377" y="82089"/>
                  <a:pt x="472377" y="89114"/>
                </a:cubicBezTo>
                <a:cubicBezTo>
                  <a:pt x="472377" y="96769"/>
                  <a:pt x="469181" y="103349"/>
                  <a:pt x="462788" y="108854"/>
                </a:cubicBezTo>
                <a:cubicBezTo>
                  <a:pt x="456396" y="114359"/>
                  <a:pt x="446938" y="117112"/>
                  <a:pt x="434414" y="117112"/>
                </a:cubicBezTo>
                <a:cubicBezTo>
                  <a:pt x="423044" y="117112"/>
                  <a:pt x="414044" y="114814"/>
                  <a:pt x="407416" y="110217"/>
                </a:cubicBezTo>
                <a:cubicBezTo>
                  <a:pt x="400787" y="105619"/>
                  <a:pt x="396451" y="99376"/>
                  <a:pt x="394408" y="91489"/>
                </a:cubicBezTo>
                <a:close/>
                <a:moveTo>
                  <a:pt x="491688" y="20436"/>
                </a:moveTo>
                <a:lnTo>
                  <a:pt x="491688" y="0"/>
                </a:lnTo>
                <a:lnTo>
                  <a:pt x="513774" y="0"/>
                </a:lnTo>
                <a:lnTo>
                  <a:pt x="513774" y="20436"/>
                </a:lnTo>
                <a:lnTo>
                  <a:pt x="491688" y="20436"/>
                </a:lnTo>
                <a:moveTo>
                  <a:pt x="491688" y="115225"/>
                </a:moveTo>
                <a:lnTo>
                  <a:pt x="491688" y="31754"/>
                </a:lnTo>
                <a:lnTo>
                  <a:pt x="513774" y="31754"/>
                </a:lnTo>
                <a:lnTo>
                  <a:pt x="513774" y="115225"/>
                </a:lnTo>
                <a:lnTo>
                  <a:pt x="491688" y="115225"/>
                </a:lnTo>
                <a:close/>
                <a:moveTo>
                  <a:pt x="574715" y="31754"/>
                </a:moveTo>
                <a:lnTo>
                  <a:pt x="574715" y="49360"/>
                </a:lnTo>
                <a:lnTo>
                  <a:pt x="559624" y="49360"/>
                </a:lnTo>
                <a:lnTo>
                  <a:pt x="559624" y="82946"/>
                </a:lnTo>
                <a:cubicBezTo>
                  <a:pt x="559624" y="89748"/>
                  <a:pt x="559768" y="93712"/>
                  <a:pt x="560056" y="94837"/>
                </a:cubicBezTo>
                <a:cubicBezTo>
                  <a:pt x="560345" y="95960"/>
                  <a:pt x="561000" y="96888"/>
                  <a:pt x="562021" y="97622"/>
                </a:cubicBezTo>
                <a:cubicBezTo>
                  <a:pt x="563043" y="98354"/>
                  <a:pt x="564288" y="98720"/>
                  <a:pt x="565755" y="98720"/>
                </a:cubicBezTo>
                <a:cubicBezTo>
                  <a:pt x="567798" y="98720"/>
                  <a:pt x="570759" y="98012"/>
                  <a:pt x="574636" y="96598"/>
                </a:cubicBezTo>
                <a:lnTo>
                  <a:pt x="576523" y="113796"/>
                </a:lnTo>
                <a:cubicBezTo>
                  <a:pt x="571388" y="116007"/>
                  <a:pt x="565571" y="117112"/>
                  <a:pt x="559074" y="117112"/>
                </a:cubicBezTo>
                <a:cubicBezTo>
                  <a:pt x="555092" y="117112"/>
                  <a:pt x="551502" y="116444"/>
                  <a:pt x="548306" y="115108"/>
                </a:cubicBezTo>
                <a:cubicBezTo>
                  <a:pt x="545110" y="113771"/>
                  <a:pt x="542765" y="112042"/>
                  <a:pt x="541271" y="109920"/>
                </a:cubicBezTo>
                <a:cubicBezTo>
                  <a:pt x="539778" y="107798"/>
                  <a:pt x="538743" y="104929"/>
                  <a:pt x="538167" y="101314"/>
                </a:cubicBezTo>
                <a:cubicBezTo>
                  <a:pt x="537695" y="98746"/>
                  <a:pt x="537459" y="93558"/>
                  <a:pt x="537459" y="85751"/>
                </a:cubicBezTo>
                <a:lnTo>
                  <a:pt x="537459" y="49360"/>
                </a:lnTo>
                <a:lnTo>
                  <a:pt x="527320" y="49360"/>
                </a:lnTo>
                <a:lnTo>
                  <a:pt x="527320" y="31754"/>
                </a:lnTo>
                <a:lnTo>
                  <a:pt x="537459" y="31754"/>
                </a:lnTo>
                <a:lnTo>
                  <a:pt x="537459" y="15091"/>
                </a:lnTo>
                <a:lnTo>
                  <a:pt x="559624" y="2044"/>
                </a:lnTo>
                <a:lnTo>
                  <a:pt x="559624" y="31754"/>
                </a:lnTo>
                <a:lnTo>
                  <a:pt x="574715" y="31754"/>
                </a:lnTo>
                <a:close/>
                <a:moveTo>
                  <a:pt x="584932" y="72311"/>
                </a:moveTo>
                <a:cubicBezTo>
                  <a:pt x="584932" y="64975"/>
                  <a:pt x="586739" y="57875"/>
                  <a:pt x="590355" y="51010"/>
                </a:cubicBezTo>
                <a:cubicBezTo>
                  <a:pt x="593971" y="44146"/>
                  <a:pt x="599093" y="38906"/>
                  <a:pt x="605721" y="35291"/>
                </a:cubicBezTo>
                <a:cubicBezTo>
                  <a:pt x="612349" y="31675"/>
                  <a:pt x="619751" y="29867"/>
                  <a:pt x="627925" y="29867"/>
                </a:cubicBezTo>
                <a:cubicBezTo>
                  <a:pt x="640553" y="29867"/>
                  <a:pt x="650902" y="33968"/>
                  <a:pt x="658972" y="42168"/>
                </a:cubicBezTo>
                <a:cubicBezTo>
                  <a:pt x="667041" y="50369"/>
                  <a:pt x="671076" y="60730"/>
                  <a:pt x="671076" y="73254"/>
                </a:cubicBezTo>
                <a:cubicBezTo>
                  <a:pt x="671076" y="85882"/>
                  <a:pt x="667002" y="96349"/>
                  <a:pt x="658854" y="104654"/>
                </a:cubicBezTo>
                <a:cubicBezTo>
                  <a:pt x="650706" y="112959"/>
                  <a:pt x="640448" y="117112"/>
                  <a:pt x="628082" y="117112"/>
                </a:cubicBezTo>
                <a:cubicBezTo>
                  <a:pt x="620432" y="117112"/>
                  <a:pt x="613135" y="115383"/>
                  <a:pt x="606193" y="111924"/>
                </a:cubicBezTo>
                <a:cubicBezTo>
                  <a:pt x="599250" y="108466"/>
                  <a:pt x="593971" y="103396"/>
                  <a:pt x="590355" y="96716"/>
                </a:cubicBezTo>
                <a:cubicBezTo>
                  <a:pt x="586739" y="90035"/>
                  <a:pt x="584932" y="81900"/>
                  <a:pt x="584932" y="72311"/>
                </a:cubicBezTo>
                <a:moveTo>
                  <a:pt x="607568" y="73490"/>
                </a:moveTo>
                <a:cubicBezTo>
                  <a:pt x="607568" y="81742"/>
                  <a:pt x="609533" y="88063"/>
                  <a:pt x="613463" y="92452"/>
                </a:cubicBezTo>
                <a:cubicBezTo>
                  <a:pt x="617393" y="96840"/>
                  <a:pt x="622240" y="99034"/>
                  <a:pt x="628004" y="99034"/>
                </a:cubicBezTo>
                <a:cubicBezTo>
                  <a:pt x="633768" y="99034"/>
                  <a:pt x="638601" y="96840"/>
                  <a:pt x="642505" y="92452"/>
                </a:cubicBezTo>
                <a:cubicBezTo>
                  <a:pt x="646409" y="88063"/>
                  <a:pt x="648361" y="81690"/>
                  <a:pt x="648361" y="73332"/>
                </a:cubicBezTo>
                <a:cubicBezTo>
                  <a:pt x="648361" y="65184"/>
                  <a:pt x="646409" y="58916"/>
                  <a:pt x="642505" y="54528"/>
                </a:cubicBezTo>
                <a:cubicBezTo>
                  <a:pt x="638601" y="50139"/>
                  <a:pt x="633768" y="47945"/>
                  <a:pt x="628004" y="47945"/>
                </a:cubicBezTo>
                <a:cubicBezTo>
                  <a:pt x="622240" y="47945"/>
                  <a:pt x="617393" y="50139"/>
                  <a:pt x="613463" y="54528"/>
                </a:cubicBezTo>
                <a:cubicBezTo>
                  <a:pt x="609533" y="58916"/>
                  <a:pt x="607568" y="65237"/>
                  <a:pt x="607568" y="73490"/>
                </a:cubicBezTo>
                <a:close/>
                <a:moveTo>
                  <a:pt x="709536" y="115225"/>
                </a:moveTo>
                <a:lnTo>
                  <a:pt x="687450" y="115225"/>
                </a:lnTo>
                <a:lnTo>
                  <a:pt x="687450" y="31754"/>
                </a:lnTo>
                <a:lnTo>
                  <a:pt x="707964" y="31754"/>
                </a:lnTo>
                <a:lnTo>
                  <a:pt x="707964" y="43622"/>
                </a:lnTo>
                <a:cubicBezTo>
                  <a:pt x="711475" y="38015"/>
                  <a:pt x="714632" y="34321"/>
                  <a:pt x="717435" y="32540"/>
                </a:cubicBezTo>
                <a:cubicBezTo>
                  <a:pt x="720239" y="30758"/>
                  <a:pt x="723422" y="29867"/>
                  <a:pt x="726985" y="29867"/>
                </a:cubicBezTo>
                <a:cubicBezTo>
                  <a:pt x="732015" y="29867"/>
                  <a:pt x="736862" y="31256"/>
                  <a:pt x="741526" y="34033"/>
                </a:cubicBezTo>
                <a:lnTo>
                  <a:pt x="734688" y="53290"/>
                </a:lnTo>
                <a:cubicBezTo>
                  <a:pt x="730967" y="50879"/>
                  <a:pt x="727509" y="49674"/>
                  <a:pt x="724313" y="49674"/>
                </a:cubicBezTo>
                <a:cubicBezTo>
                  <a:pt x="721221" y="49674"/>
                  <a:pt x="718601" y="50526"/>
                  <a:pt x="716453" y="52229"/>
                </a:cubicBezTo>
                <a:cubicBezTo>
                  <a:pt x="714304" y="53932"/>
                  <a:pt x="712615" y="57010"/>
                  <a:pt x="711383" y="61464"/>
                </a:cubicBezTo>
                <a:cubicBezTo>
                  <a:pt x="710152" y="65918"/>
                  <a:pt x="709536" y="75245"/>
                  <a:pt x="709536" y="89445"/>
                </a:cubicBezTo>
                <a:lnTo>
                  <a:pt x="709536" y="115225"/>
                </a:lnTo>
                <a:close/>
                <a:moveTo>
                  <a:pt x="751010" y="20436"/>
                </a:moveTo>
                <a:lnTo>
                  <a:pt x="751010" y="0"/>
                </a:lnTo>
                <a:lnTo>
                  <a:pt x="773097" y="0"/>
                </a:lnTo>
                <a:lnTo>
                  <a:pt x="773097" y="20436"/>
                </a:lnTo>
                <a:lnTo>
                  <a:pt x="751010" y="20436"/>
                </a:lnTo>
                <a:moveTo>
                  <a:pt x="751010" y="115225"/>
                </a:moveTo>
                <a:lnTo>
                  <a:pt x="751010" y="31754"/>
                </a:lnTo>
                <a:lnTo>
                  <a:pt x="773097" y="31754"/>
                </a:lnTo>
                <a:lnTo>
                  <a:pt x="773097" y="115225"/>
                </a:lnTo>
                <a:lnTo>
                  <a:pt x="751010" y="115225"/>
                </a:lnTo>
                <a:close/>
                <a:moveTo>
                  <a:pt x="844098" y="88659"/>
                </a:moveTo>
                <a:lnTo>
                  <a:pt x="866106" y="92432"/>
                </a:lnTo>
                <a:cubicBezTo>
                  <a:pt x="863276" y="100475"/>
                  <a:pt x="858809" y="106599"/>
                  <a:pt x="852705" y="110804"/>
                </a:cubicBezTo>
                <a:cubicBezTo>
                  <a:pt x="846600" y="115009"/>
                  <a:pt x="838963" y="117112"/>
                  <a:pt x="829793" y="117112"/>
                </a:cubicBezTo>
                <a:cubicBezTo>
                  <a:pt x="815279" y="117112"/>
                  <a:pt x="804537" y="112370"/>
                  <a:pt x="797568" y="102886"/>
                </a:cubicBezTo>
                <a:cubicBezTo>
                  <a:pt x="792066" y="95288"/>
                  <a:pt x="789315" y="85699"/>
                  <a:pt x="789315" y="74118"/>
                </a:cubicBezTo>
                <a:cubicBezTo>
                  <a:pt x="789315" y="60285"/>
                  <a:pt x="792930" y="49452"/>
                  <a:pt x="800162" y="41618"/>
                </a:cubicBezTo>
                <a:cubicBezTo>
                  <a:pt x="807393" y="33784"/>
                  <a:pt x="816536" y="29867"/>
                  <a:pt x="827592" y="29867"/>
                </a:cubicBezTo>
                <a:cubicBezTo>
                  <a:pt x="840011" y="29867"/>
                  <a:pt x="849810" y="33968"/>
                  <a:pt x="856988" y="42168"/>
                </a:cubicBezTo>
                <a:cubicBezTo>
                  <a:pt x="864167" y="50369"/>
                  <a:pt x="867599" y="62931"/>
                  <a:pt x="867285" y="79856"/>
                </a:cubicBezTo>
                <a:lnTo>
                  <a:pt x="811951" y="79856"/>
                </a:lnTo>
                <a:cubicBezTo>
                  <a:pt x="812109" y="86406"/>
                  <a:pt x="813890" y="91502"/>
                  <a:pt x="817296" y="95144"/>
                </a:cubicBezTo>
                <a:cubicBezTo>
                  <a:pt x="820702" y="98785"/>
                  <a:pt x="824946" y="100606"/>
                  <a:pt x="830029" y="100606"/>
                </a:cubicBezTo>
                <a:cubicBezTo>
                  <a:pt x="833487" y="100606"/>
                  <a:pt x="836395" y="99663"/>
                  <a:pt x="838753" y="97777"/>
                </a:cubicBezTo>
                <a:cubicBezTo>
                  <a:pt x="841111" y="95890"/>
                  <a:pt x="842893" y="92851"/>
                  <a:pt x="844098" y="88659"/>
                </a:cubicBezTo>
                <a:moveTo>
                  <a:pt x="845356" y="66337"/>
                </a:moveTo>
                <a:cubicBezTo>
                  <a:pt x="845198" y="59971"/>
                  <a:pt x="843548" y="55130"/>
                  <a:pt x="840404" y="51816"/>
                </a:cubicBezTo>
                <a:cubicBezTo>
                  <a:pt x="837260" y="48502"/>
                  <a:pt x="833435" y="46845"/>
                  <a:pt x="828929" y="46845"/>
                </a:cubicBezTo>
                <a:cubicBezTo>
                  <a:pt x="824108" y="46845"/>
                  <a:pt x="820126" y="48593"/>
                  <a:pt x="816982" y="52089"/>
                </a:cubicBezTo>
                <a:cubicBezTo>
                  <a:pt x="813838" y="55586"/>
                  <a:pt x="812292" y="60336"/>
                  <a:pt x="812344" y="66337"/>
                </a:cubicBezTo>
                <a:lnTo>
                  <a:pt x="845356" y="66337"/>
                </a:lnTo>
                <a:close/>
                <a:moveTo>
                  <a:pt x="877478" y="91489"/>
                </a:moveTo>
                <a:lnTo>
                  <a:pt x="899643" y="88030"/>
                </a:lnTo>
                <a:cubicBezTo>
                  <a:pt x="900586" y="92301"/>
                  <a:pt x="902499" y="95543"/>
                  <a:pt x="905381" y="97757"/>
                </a:cubicBezTo>
                <a:cubicBezTo>
                  <a:pt x="908263" y="99971"/>
                  <a:pt x="912297" y="101078"/>
                  <a:pt x="917485" y="101078"/>
                </a:cubicBezTo>
                <a:cubicBezTo>
                  <a:pt x="923196" y="101078"/>
                  <a:pt x="927493" y="100031"/>
                  <a:pt x="930375" y="97939"/>
                </a:cubicBezTo>
                <a:cubicBezTo>
                  <a:pt x="932314" y="96473"/>
                  <a:pt x="933283" y="94511"/>
                  <a:pt x="933283" y="92051"/>
                </a:cubicBezTo>
                <a:cubicBezTo>
                  <a:pt x="933283" y="90376"/>
                  <a:pt x="932759" y="88989"/>
                  <a:pt x="931711" y="87890"/>
                </a:cubicBezTo>
                <a:cubicBezTo>
                  <a:pt x="930611" y="86844"/>
                  <a:pt x="928148" y="85876"/>
                  <a:pt x="924323" y="84987"/>
                </a:cubicBezTo>
                <a:cubicBezTo>
                  <a:pt x="906507" y="81064"/>
                  <a:pt x="895215" y="77479"/>
                  <a:pt x="890447" y="74234"/>
                </a:cubicBezTo>
                <a:cubicBezTo>
                  <a:pt x="883845" y="69731"/>
                  <a:pt x="880544" y="63475"/>
                  <a:pt x="880544" y="55466"/>
                </a:cubicBezTo>
                <a:cubicBezTo>
                  <a:pt x="880544" y="48241"/>
                  <a:pt x="883399" y="42169"/>
                  <a:pt x="889111" y="37248"/>
                </a:cubicBezTo>
                <a:cubicBezTo>
                  <a:pt x="894822" y="32328"/>
                  <a:pt x="903678" y="29867"/>
                  <a:pt x="915677" y="29867"/>
                </a:cubicBezTo>
                <a:cubicBezTo>
                  <a:pt x="927100" y="29867"/>
                  <a:pt x="935589" y="31721"/>
                  <a:pt x="941143" y="35428"/>
                </a:cubicBezTo>
                <a:cubicBezTo>
                  <a:pt x="946697" y="39136"/>
                  <a:pt x="950522" y="44618"/>
                  <a:pt x="952618" y="51875"/>
                </a:cubicBezTo>
                <a:lnTo>
                  <a:pt x="931790" y="55805"/>
                </a:lnTo>
                <a:cubicBezTo>
                  <a:pt x="930899" y="52556"/>
                  <a:pt x="929209" y="50067"/>
                  <a:pt x="926720" y="48338"/>
                </a:cubicBezTo>
                <a:cubicBezTo>
                  <a:pt x="924231" y="46609"/>
                  <a:pt x="920681" y="45744"/>
                  <a:pt x="916070" y="45744"/>
                </a:cubicBezTo>
                <a:cubicBezTo>
                  <a:pt x="910254" y="45744"/>
                  <a:pt x="906088" y="46556"/>
                  <a:pt x="903573" y="48178"/>
                </a:cubicBezTo>
                <a:cubicBezTo>
                  <a:pt x="901896" y="49328"/>
                  <a:pt x="901058" y="50819"/>
                  <a:pt x="901058" y="52651"/>
                </a:cubicBezTo>
                <a:cubicBezTo>
                  <a:pt x="901058" y="54220"/>
                  <a:pt x="901791" y="55554"/>
                  <a:pt x="903258" y="56652"/>
                </a:cubicBezTo>
                <a:cubicBezTo>
                  <a:pt x="905250" y="58118"/>
                  <a:pt x="912127" y="60185"/>
                  <a:pt x="923891" y="62854"/>
                </a:cubicBezTo>
                <a:cubicBezTo>
                  <a:pt x="935654" y="65523"/>
                  <a:pt x="943868" y="68797"/>
                  <a:pt x="948531" y="72677"/>
                </a:cubicBezTo>
                <a:cubicBezTo>
                  <a:pt x="953142" y="76610"/>
                  <a:pt x="955448" y="82089"/>
                  <a:pt x="955448" y="89114"/>
                </a:cubicBezTo>
                <a:cubicBezTo>
                  <a:pt x="955448" y="96769"/>
                  <a:pt x="952252" y="103349"/>
                  <a:pt x="945859" y="108854"/>
                </a:cubicBezTo>
                <a:cubicBezTo>
                  <a:pt x="939466" y="114359"/>
                  <a:pt x="930008" y="117112"/>
                  <a:pt x="917485" y="117112"/>
                </a:cubicBezTo>
                <a:cubicBezTo>
                  <a:pt x="906114" y="117112"/>
                  <a:pt x="897115" y="114814"/>
                  <a:pt x="890486" y="110217"/>
                </a:cubicBezTo>
                <a:cubicBezTo>
                  <a:pt x="883858" y="105619"/>
                  <a:pt x="879522" y="99376"/>
                  <a:pt x="877478" y="9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A7B6D-51F4-4F82-849D-D7A86B78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979" y="771862"/>
            <a:ext cx="1448730" cy="691235"/>
          </a:xfrm>
          <a:custGeom xmlns:a="http://schemas.openxmlformats.org/drawingml/2006/main">
            <a:pathLst>
              <a:path w="1448730" h="691235">
                <a:moveTo>
                  <a:pt x="0" y="691235"/>
                </a:moveTo>
                <a:lnTo>
                  <a:pt x="1448730" y="691235"/>
                </a:lnTo>
                <a:lnTo>
                  <a:pt x="1448730" y="0"/>
                </a:lnTo>
                <a:lnTo>
                  <a:pt x="0" y="0"/>
                </a:lnTo>
                <a:lnTo>
                  <a:pt x="0" y="6912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6A689-86E8-48F9-BF28-E33BEE7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979" y="771862"/>
            <a:ext cx="1448730" cy="691235"/>
          </a:xfrm>
          <a:custGeom xmlns:a="http://schemas.openxmlformats.org/drawingml/2006/main">
            <a:pathLst>
              <a:path w="1448730" h="691235" fill="none">
                <a:moveTo>
                  <a:pt x="0" y="691235"/>
                </a:moveTo>
                <a:lnTo>
                  <a:pt x="1448730" y="691235"/>
                </a:lnTo>
                <a:lnTo>
                  <a:pt x="1448730" y="0"/>
                </a:lnTo>
                <a:lnTo>
                  <a:pt x="0" y="0"/>
                </a:lnTo>
                <a:lnTo>
                  <a:pt x="0" y="6912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4" name="Text Collect">
            <a:extLst xmlns:a="http://schemas.openxmlformats.org/drawingml/2006/main">
              <a:ext uri="{FF2B5EF4-FFF2-40B4-BE49-F238E27FC236}">
                <a16:creationId xmlns:a16="http://schemas.microsoft.com/office/drawing/2014/main" id="{5DEBB4B8-0A10-4CC8-91B5-98DCBF20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745" y="858109"/>
            <a:ext cx="527086" cy="119313"/>
          </a:xfrm>
          <a:custGeom xmlns:a="http://schemas.openxmlformats.org/drawingml/2006/main">
            <a:pathLst>
              <a:path w="527086" h="119313">
                <a:moveTo>
                  <a:pt x="77813" y="74826"/>
                </a:moveTo>
                <a:lnTo>
                  <a:pt x="100370" y="81900"/>
                </a:lnTo>
                <a:cubicBezTo>
                  <a:pt x="96912" y="94556"/>
                  <a:pt x="91161" y="103956"/>
                  <a:pt x="83118" y="110099"/>
                </a:cubicBezTo>
                <a:cubicBezTo>
                  <a:pt x="75075" y="116242"/>
                  <a:pt x="64870" y="119313"/>
                  <a:pt x="52504" y="119313"/>
                </a:cubicBezTo>
                <a:cubicBezTo>
                  <a:pt x="37203" y="119313"/>
                  <a:pt x="24628" y="114079"/>
                  <a:pt x="14777" y="103613"/>
                </a:cubicBezTo>
                <a:cubicBezTo>
                  <a:pt x="4926" y="93144"/>
                  <a:pt x="0" y="78834"/>
                  <a:pt x="0" y="60681"/>
                </a:cubicBezTo>
                <a:cubicBezTo>
                  <a:pt x="0" y="41476"/>
                  <a:pt x="4952" y="26562"/>
                  <a:pt x="14855" y="15938"/>
                </a:cubicBezTo>
                <a:cubicBezTo>
                  <a:pt x="24759" y="5313"/>
                  <a:pt x="37780" y="0"/>
                  <a:pt x="53919" y="0"/>
                </a:cubicBezTo>
                <a:cubicBezTo>
                  <a:pt x="68014" y="0"/>
                  <a:pt x="79463" y="4176"/>
                  <a:pt x="88266" y="12527"/>
                </a:cubicBezTo>
                <a:cubicBezTo>
                  <a:pt x="93506" y="17464"/>
                  <a:pt x="97436" y="24554"/>
                  <a:pt x="100056" y="33797"/>
                </a:cubicBezTo>
                <a:lnTo>
                  <a:pt x="77027" y="39299"/>
                </a:lnTo>
                <a:cubicBezTo>
                  <a:pt x="75664" y="33326"/>
                  <a:pt x="72822" y="28610"/>
                  <a:pt x="68499" y="25152"/>
                </a:cubicBezTo>
                <a:cubicBezTo>
                  <a:pt x="64176" y="21693"/>
                  <a:pt x="58923" y="19964"/>
                  <a:pt x="52740" y="19964"/>
                </a:cubicBezTo>
                <a:cubicBezTo>
                  <a:pt x="44199" y="19964"/>
                  <a:pt x="37269" y="23029"/>
                  <a:pt x="31950" y="29160"/>
                </a:cubicBezTo>
                <a:cubicBezTo>
                  <a:pt x="26632" y="35291"/>
                  <a:pt x="23973" y="45220"/>
                  <a:pt x="23973" y="58949"/>
                </a:cubicBezTo>
                <a:cubicBezTo>
                  <a:pt x="23973" y="73516"/>
                  <a:pt x="26593" y="83891"/>
                  <a:pt x="31832" y="90074"/>
                </a:cubicBezTo>
                <a:cubicBezTo>
                  <a:pt x="37072" y="96257"/>
                  <a:pt x="43884" y="99349"/>
                  <a:pt x="52268" y="99349"/>
                </a:cubicBezTo>
                <a:cubicBezTo>
                  <a:pt x="58451" y="99349"/>
                  <a:pt x="63770" y="97378"/>
                  <a:pt x="68224" y="93436"/>
                </a:cubicBezTo>
                <a:cubicBezTo>
                  <a:pt x="72677" y="89493"/>
                  <a:pt x="75874" y="83290"/>
                  <a:pt x="77813" y="74826"/>
                </a:cubicBezTo>
                <a:close/>
                <a:moveTo>
                  <a:pt x="115041" y="74354"/>
                </a:moveTo>
                <a:cubicBezTo>
                  <a:pt x="115041" y="67018"/>
                  <a:pt x="116849" y="59918"/>
                  <a:pt x="120465" y="53054"/>
                </a:cubicBezTo>
                <a:cubicBezTo>
                  <a:pt x="124080" y="46190"/>
                  <a:pt x="129202" y="40950"/>
                  <a:pt x="135831" y="37334"/>
                </a:cubicBezTo>
                <a:cubicBezTo>
                  <a:pt x="142459" y="33719"/>
                  <a:pt x="149860" y="31911"/>
                  <a:pt x="158035" y="31911"/>
                </a:cubicBezTo>
                <a:cubicBezTo>
                  <a:pt x="170663" y="31911"/>
                  <a:pt x="181012" y="36011"/>
                  <a:pt x="189081" y="44212"/>
                </a:cubicBezTo>
                <a:cubicBezTo>
                  <a:pt x="197151" y="52412"/>
                  <a:pt x="201185" y="62774"/>
                  <a:pt x="201185" y="75297"/>
                </a:cubicBezTo>
                <a:cubicBezTo>
                  <a:pt x="201185" y="87926"/>
                  <a:pt x="197111" y="98392"/>
                  <a:pt x="188963" y="106698"/>
                </a:cubicBezTo>
                <a:cubicBezTo>
                  <a:pt x="180815" y="115003"/>
                  <a:pt x="170558" y="119155"/>
                  <a:pt x="158192" y="119155"/>
                </a:cubicBezTo>
                <a:cubicBezTo>
                  <a:pt x="150542" y="119155"/>
                  <a:pt x="143245" y="117426"/>
                  <a:pt x="136302" y="113968"/>
                </a:cubicBezTo>
                <a:cubicBezTo>
                  <a:pt x="129359" y="110510"/>
                  <a:pt x="124080" y="105440"/>
                  <a:pt x="120465" y="98759"/>
                </a:cubicBezTo>
                <a:cubicBezTo>
                  <a:pt x="116849" y="92078"/>
                  <a:pt x="115041" y="83943"/>
                  <a:pt x="115041" y="74354"/>
                </a:cubicBezTo>
                <a:moveTo>
                  <a:pt x="137678" y="75533"/>
                </a:moveTo>
                <a:cubicBezTo>
                  <a:pt x="137678" y="83786"/>
                  <a:pt x="139643" y="90107"/>
                  <a:pt x="143573" y="94495"/>
                </a:cubicBezTo>
                <a:cubicBezTo>
                  <a:pt x="147502" y="98884"/>
                  <a:pt x="152349" y="101078"/>
                  <a:pt x="158113" y="101078"/>
                </a:cubicBezTo>
                <a:cubicBezTo>
                  <a:pt x="163877" y="101078"/>
                  <a:pt x="168711" y="98884"/>
                  <a:pt x="172615" y="94495"/>
                </a:cubicBezTo>
                <a:cubicBezTo>
                  <a:pt x="176518" y="90107"/>
                  <a:pt x="178470" y="83734"/>
                  <a:pt x="178470" y="75376"/>
                </a:cubicBezTo>
                <a:cubicBezTo>
                  <a:pt x="178470" y="67228"/>
                  <a:pt x="176518" y="60960"/>
                  <a:pt x="172615" y="56571"/>
                </a:cubicBezTo>
                <a:cubicBezTo>
                  <a:pt x="168711" y="52183"/>
                  <a:pt x="163877" y="49989"/>
                  <a:pt x="158113" y="49989"/>
                </a:cubicBezTo>
                <a:cubicBezTo>
                  <a:pt x="152349" y="49989"/>
                  <a:pt x="147502" y="52183"/>
                  <a:pt x="143573" y="56571"/>
                </a:cubicBezTo>
                <a:cubicBezTo>
                  <a:pt x="139643" y="60960"/>
                  <a:pt x="137678" y="67280"/>
                  <a:pt x="137678" y="75533"/>
                </a:cubicBezTo>
                <a:close/>
                <a:moveTo>
                  <a:pt x="218503" y="117269"/>
                </a:moveTo>
                <a:lnTo>
                  <a:pt x="218503" y="2044"/>
                </a:lnTo>
                <a:lnTo>
                  <a:pt x="240589" y="2044"/>
                </a:lnTo>
                <a:lnTo>
                  <a:pt x="240589" y="117269"/>
                </a:lnTo>
                <a:lnTo>
                  <a:pt x="218503" y="117269"/>
                </a:lnTo>
                <a:close/>
                <a:moveTo>
                  <a:pt x="263253" y="117269"/>
                </a:moveTo>
                <a:lnTo>
                  <a:pt x="263253" y="2044"/>
                </a:lnTo>
                <a:lnTo>
                  <a:pt x="285339" y="2044"/>
                </a:lnTo>
                <a:lnTo>
                  <a:pt x="285339" y="117269"/>
                </a:lnTo>
                <a:lnTo>
                  <a:pt x="263253" y="117269"/>
                </a:lnTo>
                <a:close/>
                <a:moveTo>
                  <a:pt x="356340" y="90703"/>
                </a:moveTo>
                <a:lnTo>
                  <a:pt x="378348" y="94475"/>
                </a:lnTo>
                <a:cubicBezTo>
                  <a:pt x="375518" y="102519"/>
                  <a:pt x="371051" y="108643"/>
                  <a:pt x="364947" y="112848"/>
                </a:cubicBezTo>
                <a:cubicBezTo>
                  <a:pt x="358842" y="117053"/>
                  <a:pt x="351205" y="119155"/>
                  <a:pt x="342035" y="119155"/>
                </a:cubicBezTo>
                <a:cubicBezTo>
                  <a:pt x="327521" y="119155"/>
                  <a:pt x="316779" y="114413"/>
                  <a:pt x="309810" y="104929"/>
                </a:cubicBezTo>
                <a:cubicBezTo>
                  <a:pt x="304308" y="97331"/>
                  <a:pt x="301557" y="87742"/>
                  <a:pt x="301557" y="76162"/>
                </a:cubicBezTo>
                <a:cubicBezTo>
                  <a:pt x="301557" y="62329"/>
                  <a:pt x="305173" y="51495"/>
                  <a:pt x="312404" y="43661"/>
                </a:cubicBezTo>
                <a:cubicBezTo>
                  <a:pt x="319635" y="35828"/>
                  <a:pt x="328778" y="31911"/>
                  <a:pt x="339835" y="31911"/>
                </a:cubicBezTo>
                <a:cubicBezTo>
                  <a:pt x="352253" y="31911"/>
                  <a:pt x="362052" y="36011"/>
                  <a:pt x="369230" y="44212"/>
                </a:cubicBezTo>
                <a:cubicBezTo>
                  <a:pt x="376409" y="52412"/>
                  <a:pt x="379841" y="64975"/>
                  <a:pt x="379527" y="81900"/>
                </a:cubicBezTo>
                <a:lnTo>
                  <a:pt x="324194" y="81900"/>
                </a:lnTo>
                <a:cubicBezTo>
                  <a:pt x="324351" y="88450"/>
                  <a:pt x="326132" y="93545"/>
                  <a:pt x="329538" y="97187"/>
                </a:cubicBezTo>
                <a:cubicBezTo>
                  <a:pt x="332944" y="100829"/>
                  <a:pt x="337188" y="102650"/>
                  <a:pt x="342271" y="102650"/>
                </a:cubicBezTo>
                <a:cubicBezTo>
                  <a:pt x="345730" y="102650"/>
                  <a:pt x="348638" y="101707"/>
                  <a:pt x="350996" y="99820"/>
                </a:cubicBezTo>
                <a:cubicBezTo>
                  <a:pt x="353354" y="97934"/>
                  <a:pt x="355135" y="94895"/>
                  <a:pt x="356340" y="90703"/>
                </a:cubicBezTo>
                <a:moveTo>
                  <a:pt x="357598" y="68381"/>
                </a:moveTo>
                <a:cubicBezTo>
                  <a:pt x="357441" y="62014"/>
                  <a:pt x="355790" y="57174"/>
                  <a:pt x="352646" y="53860"/>
                </a:cubicBezTo>
                <a:cubicBezTo>
                  <a:pt x="349502" y="50545"/>
                  <a:pt x="345677" y="48888"/>
                  <a:pt x="341171" y="48888"/>
                </a:cubicBezTo>
                <a:cubicBezTo>
                  <a:pt x="336350" y="48888"/>
                  <a:pt x="332368" y="50636"/>
                  <a:pt x="329224" y="54132"/>
                </a:cubicBezTo>
                <a:cubicBezTo>
                  <a:pt x="326080" y="57630"/>
                  <a:pt x="324534" y="62379"/>
                  <a:pt x="324587" y="68381"/>
                </a:cubicBezTo>
                <a:lnTo>
                  <a:pt x="357598" y="68381"/>
                </a:lnTo>
                <a:close/>
                <a:moveTo>
                  <a:pt x="470284" y="58477"/>
                </a:moveTo>
                <a:lnTo>
                  <a:pt x="448512" y="62407"/>
                </a:lnTo>
                <a:cubicBezTo>
                  <a:pt x="447778" y="58084"/>
                  <a:pt x="446115" y="54829"/>
                  <a:pt x="443521" y="52641"/>
                </a:cubicBezTo>
                <a:cubicBezTo>
                  <a:pt x="440927" y="50454"/>
                  <a:pt x="437560" y="49360"/>
                  <a:pt x="433421" y="49360"/>
                </a:cubicBezTo>
                <a:cubicBezTo>
                  <a:pt x="427919" y="49360"/>
                  <a:pt x="423531" y="51254"/>
                  <a:pt x="420256" y="55041"/>
                </a:cubicBezTo>
                <a:cubicBezTo>
                  <a:pt x="416981" y="58829"/>
                  <a:pt x="415343" y="65162"/>
                  <a:pt x="415343" y="74042"/>
                </a:cubicBezTo>
                <a:cubicBezTo>
                  <a:pt x="415343" y="83916"/>
                  <a:pt x="417007" y="90891"/>
                  <a:pt x="420334" y="94967"/>
                </a:cubicBezTo>
                <a:cubicBezTo>
                  <a:pt x="423662" y="99041"/>
                  <a:pt x="428129" y="101078"/>
                  <a:pt x="433735" y="101078"/>
                </a:cubicBezTo>
                <a:cubicBezTo>
                  <a:pt x="437927" y="101078"/>
                  <a:pt x="441359" y="99886"/>
                  <a:pt x="444032" y="97501"/>
                </a:cubicBezTo>
                <a:cubicBezTo>
                  <a:pt x="446704" y="95117"/>
                  <a:pt x="448590" y="91017"/>
                  <a:pt x="449691" y="85201"/>
                </a:cubicBezTo>
                <a:lnTo>
                  <a:pt x="471384" y="88974"/>
                </a:lnTo>
                <a:cubicBezTo>
                  <a:pt x="469131" y="98929"/>
                  <a:pt x="464808" y="106449"/>
                  <a:pt x="458415" y="111531"/>
                </a:cubicBezTo>
                <a:cubicBezTo>
                  <a:pt x="452023" y="116614"/>
                  <a:pt x="443455" y="119155"/>
                  <a:pt x="432714" y="119155"/>
                </a:cubicBezTo>
                <a:cubicBezTo>
                  <a:pt x="420505" y="119155"/>
                  <a:pt x="410771" y="115304"/>
                  <a:pt x="403514" y="107601"/>
                </a:cubicBezTo>
                <a:cubicBezTo>
                  <a:pt x="396257" y="99899"/>
                  <a:pt x="392628" y="89236"/>
                  <a:pt x="392628" y="75612"/>
                </a:cubicBezTo>
                <a:cubicBezTo>
                  <a:pt x="392628" y="61831"/>
                  <a:pt x="396270" y="51102"/>
                  <a:pt x="403553" y="43426"/>
                </a:cubicBezTo>
                <a:cubicBezTo>
                  <a:pt x="410837" y="35749"/>
                  <a:pt x="420688" y="31911"/>
                  <a:pt x="433107" y="31911"/>
                </a:cubicBezTo>
                <a:cubicBezTo>
                  <a:pt x="443272" y="31911"/>
                  <a:pt x="451355" y="34099"/>
                  <a:pt x="457354" y="38474"/>
                </a:cubicBezTo>
                <a:cubicBezTo>
                  <a:pt x="463354" y="42849"/>
                  <a:pt x="467664" y="49517"/>
                  <a:pt x="470284" y="58477"/>
                </a:cubicBezTo>
                <a:close/>
                <a:moveTo>
                  <a:pt x="525278" y="33797"/>
                </a:moveTo>
                <a:lnTo>
                  <a:pt x="525278" y="51403"/>
                </a:lnTo>
                <a:lnTo>
                  <a:pt x="510187" y="51403"/>
                </a:lnTo>
                <a:lnTo>
                  <a:pt x="510187" y="84990"/>
                </a:lnTo>
                <a:cubicBezTo>
                  <a:pt x="510187" y="91792"/>
                  <a:pt x="510331" y="95755"/>
                  <a:pt x="510619" y="96880"/>
                </a:cubicBezTo>
                <a:cubicBezTo>
                  <a:pt x="510908" y="98003"/>
                  <a:pt x="511563" y="98932"/>
                  <a:pt x="512584" y="99665"/>
                </a:cubicBezTo>
                <a:cubicBezTo>
                  <a:pt x="513606" y="100397"/>
                  <a:pt x="514851" y="100763"/>
                  <a:pt x="516318" y="100763"/>
                </a:cubicBezTo>
                <a:cubicBezTo>
                  <a:pt x="518361" y="100763"/>
                  <a:pt x="521322" y="100056"/>
                  <a:pt x="525199" y="98641"/>
                </a:cubicBezTo>
                <a:lnTo>
                  <a:pt x="527086" y="115840"/>
                </a:lnTo>
                <a:cubicBezTo>
                  <a:pt x="521951" y="118050"/>
                  <a:pt x="516134" y="119155"/>
                  <a:pt x="509637" y="119155"/>
                </a:cubicBezTo>
                <a:cubicBezTo>
                  <a:pt x="505655" y="119155"/>
                  <a:pt x="502065" y="118487"/>
                  <a:pt x="498869" y="117151"/>
                </a:cubicBezTo>
                <a:cubicBezTo>
                  <a:pt x="495673" y="115815"/>
                  <a:pt x="493328" y="114086"/>
                  <a:pt x="491834" y="111964"/>
                </a:cubicBezTo>
                <a:cubicBezTo>
                  <a:pt x="490341" y="109841"/>
                  <a:pt x="489306" y="106973"/>
                  <a:pt x="488730" y="103357"/>
                </a:cubicBezTo>
                <a:cubicBezTo>
                  <a:pt x="488258" y="100790"/>
                  <a:pt x="488022" y="95602"/>
                  <a:pt x="488022" y="87795"/>
                </a:cubicBezTo>
                <a:lnTo>
                  <a:pt x="488022" y="51403"/>
                </a:lnTo>
                <a:lnTo>
                  <a:pt x="477883" y="51403"/>
                </a:lnTo>
                <a:lnTo>
                  <a:pt x="477883" y="33797"/>
                </a:lnTo>
                <a:lnTo>
                  <a:pt x="488022" y="33797"/>
                </a:lnTo>
                <a:lnTo>
                  <a:pt x="488022" y="17134"/>
                </a:lnTo>
                <a:lnTo>
                  <a:pt x="510187" y="4087"/>
                </a:lnTo>
                <a:lnTo>
                  <a:pt x="510187" y="33797"/>
                </a:lnTo>
                <a:lnTo>
                  <a:pt x="525278" y="33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Repositories">
            <a:extLst xmlns:a="http://schemas.openxmlformats.org/drawingml/2006/main">
              <a:ext uri="{FF2B5EF4-FFF2-40B4-BE49-F238E27FC236}">
                <a16:creationId xmlns:a16="http://schemas.microsoft.com/office/drawing/2014/main" id="{8174B6B1-2FFA-4FA5-9B2F-743D9BCE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889" y="1047945"/>
            <a:ext cx="955447" cy="146979"/>
          </a:xfrm>
          <a:custGeom xmlns:a="http://schemas.openxmlformats.org/drawingml/2006/main">
            <a:pathLst>
              <a:path w="955447" h="146979">
                <a:moveTo>
                  <a:pt x="0" y="115225"/>
                </a:moveTo>
                <a:lnTo>
                  <a:pt x="0" y="0"/>
                </a:lnTo>
                <a:lnTo>
                  <a:pt x="48967" y="0"/>
                </a:lnTo>
                <a:cubicBezTo>
                  <a:pt x="61281" y="0"/>
                  <a:pt x="70228" y="1035"/>
                  <a:pt x="75808" y="3105"/>
                </a:cubicBezTo>
                <a:cubicBezTo>
                  <a:pt x="81389" y="5174"/>
                  <a:pt x="85856" y="8855"/>
                  <a:pt x="89209" y="14148"/>
                </a:cubicBezTo>
                <a:cubicBezTo>
                  <a:pt x="92563" y="19440"/>
                  <a:pt x="94240" y="25492"/>
                  <a:pt x="94240" y="32304"/>
                </a:cubicBezTo>
                <a:cubicBezTo>
                  <a:pt x="94240" y="40950"/>
                  <a:pt x="91698" y="48089"/>
                  <a:pt x="86616" y="53722"/>
                </a:cubicBezTo>
                <a:cubicBezTo>
                  <a:pt x="81533" y="59355"/>
                  <a:pt x="73935" y="62905"/>
                  <a:pt x="63822" y="64372"/>
                </a:cubicBezTo>
                <a:cubicBezTo>
                  <a:pt x="68852" y="67307"/>
                  <a:pt x="73005" y="70529"/>
                  <a:pt x="76280" y="74040"/>
                </a:cubicBezTo>
                <a:cubicBezTo>
                  <a:pt x="79555" y="77551"/>
                  <a:pt x="83969" y="83786"/>
                  <a:pt x="89524" y="92746"/>
                </a:cubicBezTo>
                <a:lnTo>
                  <a:pt x="103593" y="115225"/>
                </a:lnTo>
                <a:lnTo>
                  <a:pt x="75769" y="115225"/>
                </a:lnTo>
                <a:lnTo>
                  <a:pt x="58949" y="90145"/>
                </a:lnTo>
                <a:cubicBezTo>
                  <a:pt x="52975" y="81188"/>
                  <a:pt x="48888" y="75545"/>
                  <a:pt x="46688" y="73215"/>
                </a:cubicBezTo>
                <a:cubicBezTo>
                  <a:pt x="44487" y="70883"/>
                  <a:pt x="42155" y="69285"/>
                  <a:pt x="39692" y="68420"/>
                </a:cubicBezTo>
                <a:cubicBezTo>
                  <a:pt x="37230" y="67555"/>
                  <a:pt x="33326" y="67123"/>
                  <a:pt x="27981" y="67123"/>
                </a:cubicBezTo>
                <a:lnTo>
                  <a:pt x="23265" y="67123"/>
                </a:lnTo>
                <a:lnTo>
                  <a:pt x="23265" y="115225"/>
                </a:lnTo>
                <a:lnTo>
                  <a:pt x="0" y="115225"/>
                </a:lnTo>
                <a:moveTo>
                  <a:pt x="23265" y="48731"/>
                </a:moveTo>
                <a:lnTo>
                  <a:pt x="40478" y="48731"/>
                </a:lnTo>
                <a:cubicBezTo>
                  <a:pt x="51639" y="48731"/>
                  <a:pt x="58608" y="48260"/>
                  <a:pt x="61385" y="47316"/>
                </a:cubicBezTo>
                <a:cubicBezTo>
                  <a:pt x="64163" y="46373"/>
                  <a:pt x="66337" y="44749"/>
                  <a:pt x="67909" y="42443"/>
                </a:cubicBezTo>
                <a:cubicBezTo>
                  <a:pt x="69481" y="40138"/>
                  <a:pt x="70267" y="37256"/>
                  <a:pt x="70267" y="33797"/>
                </a:cubicBezTo>
                <a:cubicBezTo>
                  <a:pt x="70267" y="29920"/>
                  <a:pt x="69232" y="26789"/>
                  <a:pt x="67162" y="24405"/>
                </a:cubicBezTo>
                <a:cubicBezTo>
                  <a:pt x="65093" y="22021"/>
                  <a:pt x="62171" y="20514"/>
                  <a:pt x="58399" y="19885"/>
                </a:cubicBezTo>
                <a:cubicBezTo>
                  <a:pt x="56512" y="19623"/>
                  <a:pt x="50853" y="19492"/>
                  <a:pt x="41421" y="19492"/>
                </a:cubicBezTo>
                <a:lnTo>
                  <a:pt x="23265" y="19492"/>
                </a:lnTo>
                <a:lnTo>
                  <a:pt x="23265" y="48731"/>
                </a:lnTo>
                <a:close/>
                <a:moveTo>
                  <a:pt x="164323" y="88659"/>
                </a:moveTo>
                <a:lnTo>
                  <a:pt x="186330" y="92432"/>
                </a:lnTo>
                <a:cubicBezTo>
                  <a:pt x="183501" y="100475"/>
                  <a:pt x="179034" y="106599"/>
                  <a:pt x="172929" y="110804"/>
                </a:cubicBezTo>
                <a:cubicBezTo>
                  <a:pt x="166825" y="115009"/>
                  <a:pt x="159187" y="117112"/>
                  <a:pt x="150018" y="117112"/>
                </a:cubicBezTo>
                <a:cubicBezTo>
                  <a:pt x="135503" y="117112"/>
                  <a:pt x="124761" y="112370"/>
                  <a:pt x="117792" y="102886"/>
                </a:cubicBezTo>
                <a:cubicBezTo>
                  <a:pt x="112290" y="95288"/>
                  <a:pt x="109539" y="85699"/>
                  <a:pt x="109539" y="74118"/>
                </a:cubicBezTo>
                <a:cubicBezTo>
                  <a:pt x="109539" y="60285"/>
                  <a:pt x="113155" y="49452"/>
                  <a:pt x="120386" y="41618"/>
                </a:cubicBezTo>
                <a:cubicBezTo>
                  <a:pt x="127617" y="33784"/>
                  <a:pt x="136761" y="29867"/>
                  <a:pt x="147817" y="29867"/>
                </a:cubicBezTo>
                <a:cubicBezTo>
                  <a:pt x="160235" y="29867"/>
                  <a:pt x="170034" y="33968"/>
                  <a:pt x="177213" y="42168"/>
                </a:cubicBezTo>
                <a:cubicBezTo>
                  <a:pt x="184391" y="50369"/>
                  <a:pt x="187824" y="62931"/>
                  <a:pt x="187509" y="79856"/>
                </a:cubicBezTo>
                <a:lnTo>
                  <a:pt x="132176" y="79856"/>
                </a:lnTo>
                <a:cubicBezTo>
                  <a:pt x="132333" y="86406"/>
                  <a:pt x="134115" y="91502"/>
                  <a:pt x="137520" y="95144"/>
                </a:cubicBezTo>
                <a:cubicBezTo>
                  <a:pt x="140926" y="98785"/>
                  <a:pt x="145171" y="100606"/>
                  <a:pt x="150253" y="100606"/>
                </a:cubicBezTo>
                <a:cubicBezTo>
                  <a:pt x="153712" y="100606"/>
                  <a:pt x="156620" y="99663"/>
                  <a:pt x="158978" y="97777"/>
                </a:cubicBezTo>
                <a:cubicBezTo>
                  <a:pt x="161336" y="95890"/>
                  <a:pt x="163117" y="92851"/>
                  <a:pt x="164323" y="88659"/>
                </a:cubicBezTo>
                <a:moveTo>
                  <a:pt x="165580" y="66337"/>
                </a:moveTo>
                <a:cubicBezTo>
                  <a:pt x="165423" y="59971"/>
                  <a:pt x="163772" y="55130"/>
                  <a:pt x="160628" y="51816"/>
                </a:cubicBezTo>
                <a:cubicBezTo>
                  <a:pt x="157484" y="48502"/>
                  <a:pt x="153659" y="46845"/>
                  <a:pt x="149153" y="46845"/>
                </a:cubicBezTo>
                <a:cubicBezTo>
                  <a:pt x="144332" y="46845"/>
                  <a:pt x="140350" y="48593"/>
                  <a:pt x="137206" y="52089"/>
                </a:cubicBezTo>
                <a:cubicBezTo>
                  <a:pt x="134062" y="55586"/>
                  <a:pt x="132516" y="60336"/>
                  <a:pt x="132569" y="66337"/>
                </a:cubicBezTo>
                <a:lnTo>
                  <a:pt x="165580" y="66337"/>
                </a:lnTo>
                <a:close/>
                <a:moveTo>
                  <a:pt x="204855" y="31754"/>
                </a:moveTo>
                <a:lnTo>
                  <a:pt x="225448" y="31754"/>
                </a:lnTo>
                <a:lnTo>
                  <a:pt x="225448" y="44015"/>
                </a:lnTo>
                <a:cubicBezTo>
                  <a:pt x="228120" y="39823"/>
                  <a:pt x="231736" y="36417"/>
                  <a:pt x="236294" y="33797"/>
                </a:cubicBezTo>
                <a:cubicBezTo>
                  <a:pt x="240853" y="31177"/>
                  <a:pt x="245909" y="29867"/>
                  <a:pt x="251464" y="29867"/>
                </a:cubicBezTo>
                <a:cubicBezTo>
                  <a:pt x="261158" y="29867"/>
                  <a:pt x="269384" y="33666"/>
                  <a:pt x="276144" y="41264"/>
                </a:cubicBezTo>
                <a:cubicBezTo>
                  <a:pt x="282903" y="48862"/>
                  <a:pt x="286283" y="59447"/>
                  <a:pt x="286283" y="73018"/>
                </a:cubicBezTo>
                <a:cubicBezTo>
                  <a:pt x="286283" y="86956"/>
                  <a:pt x="282877" y="97790"/>
                  <a:pt x="276065" y="105519"/>
                </a:cubicBezTo>
                <a:cubicBezTo>
                  <a:pt x="269253" y="113247"/>
                  <a:pt x="261000" y="117112"/>
                  <a:pt x="251307" y="117112"/>
                </a:cubicBezTo>
                <a:cubicBezTo>
                  <a:pt x="246695" y="117112"/>
                  <a:pt x="242517" y="116195"/>
                  <a:pt x="238770" y="114361"/>
                </a:cubicBezTo>
                <a:cubicBezTo>
                  <a:pt x="235024" y="112527"/>
                  <a:pt x="231081" y="109383"/>
                  <a:pt x="226941" y="104929"/>
                </a:cubicBezTo>
                <a:lnTo>
                  <a:pt x="226941" y="146979"/>
                </a:lnTo>
                <a:lnTo>
                  <a:pt x="204855" y="146979"/>
                </a:lnTo>
                <a:lnTo>
                  <a:pt x="204855" y="31754"/>
                </a:lnTo>
                <a:moveTo>
                  <a:pt x="226705" y="72038"/>
                </a:moveTo>
                <a:cubicBezTo>
                  <a:pt x="226705" y="81403"/>
                  <a:pt x="228565" y="88322"/>
                  <a:pt x="232286" y="92795"/>
                </a:cubicBezTo>
                <a:cubicBezTo>
                  <a:pt x="236006" y="97269"/>
                  <a:pt x="240539" y="99506"/>
                  <a:pt x="245883" y="99506"/>
                </a:cubicBezTo>
                <a:cubicBezTo>
                  <a:pt x="251018" y="99506"/>
                  <a:pt x="255289" y="97452"/>
                  <a:pt x="258695" y="93346"/>
                </a:cubicBezTo>
                <a:cubicBezTo>
                  <a:pt x="262101" y="89239"/>
                  <a:pt x="263804" y="82502"/>
                  <a:pt x="263804" y="73136"/>
                </a:cubicBezTo>
                <a:cubicBezTo>
                  <a:pt x="263804" y="64398"/>
                  <a:pt x="262048" y="57911"/>
                  <a:pt x="258538" y="53673"/>
                </a:cubicBezTo>
                <a:cubicBezTo>
                  <a:pt x="255027" y="49435"/>
                  <a:pt x="250678" y="47316"/>
                  <a:pt x="245490" y="47316"/>
                </a:cubicBezTo>
                <a:cubicBezTo>
                  <a:pt x="240093" y="47316"/>
                  <a:pt x="235613" y="49396"/>
                  <a:pt x="232050" y="53555"/>
                </a:cubicBezTo>
                <a:cubicBezTo>
                  <a:pt x="228487" y="57714"/>
                  <a:pt x="226705" y="63875"/>
                  <a:pt x="226705" y="72038"/>
                </a:cubicBezTo>
                <a:close/>
                <a:moveTo>
                  <a:pt x="298727" y="72311"/>
                </a:moveTo>
                <a:cubicBezTo>
                  <a:pt x="298727" y="64975"/>
                  <a:pt x="300535" y="57875"/>
                  <a:pt x="304151" y="51010"/>
                </a:cubicBezTo>
                <a:cubicBezTo>
                  <a:pt x="307766" y="44146"/>
                  <a:pt x="312888" y="38906"/>
                  <a:pt x="319517" y="35291"/>
                </a:cubicBezTo>
                <a:cubicBezTo>
                  <a:pt x="326145" y="31675"/>
                  <a:pt x="333546" y="29867"/>
                  <a:pt x="341721" y="29867"/>
                </a:cubicBezTo>
                <a:cubicBezTo>
                  <a:pt x="354349" y="29867"/>
                  <a:pt x="364698" y="33968"/>
                  <a:pt x="372767" y="42168"/>
                </a:cubicBezTo>
                <a:cubicBezTo>
                  <a:pt x="380837" y="50369"/>
                  <a:pt x="384871" y="60730"/>
                  <a:pt x="384871" y="73254"/>
                </a:cubicBezTo>
                <a:cubicBezTo>
                  <a:pt x="384871" y="85882"/>
                  <a:pt x="380797" y="96349"/>
                  <a:pt x="372649" y="104654"/>
                </a:cubicBezTo>
                <a:cubicBezTo>
                  <a:pt x="364501" y="112959"/>
                  <a:pt x="354244" y="117112"/>
                  <a:pt x="341878" y="117112"/>
                </a:cubicBezTo>
                <a:cubicBezTo>
                  <a:pt x="334228" y="117112"/>
                  <a:pt x="326931" y="115383"/>
                  <a:pt x="319988" y="111924"/>
                </a:cubicBezTo>
                <a:cubicBezTo>
                  <a:pt x="313045" y="108466"/>
                  <a:pt x="307766" y="103396"/>
                  <a:pt x="304151" y="96716"/>
                </a:cubicBezTo>
                <a:cubicBezTo>
                  <a:pt x="300535" y="90035"/>
                  <a:pt x="298727" y="81900"/>
                  <a:pt x="298727" y="72311"/>
                </a:cubicBezTo>
                <a:moveTo>
                  <a:pt x="321364" y="73490"/>
                </a:moveTo>
                <a:cubicBezTo>
                  <a:pt x="321364" y="81742"/>
                  <a:pt x="323329" y="88063"/>
                  <a:pt x="327259" y="92452"/>
                </a:cubicBezTo>
                <a:cubicBezTo>
                  <a:pt x="331189" y="96840"/>
                  <a:pt x="336035" y="99034"/>
                  <a:pt x="341799" y="99034"/>
                </a:cubicBezTo>
                <a:cubicBezTo>
                  <a:pt x="347563" y="99034"/>
                  <a:pt x="352397" y="96840"/>
                  <a:pt x="356301" y="92452"/>
                </a:cubicBezTo>
                <a:cubicBezTo>
                  <a:pt x="360204" y="88063"/>
                  <a:pt x="362156" y="81690"/>
                  <a:pt x="362156" y="73332"/>
                </a:cubicBezTo>
                <a:cubicBezTo>
                  <a:pt x="362156" y="65184"/>
                  <a:pt x="360204" y="58916"/>
                  <a:pt x="356301" y="54528"/>
                </a:cubicBezTo>
                <a:cubicBezTo>
                  <a:pt x="352397" y="50139"/>
                  <a:pt x="347563" y="47945"/>
                  <a:pt x="341799" y="47945"/>
                </a:cubicBezTo>
                <a:cubicBezTo>
                  <a:pt x="336035" y="47945"/>
                  <a:pt x="331189" y="50139"/>
                  <a:pt x="327259" y="54528"/>
                </a:cubicBezTo>
                <a:cubicBezTo>
                  <a:pt x="323329" y="58916"/>
                  <a:pt x="321364" y="65237"/>
                  <a:pt x="321364" y="73490"/>
                </a:cubicBezTo>
                <a:close/>
                <a:moveTo>
                  <a:pt x="394408" y="91489"/>
                </a:moveTo>
                <a:lnTo>
                  <a:pt x="416572" y="88030"/>
                </a:lnTo>
                <a:cubicBezTo>
                  <a:pt x="417516" y="92301"/>
                  <a:pt x="419428" y="95543"/>
                  <a:pt x="422310" y="97757"/>
                </a:cubicBezTo>
                <a:cubicBezTo>
                  <a:pt x="425192" y="99971"/>
                  <a:pt x="429227" y="101078"/>
                  <a:pt x="434414" y="101078"/>
                </a:cubicBezTo>
                <a:cubicBezTo>
                  <a:pt x="440126" y="101078"/>
                  <a:pt x="444422" y="100031"/>
                  <a:pt x="447304" y="97939"/>
                </a:cubicBezTo>
                <a:cubicBezTo>
                  <a:pt x="449243" y="96473"/>
                  <a:pt x="450213" y="94511"/>
                  <a:pt x="450213" y="92051"/>
                </a:cubicBezTo>
                <a:cubicBezTo>
                  <a:pt x="450213" y="90376"/>
                  <a:pt x="449689" y="88989"/>
                  <a:pt x="448641" y="87890"/>
                </a:cubicBezTo>
                <a:cubicBezTo>
                  <a:pt x="447540" y="86844"/>
                  <a:pt x="445077" y="85876"/>
                  <a:pt x="441252" y="84987"/>
                </a:cubicBezTo>
                <a:cubicBezTo>
                  <a:pt x="423437" y="81064"/>
                  <a:pt x="412145" y="77479"/>
                  <a:pt x="407376" y="74234"/>
                </a:cubicBezTo>
                <a:cubicBezTo>
                  <a:pt x="400774" y="69731"/>
                  <a:pt x="397473" y="63475"/>
                  <a:pt x="397473" y="55466"/>
                </a:cubicBezTo>
                <a:cubicBezTo>
                  <a:pt x="397473" y="48241"/>
                  <a:pt x="400329" y="42169"/>
                  <a:pt x="406040" y="37248"/>
                </a:cubicBezTo>
                <a:cubicBezTo>
                  <a:pt x="411752" y="32328"/>
                  <a:pt x="420607" y="29867"/>
                  <a:pt x="432606" y="29867"/>
                </a:cubicBezTo>
                <a:cubicBezTo>
                  <a:pt x="444029" y="29867"/>
                  <a:pt x="452518" y="31721"/>
                  <a:pt x="458072" y="35428"/>
                </a:cubicBezTo>
                <a:cubicBezTo>
                  <a:pt x="463627" y="39136"/>
                  <a:pt x="467452" y="44618"/>
                  <a:pt x="469548" y="51875"/>
                </a:cubicBezTo>
                <a:lnTo>
                  <a:pt x="448719" y="55805"/>
                </a:lnTo>
                <a:cubicBezTo>
                  <a:pt x="447828" y="52556"/>
                  <a:pt x="446138" y="50067"/>
                  <a:pt x="443650" y="48338"/>
                </a:cubicBezTo>
                <a:cubicBezTo>
                  <a:pt x="441161" y="46609"/>
                  <a:pt x="437611" y="45744"/>
                  <a:pt x="432999" y="45744"/>
                </a:cubicBezTo>
                <a:cubicBezTo>
                  <a:pt x="427183" y="45744"/>
                  <a:pt x="423017" y="46556"/>
                  <a:pt x="420502" y="48178"/>
                </a:cubicBezTo>
                <a:cubicBezTo>
                  <a:pt x="418825" y="49328"/>
                  <a:pt x="417987" y="50819"/>
                  <a:pt x="417987" y="52651"/>
                </a:cubicBezTo>
                <a:cubicBezTo>
                  <a:pt x="417987" y="54220"/>
                  <a:pt x="418721" y="55554"/>
                  <a:pt x="420188" y="56652"/>
                </a:cubicBezTo>
                <a:cubicBezTo>
                  <a:pt x="422179" y="58118"/>
                  <a:pt x="429056" y="60185"/>
                  <a:pt x="440820" y="62854"/>
                </a:cubicBezTo>
                <a:cubicBezTo>
                  <a:pt x="452584" y="65523"/>
                  <a:pt x="460797" y="68797"/>
                  <a:pt x="465461" y="72677"/>
                </a:cubicBezTo>
                <a:cubicBezTo>
                  <a:pt x="470072" y="76610"/>
                  <a:pt x="472377" y="82089"/>
                  <a:pt x="472377" y="89114"/>
                </a:cubicBezTo>
                <a:cubicBezTo>
                  <a:pt x="472377" y="96769"/>
                  <a:pt x="469181" y="103349"/>
                  <a:pt x="462788" y="108854"/>
                </a:cubicBezTo>
                <a:cubicBezTo>
                  <a:pt x="456396" y="114359"/>
                  <a:pt x="446938" y="117112"/>
                  <a:pt x="434414" y="117112"/>
                </a:cubicBezTo>
                <a:cubicBezTo>
                  <a:pt x="423044" y="117112"/>
                  <a:pt x="414044" y="114814"/>
                  <a:pt x="407416" y="110217"/>
                </a:cubicBezTo>
                <a:cubicBezTo>
                  <a:pt x="400787" y="105619"/>
                  <a:pt x="396451" y="99376"/>
                  <a:pt x="394408" y="91489"/>
                </a:cubicBezTo>
                <a:close/>
                <a:moveTo>
                  <a:pt x="491688" y="20436"/>
                </a:moveTo>
                <a:lnTo>
                  <a:pt x="491688" y="0"/>
                </a:lnTo>
                <a:lnTo>
                  <a:pt x="513774" y="0"/>
                </a:lnTo>
                <a:lnTo>
                  <a:pt x="513774" y="20436"/>
                </a:lnTo>
                <a:lnTo>
                  <a:pt x="491688" y="20436"/>
                </a:lnTo>
                <a:moveTo>
                  <a:pt x="491688" y="115225"/>
                </a:moveTo>
                <a:lnTo>
                  <a:pt x="491688" y="31754"/>
                </a:lnTo>
                <a:lnTo>
                  <a:pt x="513774" y="31754"/>
                </a:lnTo>
                <a:lnTo>
                  <a:pt x="513774" y="115225"/>
                </a:lnTo>
                <a:lnTo>
                  <a:pt x="491688" y="115225"/>
                </a:lnTo>
                <a:close/>
                <a:moveTo>
                  <a:pt x="574715" y="31754"/>
                </a:moveTo>
                <a:lnTo>
                  <a:pt x="574715" y="49360"/>
                </a:lnTo>
                <a:lnTo>
                  <a:pt x="559624" y="49360"/>
                </a:lnTo>
                <a:lnTo>
                  <a:pt x="559624" y="82946"/>
                </a:lnTo>
                <a:cubicBezTo>
                  <a:pt x="559624" y="89748"/>
                  <a:pt x="559768" y="93712"/>
                  <a:pt x="560056" y="94837"/>
                </a:cubicBezTo>
                <a:cubicBezTo>
                  <a:pt x="560345" y="95960"/>
                  <a:pt x="561000" y="96888"/>
                  <a:pt x="562021" y="97622"/>
                </a:cubicBezTo>
                <a:cubicBezTo>
                  <a:pt x="563043" y="98354"/>
                  <a:pt x="564288" y="98720"/>
                  <a:pt x="565755" y="98720"/>
                </a:cubicBezTo>
                <a:cubicBezTo>
                  <a:pt x="567798" y="98720"/>
                  <a:pt x="570759" y="98012"/>
                  <a:pt x="574636" y="96598"/>
                </a:cubicBezTo>
                <a:lnTo>
                  <a:pt x="576523" y="113796"/>
                </a:lnTo>
                <a:cubicBezTo>
                  <a:pt x="571388" y="116007"/>
                  <a:pt x="565571" y="117112"/>
                  <a:pt x="559074" y="117112"/>
                </a:cubicBezTo>
                <a:cubicBezTo>
                  <a:pt x="555092" y="117112"/>
                  <a:pt x="551502" y="116444"/>
                  <a:pt x="548306" y="115108"/>
                </a:cubicBezTo>
                <a:cubicBezTo>
                  <a:pt x="545110" y="113771"/>
                  <a:pt x="542765" y="112042"/>
                  <a:pt x="541271" y="109920"/>
                </a:cubicBezTo>
                <a:cubicBezTo>
                  <a:pt x="539778" y="107798"/>
                  <a:pt x="538743" y="104929"/>
                  <a:pt x="538167" y="101314"/>
                </a:cubicBezTo>
                <a:cubicBezTo>
                  <a:pt x="537695" y="98746"/>
                  <a:pt x="537459" y="93558"/>
                  <a:pt x="537459" y="85751"/>
                </a:cubicBezTo>
                <a:lnTo>
                  <a:pt x="537459" y="49360"/>
                </a:lnTo>
                <a:lnTo>
                  <a:pt x="527320" y="49360"/>
                </a:lnTo>
                <a:lnTo>
                  <a:pt x="527320" y="31754"/>
                </a:lnTo>
                <a:lnTo>
                  <a:pt x="537459" y="31754"/>
                </a:lnTo>
                <a:lnTo>
                  <a:pt x="537459" y="15091"/>
                </a:lnTo>
                <a:lnTo>
                  <a:pt x="559624" y="2044"/>
                </a:lnTo>
                <a:lnTo>
                  <a:pt x="559624" y="31754"/>
                </a:lnTo>
                <a:lnTo>
                  <a:pt x="574715" y="31754"/>
                </a:lnTo>
                <a:close/>
                <a:moveTo>
                  <a:pt x="584931" y="72311"/>
                </a:moveTo>
                <a:cubicBezTo>
                  <a:pt x="584931" y="64975"/>
                  <a:pt x="586739" y="57875"/>
                  <a:pt x="590354" y="51010"/>
                </a:cubicBezTo>
                <a:cubicBezTo>
                  <a:pt x="593970" y="44146"/>
                  <a:pt x="599092" y="38906"/>
                  <a:pt x="605720" y="35291"/>
                </a:cubicBezTo>
                <a:cubicBezTo>
                  <a:pt x="612349" y="31675"/>
                  <a:pt x="619750" y="29867"/>
                  <a:pt x="627924" y="29867"/>
                </a:cubicBezTo>
                <a:cubicBezTo>
                  <a:pt x="640553" y="29867"/>
                  <a:pt x="650901" y="33968"/>
                  <a:pt x="658971" y="42168"/>
                </a:cubicBezTo>
                <a:cubicBezTo>
                  <a:pt x="667040" y="50369"/>
                  <a:pt x="671075" y="60730"/>
                  <a:pt x="671075" y="73254"/>
                </a:cubicBezTo>
                <a:cubicBezTo>
                  <a:pt x="671075" y="85882"/>
                  <a:pt x="667001" y="96349"/>
                  <a:pt x="658853" y="104654"/>
                </a:cubicBezTo>
                <a:cubicBezTo>
                  <a:pt x="650705" y="112959"/>
                  <a:pt x="640448" y="117112"/>
                  <a:pt x="628082" y="117112"/>
                </a:cubicBezTo>
                <a:cubicBezTo>
                  <a:pt x="620431" y="117112"/>
                  <a:pt x="613135" y="115383"/>
                  <a:pt x="606192" y="111924"/>
                </a:cubicBezTo>
                <a:cubicBezTo>
                  <a:pt x="599249" y="108466"/>
                  <a:pt x="593970" y="103396"/>
                  <a:pt x="590354" y="96716"/>
                </a:cubicBezTo>
                <a:cubicBezTo>
                  <a:pt x="586739" y="90035"/>
                  <a:pt x="584931" y="81900"/>
                  <a:pt x="584931" y="72311"/>
                </a:cubicBezTo>
                <a:moveTo>
                  <a:pt x="607567" y="73490"/>
                </a:moveTo>
                <a:cubicBezTo>
                  <a:pt x="607567" y="81742"/>
                  <a:pt x="609532" y="88063"/>
                  <a:pt x="613462" y="92452"/>
                </a:cubicBezTo>
                <a:cubicBezTo>
                  <a:pt x="617392" y="96840"/>
                  <a:pt x="622239" y="99034"/>
                  <a:pt x="628003" y="99034"/>
                </a:cubicBezTo>
                <a:cubicBezTo>
                  <a:pt x="633767" y="99034"/>
                  <a:pt x="638601" y="96840"/>
                  <a:pt x="642505" y="92452"/>
                </a:cubicBezTo>
                <a:cubicBezTo>
                  <a:pt x="646408" y="88063"/>
                  <a:pt x="648360" y="81690"/>
                  <a:pt x="648360" y="73332"/>
                </a:cubicBezTo>
                <a:cubicBezTo>
                  <a:pt x="648360" y="65184"/>
                  <a:pt x="646408" y="58916"/>
                  <a:pt x="642505" y="54528"/>
                </a:cubicBezTo>
                <a:cubicBezTo>
                  <a:pt x="638601" y="50139"/>
                  <a:pt x="633767" y="47945"/>
                  <a:pt x="628003" y="47945"/>
                </a:cubicBezTo>
                <a:cubicBezTo>
                  <a:pt x="622239" y="47945"/>
                  <a:pt x="617392" y="50139"/>
                  <a:pt x="613462" y="54528"/>
                </a:cubicBezTo>
                <a:cubicBezTo>
                  <a:pt x="609532" y="58916"/>
                  <a:pt x="607567" y="65237"/>
                  <a:pt x="607567" y="73490"/>
                </a:cubicBezTo>
                <a:close/>
                <a:moveTo>
                  <a:pt x="709535" y="115225"/>
                </a:moveTo>
                <a:lnTo>
                  <a:pt x="687449" y="115225"/>
                </a:lnTo>
                <a:lnTo>
                  <a:pt x="687449" y="31754"/>
                </a:lnTo>
                <a:lnTo>
                  <a:pt x="707963" y="31754"/>
                </a:lnTo>
                <a:lnTo>
                  <a:pt x="707963" y="43622"/>
                </a:lnTo>
                <a:cubicBezTo>
                  <a:pt x="711474" y="38015"/>
                  <a:pt x="714631" y="34321"/>
                  <a:pt x="717434" y="32540"/>
                </a:cubicBezTo>
                <a:cubicBezTo>
                  <a:pt x="720238" y="30758"/>
                  <a:pt x="723421" y="29867"/>
                  <a:pt x="726984" y="29867"/>
                </a:cubicBezTo>
                <a:cubicBezTo>
                  <a:pt x="732014" y="29867"/>
                  <a:pt x="736861" y="31256"/>
                  <a:pt x="741525" y="34033"/>
                </a:cubicBezTo>
                <a:lnTo>
                  <a:pt x="734687" y="53290"/>
                </a:lnTo>
                <a:cubicBezTo>
                  <a:pt x="730966" y="50879"/>
                  <a:pt x="727508" y="49674"/>
                  <a:pt x="724312" y="49674"/>
                </a:cubicBezTo>
                <a:cubicBezTo>
                  <a:pt x="721220" y="49674"/>
                  <a:pt x="718600" y="50526"/>
                  <a:pt x="716452" y="52229"/>
                </a:cubicBezTo>
                <a:cubicBezTo>
                  <a:pt x="714303" y="53932"/>
                  <a:pt x="712613" y="57010"/>
                  <a:pt x="711382" y="61464"/>
                </a:cubicBezTo>
                <a:cubicBezTo>
                  <a:pt x="710151" y="65918"/>
                  <a:pt x="709535" y="75245"/>
                  <a:pt x="709535" y="89445"/>
                </a:cubicBezTo>
                <a:lnTo>
                  <a:pt x="709535" y="115225"/>
                </a:lnTo>
                <a:close/>
                <a:moveTo>
                  <a:pt x="751010" y="20436"/>
                </a:moveTo>
                <a:lnTo>
                  <a:pt x="751010" y="0"/>
                </a:lnTo>
                <a:lnTo>
                  <a:pt x="773096" y="0"/>
                </a:lnTo>
                <a:lnTo>
                  <a:pt x="773096" y="20436"/>
                </a:lnTo>
                <a:lnTo>
                  <a:pt x="751010" y="20436"/>
                </a:lnTo>
                <a:moveTo>
                  <a:pt x="751010" y="115225"/>
                </a:moveTo>
                <a:lnTo>
                  <a:pt x="751010" y="31754"/>
                </a:lnTo>
                <a:lnTo>
                  <a:pt x="773096" y="31754"/>
                </a:lnTo>
                <a:lnTo>
                  <a:pt x="773096" y="115225"/>
                </a:lnTo>
                <a:lnTo>
                  <a:pt x="751010" y="115225"/>
                </a:lnTo>
                <a:close/>
                <a:moveTo>
                  <a:pt x="844098" y="88659"/>
                </a:moveTo>
                <a:lnTo>
                  <a:pt x="866105" y="92432"/>
                </a:lnTo>
                <a:cubicBezTo>
                  <a:pt x="863276" y="100475"/>
                  <a:pt x="858809" y="106599"/>
                  <a:pt x="852704" y="110804"/>
                </a:cubicBezTo>
                <a:cubicBezTo>
                  <a:pt x="846600" y="115009"/>
                  <a:pt x="838962" y="117112"/>
                  <a:pt x="829793" y="117112"/>
                </a:cubicBezTo>
                <a:cubicBezTo>
                  <a:pt x="815278" y="117112"/>
                  <a:pt x="804536" y="112370"/>
                  <a:pt x="797567" y="102886"/>
                </a:cubicBezTo>
                <a:cubicBezTo>
                  <a:pt x="792065" y="95288"/>
                  <a:pt x="789314" y="85699"/>
                  <a:pt x="789314" y="74118"/>
                </a:cubicBezTo>
                <a:cubicBezTo>
                  <a:pt x="789314" y="60285"/>
                  <a:pt x="792930" y="49452"/>
                  <a:pt x="800161" y="41618"/>
                </a:cubicBezTo>
                <a:cubicBezTo>
                  <a:pt x="807392" y="33784"/>
                  <a:pt x="816536" y="29867"/>
                  <a:pt x="827592" y="29867"/>
                </a:cubicBezTo>
                <a:cubicBezTo>
                  <a:pt x="840010" y="29867"/>
                  <a:pt x="849809" y="33968"/>
                  <a:pt x="856988" y="42168"/>
                </a:cubicBezTo>
                <a:cubicBezTo>
                  <a:pt x="864166" y="50369"/>
                  <a:pt x="867598" y="62931"/>
                  <a:pt x="867284" y="79856"/>
                </a:cubicBezTo>
                <a:lnTo>
                  <a:pt x="811951" y="79856"/>
                </a:lnTo>
                <a:cubicBezTo>
                  <a:pt x="812108" y="86406"/>
                  <a:pt x="813889" y="91502"/>
                  <a:pt x="817295" y="95144"/>
                </a:cubicBezTo>
                <a:cubicBezTo>
                  <a:pt x="820701" y="98785"/>
                  <a:pt x="824946" y="100606"/>
                  <a:pt x="830028" y="100606"/>
                </a:cubicBezTo>
                <a:cubicBezTo>
                  <a:pt x="833487" y="100606"/>
                  <a:pt x="836395" y="99663"/>
                  <a:pt x="838753" y="97777"/>
                </a:cubicBezTo>
                <a:cubicBezTo>
                  <a:pt x="841111" y="95890"/>
                  <a:pt x="842892" y="92851"/>
                  <a:pt x="844098" y="88659"/>
                </a:cubicBezTo>
                <a:moveTo>
                  <a:pt x="845355" y="66337"/>
                </a:moveTo>
                <a:cubicBezTo>
                  <a:pt x="845198" y="59971"/>
                  <a:pt x="843547" y="55130"/>
                  <a:pt x="840403" y="51816"/>
                </a:cubicBezTo>
                <a:cubicBezTo>
                  <a:pt x="837259" y="48502"/>
                  <a:pt x="833434" y="46845"/>
                  <a:pt x="828928" y="46845"/>
                </a:cubicBezTo>
                <a:cubicBezTo>
                  <a:pt x="824107" y="46845"/>
                  <a:pt x="820125" y="48593"/>
                  <a:pt x="816981" y="52089"/>
                </a:cubicBezTo>
                <a:cubicBezTo>
                  <a:pt x="813837" y="55586"/>
                  <a:pt x="812291" y="60336"/>
                  <a:pt x="812344" y="66337"/>
                </a:cubicBezTo>
                <a:lnTo>
                  <a:pt x="845355" y="66337"/>
                </a:lnTo>
                <a:close/>
                <a:moveTo>
                  <a:pt x="877477" y="91489"/>
                </a:moveTo>
                <a:lnTo>
                  <a:pt x="899642" y="88030"/>
                </a:lnTo>
                <a:cubicBezTo>
                  <a:pt x="900585" y="92301"/>
                  <a:pt x="902498" y="95543"/>
                  <a:pt x="905380" y="97757"/>
                </a:cubicBezTo>
                <a:cubicBezTo>
                  <a:pt x="908262" y="99971"/>
                  <a:pt x="912296" y="101078"/>
                  <a:pt x="917484" y="101078"/>
                </a:cubicBezTo>
                <a:cubicBezTo>
                  <a:pt x="923195" y="101078"/>
                  <a:pt x="927492" y="100031"/>
                  <a:pt x="930374" y="97939"/>
                </a:cubicBezTo>
                <a:cubicBezTo>
                  <a:pt x="932313" y="96473"/>
                  <a:pt x="933282" y="94511"/>
                  <a:pt x="933282" y="92051"/>
                </a:cubicBezTo>
                <a:cubicBezTo>
                  <a:pt x="933282" y="90376"/>
                  <a:pt x="932758" y="88989"/>
                  <a:pt x="931710" y="87890"/>
                </a:cubicBezTo>
                <a:cubicBezTo>
                  <a:pt x="930610" y="86844"/>
                  <a:pt x="928147" y="85876"/>
                  <a:pt x="924322" y="84987"/>
                </a:cubicBezTo>
                <a:cubicBezTo>
                  <a:pt x="906506" y="81064"/>
                  <a:pt x="895214" y="77479"/>
                  <a:pt x="890446" y="74234"/>
                </a:cubicBezTo>
                <a:cubicBezTo>
                  <a:pt x="883844" y="69731"/>
                  <a:pt x="880543" y="63475"/>
                  <a:pt x="880543" y="55466"/>
                </a:cubicBezTo>
                <a:cubicBezTo>
                  <a:pt x="880543" y="48241"/>
                  <a:pt x="883398" y="42169"/>
                  <a:pt x="889110" y="37248"/>
                </a:cubicBezTo>
                <a:cubicBezTo>
                  <a:pt x="894821" y="32328"/>
                  <a:pt x="903677" y="29867"/>
                  <a:pt x="915676" y="29867"/>
                </a:cubicBezTo>
                <a:cubicBezTo>
                  <a:pt x="927099" y="29867"/>
                  <a:pt x="935588" y="31721"/>
                  <a:pt x="941142" y="35428"/>
                </a:cubicBezTo>
                <a:cubicBezTo>
                  <a:pt x="946696" y="39136"/>
                  <a:pt x="950522" y="44618"/>
                  <a:pt x="952618" y="51875"/>
                </a:cubicBezTo>
                <a:lnTo>
                  <a:pt x="931789" y="55805"/>
                </a:lnTo>
                <a:cubicBezTo>
                  <a:pt x="930898" y="52556"/>
                  <a:pt x="929208" y="50067"/>
                  <a:pt x="926719" y="48338"/>
                </a:cubicBezTo>
                <a:cubicBezTo>
                  <a:pt x="924230" y="46609"/>
                  <a:pt x="920680" y="45744"/>
                  <a:pt x="916069" y="45744"/>
                </a:cubicBezTo>
                <a:cubicBezTo>
                  <a:pt x="910253" y="45744"/>
                  <a:pt x="906087" y="46556"/>
                  <a:pt x="903572" y="48178"/>
                </a:cubicBezTo>
                <a:cubicBezTo>
                  <a:pt x="901895" y="49328"/>
                  <a:pt x="901057" y="50819"/>
                  <a:pt x="901057" y="52651"/>
                </a:cubicBezTo>
                <a:cubicBezTo>
                  <a:pt x="901057" y="54220"/>
                  <a:pt x="901790" y="55554"/>
                  <a:pt x="903258" y="56652"/>
                </a:cubicBezTo>
                <a:cubicBezTo>
                  <a:pt x="905249" y="58118"/>
                  <a:pt x="912126" y="60185"/>
                  <a:pt x="923890" y="62854"/>
                </a:cubicBezTo>
                <a:cubicBezTo>
                  <a:pt x="935653" y="65523"/>
                  <a:pt x="943867" y="68797"/>
                  <a:pt x="948530" y="72677"/>
                </a:cubicBezTo>
                <a:cubicBezTo>
                  <a:pt x="953142" y="76610"/>
                  <a:pt x="955447" y="82089"/>
                  <a:pt x="955447" y="89114"/>
                </a:cubicBezTo>
                <a:cubicBezTo>
                  <a:pt x="955447" y="96769"/>
                  <a:pt x="952251" y="103349"/>
                  <a:pt x="945858" y="108854"/>
                </a:cubicBezTo>
                <a:cubicBezTo>
                  <a:pt x="939465" y="114359"/>
                  <a:pt x="930007" y="117112"/>
                  <a:pt x="917484" y="117112"/>
                </a:cubicBezTo>
                <a:cubicBezTo>
                  <a:pt x="906113" y="117112"/>
                  <a:pt x="897114" y="114814"/>
                  <a:pt x="890485" y="110217"/>
                </a:cubicBezTo>
                <a:cubicBezTo>
                  <a:pt x="883857" y="105619"/>
                  <a:pt x="879521" y="99376"/>
                  <a:pt x="877477" y="9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Artifacts">
            <a:extLst xmlns:a="http://schemas.openxmlformats.org/drawingml/2006/main">
              <a:ext uri="{FF2B5EF4-FFF2-40B4-BE49-F238E27FC236}">
                <a16:creationId xmlns:a16="http://schemas.microsoft.com/office/drawing/2014/main" id="{80EB2C02-B06A-48B8-B715-4CAE0559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067" y="1247121"/>
            <a:ext cx="645135" cy="119155"/>
          </a:xfrm>
          <a:custGeom xmlns:a="http://schemas.openxmlformats.org/drawingml/2006/main">
            <a:pathLst>
              <a:path w="645135" h="119155">
                <a:moveTo>
                  <a:pt x="115618" y="117269"/>
                </a:moveTo>
                <a:lnTo>
                  <a:pt x="90310" y="117269"/>
                </a:lnTo>
                <a:lnTo>
                  <a:pt x="80249" y="91017"/>
                </a:lnTo>
                <a:lnTo>
                  <a:pt x="34190" y="91017"/>
                </a:lnTo>
                <a:lnTo>
                  <a:pt x="24680" y="117269"/>
                </a:lnTo>
                <a:lnTo>
                  <a:pt x="0" y="117269"/>
                </a:lnTo>
                <a:lnTo>
                  <a:pt x="44880" y="2044"/>
                </a:lnTo>
                <a:lnTo>
                  <a:pt x="69481" y="2044"/>
                </a:lnTo>
                <a:lnTo>
                  <a:pt x="115618" y="117269"/>
                </a:lnTo>
                <a:moveTo>
                  <a:pt x="72782" y="71525"/>
                </a:moveTo>
                <a:lnTo>
                  <a:pt x="56905" y="28924"/>
                </a:lnTo>
                <a:lnTo>
                  <a:pt x="41343" y="71525"/>
                </a:lnTo>
                <a:lnTo>
                  <a:pt x="72782" y="71525"/>
                </a:lnTo>
                <a:close/>
                <a:moveTo>
                  <a:pt x="148917" y="117269"/>
                </a:moveTo>
                <a:lnTo>
                  <a:pt x="126831" y="117269"/>
                </a:lnTo>
                <a:lnTo>
                  <a:pt x="126831" y="33797"/>
                </a:lnTo>
                <a:lnTo>
                  <a:pt x="147345" y="33797"/>
                </a:lnTo>
                <a:lnTo>
                  <a:pt x="147345" y="45666"/>
                </a:lnTo>
                <a:cubicBezTo>
                  <a:pt x="150856" y="40059"/>
                  <a:pt x="154013" y="36365"/>
                  <a:pt x="156816" y="34583"/>
                </a:cubicBezTo>
                <a:cubicBezTo>
                  <a:pt x="159620" y="32802"/>
                  <a:pt x="162803" y="31911"/>
                  <a:pt x="166366" y="31911"/>
                </a:cubicBezTo>
                <a:cubicBezTo>
                  <a:pt x="171396" y="31911"/>
                  <a:pt x="176243" y="33300"/>
                  <a:pt x="180907" y="36077"/>
                </a:cubicBezTo>
                <a:lnTo>
                  <a:pt x="174069" y="55333"/>
                </a:lnTo>
                <a:cubicBezTo>
                  <a:pt x="170348" y="52923"/>
                  <a:pt x="166890" y="51718"/>
                  <a:pt x="163694" y="51718"/>
                </a:cubicBezTo>
                <a:cubicBezTo>
                  <a:pt x="160602" y="51718"/>
                  <a:pt x="157982" y="52569"/>
                  <a:pt x="155834" y="54272"/>
                </a:cubicBezTo>
                <a:cubicBezTo>
                  <a:pt x="153686" y="55975"/>
                  <a:pt x="151996" y="59054"/>
                  <a:pt x="150764" y="63508"/>
                </a:cubicBezTo>
                <a:cubicBezTo>
                  <a:pt x="149533" y="67962"/>
                  <a:pt x="148917" y="77289"/>
                  <a:pt x="148917" y="91489"/>
                </a:cubicBezTo>
                <a:lnTo>
                  <a:pt x="148917" y="117269"/>
                </a:lnTo>
                <a:close/>
                <a:moveTo>
                  <a:pt x="228669" y="33797"/>
                </a:moveTo>
                <a:lnTo>
                  <a:pt x="228669" y="51403"/>
                </a:lnTo>
                <a:lnTo>
                  <a:pt x="213578" y="51403"/>
                </a:lnTo>
                <a:lnTo>
                  <a:pt x="213578" y="84990"/>
                </a:lnTo>
                <a:cubicBezTo>
                  <a:pt x="213578" y="91792"/>
                  <a:pt x="213722" y="95755"/>
                  <a:pt x="214010" y="96880"/>
                </a:cubicBezTo>
                <a:cubicBezTo>
                  <a:pt x="214299" y="98003"/>
                  <a:pt x="214954" y="98932"/>
                  <a:pt x="215975" y="99665"/>
                </a:cubicBezTo>
                <a:cubicBezTo>
                  <a:pt x="216997" y="100397"/>
                  <a:pt x="218242" y="100763"/>
                  <a:pt x="219709" y="100763"/>
                </a:cubicBezTo>
                <a:cubicBezTo>
                  <a:pt x="221752" y="100763"/>
                  <a:pt x="224713" y="100056"/>
                  <a:pt x="228590" y="98641"/>
                </a:cubicBezTo>
                <a:lnTo>
                  <a:pt x="230477" y="115840"/>
                </a:lnTo>
                <a:cubicBezTo>
                  <a:pt x="225342" y="118050"/>
                  <a:pt x="219525" y="119155"/>
                  <a:pt x="213028" y="119155"/>
                </a:cubicBezTo>
                <a:cubicBezTo>
                  <a:pt x="209046" y="119155"/>
                  <a:pt x="205456" y="118487"/>
                  <a:pt x="202260" y="117151"/>
                </a:cubicBezTo>
                <a:cubicBezTo>
                  <a:pt x="199064" y="115815"/>
                  <a:pt x="196719" y="114086"/>
                  <a:pt x="195225" y="111964"/>
                </a:cubicBezTo>
                <a:cubicBezTo>
                  <a:pt x="193732" y="109841"/>
                  <a:pt x="192697" y="106973"/>
                  <a:pt x="192121" y="103357"/>
                </a:cubicBezTo>
                <a:cubicBezTo>
                  <a:pt x="191649" y="100790"/>
                  <a:pt x="191413" y="95602"/>
                  <a:pt x="191413" y="87795"/>
                </a:cubicBezTo>
                <a:lnTo>
                  <a:pt x="191413" y="51403"/>
                </a:lnTo>
                <a:lnTo>
                  <a:pt x="181274" y="51403"/>
                </a:lnTo>
                <a:lnTo>
                  <a:pt x="181274" y="33797"/>
                </a:lnTo>
                <a:lnTo>
                  <a:pt x="191413" y="33797"/>
                </a:lnTo>
                <a:lnTo>
                  <a:pt x="191413" y="17134"/>
                </a:lnTo>
                <a:lnTo>
                  <a:pt x="213578" y="4087"/>
                </a:lnTo>
                <a:lnTo>
                  <a:pt x="213578" y="33797"/>
                </a:lnTo>
                <a:lnTo>
                  <a:pt x="228669" y="33797"/>
                </a:lnTo>
                <a:close/>
                <a:moveTo>
                  <a:pt x="243994" y="22479"/>
                </a:moveTo>
                <a:lnTo>
                  <a:pt x="243994" y="2044"/>
                </a:lnTo>
                <a:lnTo>
                  <a:pt x="266080" y="2044"/>
                </a:lnTo>
                <a:lnTo>
                  <a:pt x="266080" y="22479"/>
                </a:lnTo>
                <a:lnTo>
                  <a:pt x="243994" y="22479"/>
                </a:lnTo>
                <a:moveTo>
                  <a:pt x="243994" y="117269"/>
                </a:moveTo>
                <a:lnTo>
                  <a:pt x="243994" y="33797"/>
                </a:lnTo>
                <a:lnTo>
                  <a:pt x="266080" y="33797"/>
                </a:lnTo>
                <a:lnTo>
                  <a:pt x="266080" y="117269"/>
                </a:lnTo>
                <a:lnTo>
                  <a:pt x="243994" y="117269"/>
                </a:lnTo>
                <a:close/>
                <a:moveTo>
                  <a:pt x="279076" y="33797"/>
                </a:moveTo>
                <a:lnTo>
                  <a:pt x="291337" y="33797"/>
                </a:lnTo>
                <a:lnTo>
                  <a:pt x="291337" y="27495"/>
                </a:lnTo>
                <a:cubicBezTo>
                  <a:pt x="291337" y="20457"/>
                  <a:pt x="292084" y="15205"/>
                  <a:pt x="293577" y="11738"/>
                </a:cubicBezTo>
                <a:cubicBezTo>
                  <a:pt x="295071" y="8272"/>
                  <a:pt x="297822" y="5449"/>
                  <a:pt x="301830" y="3269"/>
                </a:cubicBezTo>
                <a:cubicBezTo>
                  <a:pt x="305839" y="1090"/>
                  <a:pt x="310908" y="0"/>
                  <a:pt x="317039" y="0"/>
                </a:cubicBezTo>
                <a:cubicBezTo>
                  <a:pt x="323327" y="0"/>
                  <a:pt x="329484" y="943"/>
                  <a:pt x="335510" y="2830"/>
                </a:cubicBezTo>
                <a:lnTo>
                  <a:pt x="332523" y="18235"/>
                </a:lnTo>
                <a:cubicBezTo>
                  <a:pt x="329012" y="17396"/>
                  <a:pt x="325632" y="16977"/>
                  <a:pt x="322384" y="16977"/>
                </a:cubicBezTo>
                <a:cubicBezTo>
                  <a:pt x="319187" y="16977"/>
                  <a:pt x="316895" y="17728"/>
                  <a:pt x="315506" y="19230"/>
                </a:cubicBezTo>
                <a:cubicBezTo>
                  <a:pt x="314118" y="20730"/>
                  <a:pt x="313423" y="23611"/>
                  <a:pt x="313423" y="27875"/>
                </a:cubicBezTo>
                <a:lnTo>
                  <a:pt x="313423" y="33797"/>
                </a:lnTo>
                <a:lnTo>
                  <a:pt x="329929" y="33797"/>
                </a:lnTo>
                <a:lnTo>
                  <a:pt x="329929" y="51246"/>
                </a:lnTo>
                <a:lnTo>
                  <a:pt x="313423" y="51246"/>
                </a:lnTo>
                <a:lnTo>
                  <a:pt x="313423" y="117269"/>
                </a:lnTo>
                <a:lnTo>
                  <a:pt x="291337" y="117269"/>
                </a:lnTo>
                <a:lnTo>
                  <a:pt x="291337" y="51246"/>
                </a:lnTo>
                <a:lnTo>
                  <a:pt x="279076" y="51246"/>
                </a:lnTo>
                <a:lnTo>
                  <a:pt x="279076" y="33797"/>
                </a:lnTo>
                <a:close/>
                <a:moveTo>
                  <a:pt x="358852" y="59578"/>
                </a:moveTo>
                <a:lnTo>
                  <a:pt x="338809" y="55962"/>
                </a:lnTo>
                <a:cubicBezTo>
                  <a:pt x="341062" y="47786"/>
                  <a:pt x="344940" y="41734"/>
                  <a:pt x="350442" y="37806"/>
                </a:cubicBezTo>
                <a:cubicBezTo>
                  <a:pt x="355944" y="33876"/>
                  <a:pt x="364118" y="31911"/>
                  <a:pt x="374965" y="31911"/>
                </a:cubicBezTo>
                <a:cubicBezTo>
                  <a:pt x="384816" y="31911"/>
                  <a:pt x="392151" y="33077"/>
                  <a:pt x="396972" y="35409"/>
                </a:cubicBezTo>
                <a:cubicBezTo>
                  <a:pt x="401793" y="37740"/>
                  <a:pt x="405186" y="40701"/>
                  <a:pt x="407151" y="44290"/>
                </a:cubicBezTo>
                <a:cubicBezTo>
                  <a:pt x="409116" y="47880"/>
                  <a:pt x="410098" y="54469"/>
                  <a:pt x="410098" y="64058"/>
                </a:cubicBezTo>
                <a:lnTo>
                  <a:pt x="409862" y="89838"/>
                </a:lnTo>
                <a:cubicBezTo>
                  <a:pt x="409862" y="97174"/>
                  <a:pt x="410216" y="102584"/>
                  <a:pt x="410923" y="106069"/>
                </a:cubicBezTo>
                <a:cubicBezTo>
                  <a:pt x="411631" y="109553"/>
                  <a:pt x="412954" y="113287"/>
                  <a:pt x="414893" y="117269"/>
                </a:cubicBezTo>
                <a:lnTo>
                  <a:pt x="393042" y="117269"/>
                </a:lnTo>
                <a:cubicBezTo>
                  <a:pt x="392466" y="115802"/>
                  <a:pt x="391758" y="113627"/>
                  <a:pt x="390920" y="110745"/>
                </a:cubicBezTo>
                <a:cubicBezTo>
                  <a:pt x="390553" y="109435"/>
                  <a:pt x="390291" y="108571"/>
                  <a:pt x="390134" y="108152"/>
                </a:cubicBezTo>
                <a:cubicBezTo>
                  <a:pt x="386361" y="111820"/>
                  <a:pt x="382327" y="114570"/>
                  <a:pt x="378030" y="116404"/>
                </a:cubicBezTo>
                <a:cubicBezTo>
                  <a:pt x="373733" y="118238"/>
                  <a:pt x="369148" y="119155"/>
                  <a:pt x="364275" y="119155"/>
                </a:cubicBezTo>
                <a:cubicBezTo>
                  <a:pt x="355682" y="119155"/>
                  <a:pt x="348909" y="116833"/>
                  <a:pt x="343957" y="112190"/>
                </a:cubicBezTo>
                <a:cubicBezTo>
                  <a:pt x="339006" y="107546"/>
                  <a:pt x="336530" y="101675"/>
                  <a:pt x="336530" y="94579"/>
                </a:cubicBezTo>
                <a:cubicBezTo>
                  <a:pt x="336530" y="89882"/>
                  <a:pt x="337656" y="85695"/>
                  <a:pt x="339910" y="82018"/>
                </a:cubicBezTo>
                <a:cubicBezTo>
                  <a:pt x="342163" y="78338"/>
                  <a:pt x="345320" y="75520"/>
                  <a:pt x="349381" y="73563"/>
                </a:cubicBezTo>
                <a:cubicBezTo>
                  <a:pt x="353442" y="71607"/>
                  <a:pt x="359297" y="69898"/>
                  <a:pt x="366948" y="68437"/>
                </a:cubicBezTo>
                <a:cubicBezTo>
                  <a:pt x="377270" y="66507"/>
                  <a:pt x="384423" y="64706"/>
                  <a:pt x="388405" y="63036"/>
                </a:cubicBezTo>
                <a:lnTo>
                  <a:pt x="388405" y="60811"/>
                </a:lnTo>
                <a:cubicBezTo>
                  <a:pt x="388405" y="56519"/>
                  <a:pt x="387357" y="53459"/>
                  <a:pt x="385261" y="51632"/>
                </a:cubicBezTo>
                <a:cubicBezTo>
                  <a:pt x="383165" y="49803"/>
                  <a:pt x="379209" y="48888"/>
                  <a:pt x="373393" y="48888"/>
                </a:cubicBezTo>
                <a:cubicBezTo>
                  <a:pt x="369463" y="48888"/>
                  <a:pt x="366397" y="49679"/>
                  <a:pt x="364197" y="51261"/>
                </a:cubicBezTo>
                <a:cubicBezTo>
                  <a:pt x="361996" y="52841"/>
                  <a:pt x="360214" y="55613"/>
                  <a:pt x="358852" y="59578"/>
                </a:cubicBezTo>
                <a:moveTo>
                  <a:pt x="388405" y="77498"/>
                </a:moveTo>
                <a:cubicBezTo>
                  <a:pt x="385575" y="78430"/>
                  <a:pt x="381095" y="79543"/>
                  <a:pt x="374965" y="80839"/>
                </a:cubicBezTo>
                <a:cubicBezTo>
                  <a:pt x="368834" y="82132"/>
                  <a:pt x="364825" y="83400"/>
                  <a:pt x="362939" y="84643"/>
                </a:cubicBezTo>
                <a:cubicBezTo>
                  <a:pt x="360057" y="86662"/>
                  <a:pt x="358616" y="89225"/>
                  <a:pt x="358616" y="92331"/>
                </a:cubicBezTo>
                <a:cubicBezTo>
                  <a:pt x="358616" y="95387"/>
                  <a:pt x="359769" y="98028"/>
                  <a:pt x="362074" y="100255"/>
                </a:cubicBezTo>
                <a:cubicBezTo>
                  <a:pt x="364380" y="102480"/>
                  <a:pt x="367314" y="103593"/>
                  <a:pt x="370877" y="103593"/>
                </a:cubicBezTo>
                <a:cubicBezTo>
                  <a:pt x="374860" y="103593"/>
                  <a:pt x="378659" y="102298"/>
                  <a:pt x="382274" y="99710"/>
                </a:cubicBezTo>
                <a:cubicBezTo>
                  <a:pt x="384947" y="97743"/>
                  <a:pt x="386702" y="95335"/>
                  <a:pt x="387540" y="92486"/>
                </a:cubicBezTo>
                <a:cubicBezTo>
                  <a:pt x="388117" y="90622"/>
                  <a:pt x="388405" y="87077"/>
                  <a:pt x="388405" y="81848"/>
                </a:cubicBezTo>
                <a:lnTo>
                  <a:pt x="388405" y="77498"/>
                </a:lnTo>
                <a:close/>
                <a:moveTo>
                  <a:pt x="504628" y="58477"/>
                </a:moveTo>
                <a:lnTo>
                  <a:pt x="482856" y="62407"/>
                </a:lnTo>
                <a:cubicBezTo>
                  <a:pt x="482122" y="58084"/>
                  <a:pt x="480459" y="54829"/>
                  <a:pt x="477865" y="52641"/>
                </a:cubicBezTo>
                <a:cubicBezTo>
                  <a:pt x="475271" y="50454"/>
                  <a:pt x="471904" y="49360"/>
                  <a:pt x="467765" y="49360"/>
                </a:cubicBezTo>
                <a:cubicBezTo>
                  <a:pt x="462263" y="49360"/>
                  <a:pt x="457875" y="51254"/>
                  <a:pt x="454600" y="55041"/>
                </a:cubicBezTo>
                <a:cubicBezTo>
                  <a:pt x="451325" y="58829"/>
                  <a:pt x="449687" y="65162"/>
                  <a:pt x="449687" y="74042"/>
                </a:cubicBezTo>
                <a:cubicBezTo>
                  <a:pt x="449687" y="83916"/>
                  <a:pt x="451351" y="90891"/>
                  <a:pt x="454678" y="94967"/>
                </a:cubicBezTo>
                <a:cubicBezTo>
                  <a:pt x="458006" y="99041"/>
                  <a:pt x="462473" y="101078"/>
                  <a:pt x="468079" y="101078"/>
                </a:cubicBezTo>
                <a:cubicBezTo>
                  <a:pt x="472271" y="101078"/>
                  <a:pt x="475703" y="99886"/>
                  <a:pt x="478376" y="97501"/>
                </a:cubicBezTo>
                <a:cubicBezTo>
                  <a:pt x="481048" y="95117"/>
                  <a:pt x="482934" y="91017"/>
                  <a:pt x="484035" y="85201"/>
                </a:cubicBezTo>
                <a:lnTo>
                  <a:pt x="505728" y="88974"/>
                </a:lnTo>
                <a:cubicBezTo>
                  <a:pt x="503475" y="98929"/>
                  <a:pt x="499152" y="106449"/>
                  <a:pt x="492759" y="111531"/>
                </a:cubicBezTo>
                <a:cubicBezTo>
                  <a:pt x="486367" y="116614"/>
                  <a:pt x="477799" y="119155"/>
                  <a:pt x="467058" y="119155"/>
                </a:cubicBezTo>
                <a:cubicBezTo>
                  <a:pt x="454849" y="119155"/>
                  <a:pt x="445115" y="115304"/>
                  <a:pt x="437858" y="107601"/>
                </a:cubicBezTo>
                <a:cubicBezTo>
                  <a:pt x="430601" y="99899"/>
                  <a:pt x="426972" y="89236"/>
                  <a:pt x="426972" y="75612"/>
                </a:cubicBezTo>
                <a:cubicBezTo>
                  <a:pt x="426972" y="61831"/>
                  <a:pt x="430614" y="51102"/>
                  <a:pt x="437897" y="43426"/>
                </a:cubicBezTo>
                <a:cubicBezTo>
                  <a:pt x="445181" y="35749"/>
                  <a:pt x="455032" y="31911"/>
                  <a:pt x="467451" y="31911"/>
                </a:cubicBezTo>
                <a:cubicBezTo>
                  <a:pt x="477616" y="31911"/>
                  <a:pt x="485698" y="34099"/>
                  <a:pt x="491698" y="38474"/>
                </a:cubicBezTo>
                <a:cubicBezTo>
                  <a:pt x="497698" y="42849"/>
                  <a:pt x="502008" y="49517"/>
                  <a:pt x="504628" y="58477"/>
                </a:cubicBezTo>
                <a:close/>
                <a:moveTo>
                  <a:pt x="559622" y="33797"/>
                </a:moveTo>
                <a:lnTo>
                  <a:pt x="559622" y="51403"/>
                </a:lnTo>
                <a:lnTo>
                  <a:pt x="544531" y="51403"/>
                </a:lnTo>
                <a:lnTo>
                  <a:pt x="544531" y="84990"/>
                </a:lnTo>
                <a:cubicBezTo>
                  <a:pt x="544531" y="91792"/>
                  <a:pt x="544675" y="95755"/>
                  <a:pt x="544963" y="96880"/>
                </a:cubicBezTo>
                <a:cubicBezTo>
                  <a:pt x="545252" y="98003"/>
                  <a:pt x="545907" y="98932"/>
                  <a:pt x="546928" y="99665"/>
                </a:cubicBezTo>
                <a:cubicBezTo>
                  <a:pt x="547950" y="100397"/>
                  <a:pt x="549195" y="100763"/>
                  <a:pt x="550662" y="100763"/>
                </a:cubicBezTo>
                <a:cubicBezTo>
                  <a:pt x="552705" y="100763"/>
                  <a:pt x="555666" y="100056"/>
                  <a:pt x="559543" y="98641"/>
                </a:cubicBezTo>
                <a:lnTo>
                  <a:pt x="561430" y="115840"/>
                </a:lnTo>
                <a:cubicBezTo>
                  <a:pt x="556295" y="118050"/>
                  <a:pt x="550478" y="119155"/>
                  <a:pt x="543981" y="119155"/>
                </a:cubicBezTo>
                <a:cubicBezTo>
                  <a:pt x="539999" y="119155"/>
                  <a:pt x="536409" y="118487"/>
                  <a:pt x="533213" y="117151"/>
                </a:cubicBezTo>
                <a:cubicBezTo>
                  <a:pt x="530017" y="115815"/>
                  <a:pt x="527672" y="114086"/>
                  <a:pt x="526178" y="111964"/>
                </a:cubicBezTo>
                <a:cubicBezTo>
                  <a:pt x="524685" y="109841"/>
                  <a:pt x="523650" y="106973"/>
                  <a:pt x="523074" y="103357"/>
                </a:cubicBezTo>
                <a:cubicBezTo>
                  <a:pt x="522602" y="100790"/>
                  <a:pt x="522366" y="95602"/>
                  <a:pt x="522366" y="87795"/>
                </a:cubicBezTo>
                <a:lnTo>
                  <a:pt x="522366" y="51403"/>
                </a:lnTo>
                <a:lnTo>
                  <a:pt x="512227" y="51403"/>
                </a:lnTo>
                <a:lnTo>
                  <a:pt x="512227" y="33797"/>
                </a:lnTo>
                <a:lnTo>
                  <a:pt x="522366" y="33797"/>
                </a:lnTo>
                <a:lnTo>
                  <a:pt x="522366" y="17134"/>
                </a:lnTo>
                <a:lnTo>
                  <a:pt x="544531" y="4087"/>
                </a:lnTo>
                <a:lnTo>
                  <a:pt x="544531" y="33797"/>
                </a:lnTo>
                <a:lnTo>
                  <a:pt x="559622" y="33797"/>
                </a:lnTo>
                <a:close/>
                <a:moveTo>
                  <a:pt x="567166" y="93532"/>
                </a:moveTo>
                <a:lnTo>
                  <a:pt x="589331" y="90074"/>
                </a:lnTo>
                <a:cubicBezTo>
                  <a:pt x="590274" y="94344"/>
                  <a:pt x="592186" y="97587"/>
                  <a:pt x="595068" y="99801"/>
                </a:cubicBezTo>
                <a:cubicBezTo>
                  <a:pt x="597950" y="102014"/>
                  <a:pt x="601985" y="103121"/>
                  <a:pt x="607172" y="103121"/>
                </a:cubicBezTo>
                <a:cubicBezTo>
                  <a:pt x="612884" y="103121"/>
                  <a:pt x="617181" y="102075"/>
                  <a:pt x="620063" y="99982"/>
                </a:cubicBezTo>
                <a:cubicBezTo>
                  <a:pt x="622001" y="98517"/>
                  <a:pt x="622971" y="96554"/>
                  <a:pt x="622971" y="94095"/>
                </a:cubicBezTo>
                <a:cubicBezTo>
                  <a:pt x="622971" y="92420"/>
                  <a:pt x="622447" y="91033"/>
                  <a:pt x="621399" y="89934"/>
                </a:cubicBezTo>
                <a:cubicBezTo>
                  <a:pt x="620298" y="88888"/>
                  <a:pt x="617836" y="87920"/>
                  <a:pt x="614010" y="87031"/>
                </a:cubicBezTo>
                <a:cubicBezTo>
                  <a:pt x="596195" y="83107"/>
                  <a:pt x="584903" y="79523"/>
                  <a:pt x="580134" y="76277"/>
                </a:cubicBezTo>
                <a:cubicBezTo>
                  <a:pt x="573532" y="71774"/>
                  <a:pt x="570231" y="65518"/>
                  <a:pt x="570231" y="57510"/>
                </a:cubicBezTo>
                <a:cubicBezTo>
                  <a:pt x="570231" y="50285"/>
                  <a:pt x="573087" y="44212"/>
                  <a:pt x="578798" y="39292"/>
                </a:cubicBezTo>
                <a:cubicBezTo>
                  <a:pt x="584510" y="34371"/>
                  <a:pt x="593365" y="31911"/>
                  <a:pt x="605365" y="31911"/>
                </a:cubicBezTo>
                <a:cubicBezTo>
                  <a:pt x="616788" y="31911"/>
                  <a:pt x="625276" y="33765"/>
                  <a:pt x="630831" y="37472"/>
                </a:cubicBezTo>
                <a:cubicBezTo>
                  <a:pt x="636385" y="41179"/>
                  <a:pt x="640210" y="46661"/>
                  <a:pt x="642306" y="53919"/>
                </a:cubicBezTo>
                <a:lnTo>
                  <a:pt x="621477" y="57849"/>
                </a:lnTo>
                <a:cubicBezTo>
                  <a:pt x="620587" y="54600"/>
                  <a:pt x="618897" y="52111"/>
                  <a:pt x="616408" y="50382"/>
                </a:cubicBezTo>
                <a:cubicBezTo>
                  <a:pt x="613919" y="48652"/>
                  <a:pt x="610369" y="47788"/>
                  <a:pt x="605758" y="47788"/>
                </a:cubicBezTo>
                <a:cubicBezTo>
                  <a:pt x="599941" y="47788"/>
                  <a:pt x="595776" y="48599"/>
                  <a:pt x="593260" y="50222"/>
                </a:cubicBezTo>
                <a:cubicBezTo>
                  <a:pt x="591584" y="51372"/>
                  <a:pt x="590745" y="52862"/>
                  <a:pt x="590745" y="54695"/>
                </a:cubicBezTo>
                <a:cubicBezTo>
                  <a:pt x="590745" y="56263"/>
                  <a:pt x="591479" y="57597"/>
                  <a:pt x="592946" y="58696"/>
                </a:cubicBezTo>
                <a:cubicBezTo>
                  <a:pt x="594937" y="60161"/>
                  <a:pt x="601815" y="62229"/>
                  <a:pt x="613578" y="64898"/>
                </a:cubicBezTo>
                <a:cubicBezTo>
                  <a:pt x="625342" y="67567"/>
                  <a:pt x="633555" y="70841"/>
                  <a:pt x="638219" y="74720"/>
                </a:cubicBezTo>
                <a:cubicBezTo>
                  <a:pt x="642830" y="78653"/>
                  <a:pt x="645135" y="84132"/>
                  <a:pt x="645135" y="91157"/>
                </a:cubicBezTo>
                <a:cubicBezTo>
                  <a:pt x="645135" y="98812"/>
                  <a:pt x="641939" y="105392"/>
                  <a:pt x="635546" y="110898"/>
                </a:cubicBezTo>
                <a:cubicBezTo>
                  <a:pt x="629154" y="116403"/>
                  <a:pt x="619696" y="119155"/>
                  <a:pt x="607172" y="119155"/>
                </a:cubicBezTo>
                <a:cubicBezTo>
                  <a:pt x="595802" y="119155"/>
                  <a:pt x="586802" y="116857"/>
                  <a:pt x="580174" y="112261"/>
                </a:cubicBezTo>
                <a:cubicBezTo>
                  <a:pt x="573545" y="107663"/>
                  <a:pt x="569209" y="101420"/>
                  <a:pt x="567166" y="935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E3B99-7149-4E62-8CA1-75FEFC8F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484" y="756969"/>
            <a:ext cx="1207271" cy="721016"/>
          </a:xfrm>
          <a:custGeom xmlns:a="http://schemas.openxmlformats.org/drawingml/2006/main">
            <a:pathLst>
              <a:path w="1207271" h="721016">
                <a:moveTo>
                  <a:pt x="0" y="721016"/>
                </a:moveTo>
                <a:lnTo>
                  <a:pt x="1207271" y="721016"/>
                </a:lnTo>
                <a:lnTo>
                  <a:pt x="1207271" y="0"/>
                </a:lnTo>
                <a:lnTo>
                  <a:pt x="0" y="0"/>
                </a:lnTo>
                <a:lnTo>
                  <a:pt x="0" y="7210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57438-5953-4336-AE4D-99558A42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484" y="756969"/>
            <a:ext cx="1207271" cy="721016"/>
          </a:xfrm>
          <a:custGeom xmlns:a="http://schemas.openxmlformats.org/drawingml/2006/main">
            <a:pathLst>
              <a:path w="1207271" h="721016" fill="none">
                <a:moveTo>
                  <a:pt x="0" y="721016"/>
                </a:moveTo>
                <a:lnTo>
                  <a:pt x="1207271" y="721016"/>
                </a:lnTo>
                <a:lnTo>
                  <a:pt x="1207271" y="0"/>
                </a:lnTo>
                <a:lnTo>
                  <a:pt x="0" y="0"/>
                </a:lnTo>
                <a:lnTo>
                  <a:pt x="0" y="721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9" name="Text Manual">
            <a:extLst xmlns:a="http://schemas.openxmlformats.org/drawingml/2006/main">
              <a:ext uri="{FF2B5EF4-FFF2-40B4-BE49-F238E27FC236}">
                <a16:creationId xmlns:a16="http://schemas.microsoft.com/office/drawing/2014/main" id="{ACA9508A-A21D-49FF-939B-FE30DA10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550" y="954051"/>
            <a:ext cx="532033" cy="117112"/>
          </a:xfrm>
          <a:custGeom xmlns:a="http://schemas.openxmlformats.org/drawingml/2006/main">
            <a:pathLst>
              <a:path w="532033" h="117112">
                <a:moveTo>
                  <a:pt x="0" y="115225"/>
                </a:moveTo>
                <a:lnTo>
                  <a:pt x="0" y="0"/>
                </a:lnTo>
                <a:lnTo>
                  <a:pt x="34819" y="0"/>
                </a:lnTo>
                <a:lnTo>
                  <a:pt x="55726" y="78599"/>
                </a:lnTo>
                <a:lnTo>
                  <a:pt x="76398" y="0"/>
                </a:lnTo>
                <a:lnTo>
                  <a:pt x="111296" y="0"/>
                </a:lnTo>
                <a:lnTo>
                  <a:pt x="111296" y="115225"/>
                </a:lnTo>
                <a:lnTo>
                  <a:pt x="89681" y="115225"/>
                </a:lnTo>
                <a:lnTo>
                  <a:pt x="89681" y="24523"/>
                </a:lnTo>
                <a:lnTo>
                  <a:pt x="66809" y="115225"/>
                </a:lnTo>
                <a:lnTo>
                  <a:pt x="44408" y="115225"/>
                </a:lnTo>
                <a:lnTo>
                  <a:pt x="21615" y="24523"/>
                </a:lnTo>
                <a:lnTo>
                  <a:pt x="21615" y="115225"/>
                </a:lnTo>
                <a:lnTo>
                  <a:pt x="0" y="115225"/>
                </a:lnTo>
                <a:close/>
                <a:moveTo>
                  <a:pt x="150750" y="57534"/>
                </a:moveTo>
                <a:lnTo>
                  <a:pt x="130708" y="53919"/>
                </a:lnTo>
                <a:cubicBezTo>
                  <a:pt x="132961" y="45743"/>
                  <a:pt x="136838" y="39691"/>
                  <a:pt x="142340" y="35762"/>
                </a:cubicBezTo>
                <a:cubicBezTo>
                  <a:pt x="147842" y="31832"/>
                  <a:pt x="156016" y="29867"/>
                  <a:pt x="166863" y="29867"/>
                </a:cubicBezTo>
                <a:cubicBezTo>
                  <a:pt x="176714" y="29867"/>
                  <a:pt x="184050" y="31033"/>
                  <a:pt x="188871" y="33365"/>
                </a:cubicBezTo>
                <a:cubicBezTo>
                  <a:pt x="193691" y="35697"/>
                  <a:pt x="197084" y="38657"/>
                  <a:pt x="199049" y="42247"/>
                </a:cubicBezTo>
                <a:cubicBezTo>
                  <a:pt x="201014" y="45836"/>
                  <a:pt x="201996" y="52425"/>
                  <a:pt x="201996" y="62014"/>
                </a:cubicBezTo>
                <a:lnTo>
                  <a:pt x="201761" y="87795"/>
                </a:lnTo>
                <a:cubicBezTo>
                  <a:pt x="201761" y="95130"/>
                  <a:pt x="202114" y="100541"/>
                  <a:pt x="202822" y="104025"/>
                </a:cubicBezTo>
                <a:cubicBezTo>
                  <a:pt x="203529" y="107510"/>
                  <a:pt x="204852" y="111243"/>
                  <a:pt x="206791" y="115225"/>
                </a:cubicBezTo>
                <a:lnTo>
                  <a:pt x="184941" y="115225"/>
                </a:lnTo>
                <a:cubicBezTo>
                  <a:pt x="184364" y="113758"/>
                  <a:pt x="183657" y="111584"/>
                  <a:pt x="182818" y="108702"/>
                </a:cubicBezTo>
                <a:cubicBezTo>
                  <a:pt x="182452" y="107392"/>
                  <a:pt x="182190" y="106527"/>
                  <a:pt x="182032" y="106108"/>
                </a:cubicBezTo>
                <a:cubicBezTo>
                  <a:pt x="178260" y="109776"/>
                  <a:pt x="174225" y="112527"/>
                  <a:pt x="169928" y="114361"/>
                </a:cubicBezTo>
                <a:cubicBezTo>
                  <a:pt x="165632" y="116195"/>
                  <a:pt x="161047" y="117112"/>
                  <a:pt x="156174" y="117112"/>
                </a:cubicBezTo>
                <a:cubicBezTo>
                  <a:pt x="147580" y="117112"/>
                  <a:pt x="140808" y="114790"/>
                  <a:pt x="135856" y="110146"/>
                </a:cubicBezTo>
                <a:cubicBezTo>
                  <a:pt x="130904" y="105502"/>
                  <a:pt x="128428" y="99632"/>
                  <a:pt x="128428" y="92535"/>
                </a:cubicBezTo>
                <a:cubicBezTo>
                  <a:pt x="128428" y="87839"/>
                  <a:pt x="129555" y="83652"/>
                  <a:pt x="131808" y="79974"/>
                </a:cubicBezTo>
                <a:cubicBezTo>
                  <a:pt x="134061" y="76295"/>
                  <a:pt x="137218" y="73477"/>
                  <a:pt x="141279" y="71520"/>
                </a:cubicBezTo>
                <a:cubicBezTo>
                  <a:pt x="145340" y="69563"/>
                  <a:pt x="151196" y="67854"/>
                  <a:pt x="158846" y="66394"/>
                </a:cubicBezTo>
                <a:cubicBezTo>
                  <a:pt x="169168" y="64463"/>
                  <a:pt x="176321" y="62663"/>
                  <a:pt x="180303" y="60992"/>
                </a:cubicBezTo>
                <a:lnTo>
                  <a:pt x="180303" y="58767"/>
                </a:lnTo>
                <a:cubicBezTo>
                  <a:pt x="180303" y="54475"/>
                  <a:pt x="179255" y="51416"/>
                  <a:pt x="177159" y="49588"/>
                </a:cubicBezTo>
                <a:cubicBezTo>
                  <a:pt x="175063" y="47759"/>
                  <a:pt x="171107" y="46845"/>
                  <a:pt x="165291" y="46845"/>
                </a:cubicBezTo>
                <a:cubicBezTo>
                  <a:pt x="161361" y="46845"/>
                  <a:pt x="158296" y="47636"/>
                  <a:pt x="156095" y="49217"/>
                </a:cubicBezTo>
                <a:cubicBezTo>
                  <a:pt x="153894" y="50798"/>
                  <a:pt x="152113" y="53570"/>
                  <a:pt x="150750" y="57534"/>
                </a:cubicBezTo>
                <a:moveTo>
                  <a:pt x="180303" y="75455"/>
                </a:moveTo>
                <a:cubicBezTo>
                  <a:pt x="177474" y="76386"/>
                  <a:pt x="172994" y="77500"/>
                  <a:pt x="166863" y="78795"/>
                </a:cubicBezTo>
                <a:cubicBezTo>
                  <a:pt x="160732" y="80089"/>
                  <a:pt x="156724" y="81357"/>
                  <a:pt x="154837" y="82600"/>
                </a:cubicBezTo>
                <a:cubicBezTo>
                  <a:pt x="151955" y="84619"/>
                  <a:pt x="150514" y="87181"/>
                  <a:pt x="150514" y="90288"/>
                </a:cubicBezTo>
                <a:cubicBezTo>
                  <a:pt x="150514" y="93343"/>
                  <a:pt x="151667" y="95984"/>
                  <a:pt x="153973" y="98211"/>
                </a:cubicBezTo>
                <a:cubicBezTo>
                  <a:pt x="156278" y="100437"/>
                  <a:pt x="159213" y="101549"/>
                  <a:pt x="162776" y="101549"/>
                </a:cubicBezTo>
                <a:cubicBezTo>
                  <a:pt x="166758" y="101549"/>
                  <a:pt x="170557" y="100255"/>
                  <a:pt x="174173" y="97666"/>
                </a:cubicBezTo>
                <a:cubicBezTo>
                  <a:pt x="176845" y="95699"/>
                  <a:pt x="178600" y="93292"/>
                  <a:pt x="179439" y="90442"/>
                </a:cubicBezTo>
                <a:cubicBezTo>
                  <a:pt x="180015" y="88579"/>
                  <a:pt x="180303" y="85033"/>
                  <a:pt x="180303" y="79805"/>
                </a:cubicBezTo>
                <a:lnTo>
                  <a:pt x="180303" y="75455"/>
                </a:lnTo>
                <a:close/>
                <a:moveTo>
                  <a:pt x="299670" y="115225"/>
                </a:moveTo>
                <a:lnTo>
                  <a:pt x="277584" y="115225"/>
                </a:lnTo>
                <a:lnTo>
                  <a:pt x="277584" y="72674"/>
                </a:lnTo>
                <a:cubicBezTo>
                  <a:pt x="277584" y="63671"/>
                  <a:pt x="277112" y="57849"/>
                  <a:pt x="276169" y="55206"/>
                </a:cubicBezTo>
                <a:cubicBezTo>
                  <a:pt x="275226" y="52563"/>
                  <a:pt x="273693" y="50509"/>
                  <a:pt x="271571" y="49043"/>
                </a:cubicBezTo>
                <a:cubicBezTo>
                  <a:pt x="269449" y="47578"/>
                  <a:pt x="266894" y="46845"/>
                  <a:pt x="263908" y="46845"/>
                </a:cubicBezTo>
                <a:cubicBezTo>
                  <a:pt x="260082" y="46845"/>
                  <a:pt x="256650" y="47892"/>
                  <a:pt x="253611" y="49986"/>
                </a:cubicBezTo>
                <a:cubicBezTo>
                  <a:pt x="250572" y="52079"/>
                  <a:pt x="248489" y="54853"/>
                  <a:pt x="247363" y="58308"/>
                </a:cubicBezTo>
                <a:cubicBezTo>
                  <a:pt x="246236" y="61761"/>
                  <a:pt x="245673" y="68147"/>
                  <a:pt x="245673" y="77464"/>
                </a:cubicBezTo>
                <a:lnTo>
                  <a:pt x="245673" y="115225"/>
                </a:lnTo>
                <a:lnTo>
                  <a:pt x="223587" y="115225"/>
                </a:lnTo>
                <a:lnTo>
                  <a:pt x="223587" y="31754"/>
                </a:lnTo>
                <a:lnTo>
                  <a:pt x="244101" y="31754"/>
                </a:lnTo>
                <a:lnTo>
                  <a:pt x="244101" y="44015"/>
                </a:lnTo>
                <a:cubicBezTo>
                  <a:pt x="251384" y="34583"/>
                  <a:pt x="260554" y="29867"/>
                  <a:pt x="271610" y="29867"/>
                </a:cubicBezTo>
                <a:cubicBezTo>
                  <a:pt x="276483" y="29867"/>
                  <a:pt x="280937" y="30745"/>
                  <a:pt x="284972" y="32501"/>
                </a:cubicBezTo>
                <a:cubicBezTo>
                  <a:pt x="289007" y="34256"/>
                  <a:pt x="292059" y="36496"/>
                  <a:pt x="294129" y="39221"/>
                </a:cubicBezTo>
                <a:cubicBezTo>
                  <a:pt x="296198" y="41945"/>
                  <a:pt x="297639" y="45037"/>
                  <a:pt x="298452" y="48495"/>
                </a:cubicBezTo>
                <a:cubicBezTo>
                  <a:pt x="299264" y="51954"/>
                  <a:pt x="299670" y="56905"/>
                  <a:pt x="299670" y="63350"/>
                </a:cubicBezTo>
                <a:lnTo>
                  <a:pt x="299670" y="115225"/>
                </a:lnTo>
                <a:close/>
                <a:moveTo>
                  <a:pt x="377036" y="115225"/>
                </a:moveTo>
                <a:lnTo>
                  <a:pt x="377036" y="102728"/>
                </a:lnTo>
                <a:cubicBezTo>
                  <a:pt x="373997" y="107182"/>
                  <a:pt x="370002" y="110693"/>
                  <a:pt x="365050" y="113261"/>
                </a:cubicBezTo>
                <a:cubicBezTo>
                  <a:pt x="360098" y="115828"/>
                  <a:pt x="354871" y="117112"/>
                  <a:pt x="349369" y="117112"/>
                </a:cubicBezTo>
                <a:cubicBezTo>
                  <a:pt x="343763" y="117112"/>
                  <a:pt x="338732" y="115880"/>
                  <a:pt x="334278" y="113418"/>
                </a:cubicBezTo>
                <a:cubicBezTo>
                  <a:pt x="329825" y="110955"/>
                  <a:pt x="326602" y="107497"/>
                  <a:pt x="324611" y="103043"/>
                </a:cubicBezTo>
                <a:cubicBezTo>
                  <a:pt x="322620" y="98589"/>
                  <a:pt x="321624" y="92432"/>
                  <a:pt x="321624" y="84572"/>
                </a:cubicBezTo>
                <a:lnTo>
                  <a:pt x="321624" y="31754"/>
                </a:lnTo>
                <a:lnTo>
                  <a:pt x="343710" y="31754"/>
                </a:lnTo>
                <a:lnTo>
                  <a:pt x="343710" y="70021"/>
                </a:lnTo>
                <a:cubicBezTo>
                  <a:pt x="343710" y="81733"/>
                  <a:pt x="344116" y="88908"/>
                  <a:pt x="344929" y="91548"/>
                </a:cubicBezTo>
                <a:cubicBezTo>
                  <a:pt x="345741" y="94187"/>
                  <a:pt x="347221" y="96278"/>
                  <a:pt x="349369" y="97821"/>
                </a:cubicBezTo>
                <a:cubicBezTo>
                  <a:pt x="351518" y="99363"/>
                  <a:pt x="354243" y="100135"/>
                  <a:pt x="357544" y="100135"/>
                </a:cubicBezTo>
                <a:cubicBezTo>
                  <a:pt x="361316" y="100135"/>
                  <a:pt x="364696" y="99102"/>
                  <a:pt x="367683" y="97037"/>
                </a:cubicBezTo>
                <a:cubicBezTo>
                  <a:pt x="370670" y="94972"/>
                  <a:pt x="372713" y="92411"/>
                  <a:pt x="373814" y="89352"/>
                </a:cubicBezTo>
                <a:cubicBezTo>
                  <a:pt x="374914" y="86293"/>
                  <a:pt x="375464" y="78804"/>
                  <a:pt x="375464" y="66885"/>
                </a:cubicBezTo>
                <a:lnTo>
                  <a:pt x="375464" y="31754"/>
                </a:lnTo>
                <a:lnTo>
                  <a:pt x="397550" y="31754"/>
                </a:lnTo>
                <a:lnTo>
                  <a:pt x="397550" y="115225"/>
                </a:lnTo>
                <a:lnTo>
                  <a:pt x="377036" y="115225"/>
                </a:lnTo>
                <a:close/>
                <a:moveTo>
                  <a:pt x="436954" y="57534"/>
                </a:moveTo>
                <a:lnTo>
                  <a:pt x="416911" y="53919"/>
                </a:lnTo>
                <a:cubicBezTo>
                  <a:pt x="419164" y="45743"/>
                  <a:pt x="423042" y="39691"/>
                  <a:pt x="428544" y="35762"/>
                </a:cubicBezTo>
                <a:cubicBezTo>
                  <a:pt x="434046" y="31832"/>
                  <a:pt x="442220" y="29867"/>
                  <a:pt x="453066" y="29867"/>
                </a:cubicBezTo>
                <a:cubicBezTo>
                  <a:pt x="462917" y="29867"/>
                  <a:pt x="470253" y="31033"/>
                  <a:pt x="475074" y="33365"/>
                </a:cubicBezTo>
                <a:cubicBezTo>
                  <a:pt x="479895" y="35697"/>
                  <a:pt x="483288" y="38657"/>
                  <a:pt x="485253" y="42247"/>
                </a:cubicBezTo>
                <a:cubicBezTo>
                  <a:pt x="487217" y="45836"/>
                  <a:pt x="488200" y="52425"/>
                  <a:pt x="488200" y="62014"/>
                </a:cubicBezTo>
                <a:lnTo>
                  <a:pt x="487964" y="87795"/>
                </a:lnTo>
                <a:cubicBezTo>
                  <a:pt x="487964" y="95130"/>
                  <a:pt x="488318" y="100541"/>
                  <a:pt x="489025" y="104025"/>
                </a:cubicBezTo>
                <a:cubicBezTo>
                  <a:pt x="489733" y="107510"/>
                  <a:pt x="491056" y="111243"/>
                  <a:pt x="492994" y="115225"/>
                </a:cubicBezTo>
                <a:lnTo>
                  <a:pt x="471144" y="115225"/>
                </a:lnTo>
                <a:cubicBezTo>
                  <a:pt x="470568" y="113758"/>
                  <a:pt x="469860" y="111584"/>
                  <a:pt x="469022" y="108702"/>
                </a:cubicBezTo>
                <a:cubicBezTo>
                  <a:pt x="468655" y="107392"/>
                  <a:pt x="468393" y="106527"/>
                  <a:pt x="468236" y="106108"/>
                </a:cubicBezTo>
                <a:cubicBezTo>
                  <a:pt x="464463" y="109776"/>
                  <a:pt x="460428" y="112527"/>
                  <a:pt x="456132" y="114361"/>
                </a:cubicBezTo>
                <a:cubicBezTo>
                  <a:pt x="451835" y="116195"/>
                  <a:pt x="447250" y="117112"/>
                  <a:pt x="442377" y="117112"/>
                </a:cubicBezTo>
                <a:cubicBezTo>
                  <a:pt x="433784" y="117112"/>
                  <a:pt x="427011" y="114790"/>
                  <a:pt x="422059" y="110146"/>
                </a:cubicBezTo>
                <a:cubicBezTo>
                  <a:pt x="417108" y="105502"/>
                  <a:pt x="414632" y="99632"/>
                  <a:pt x="414632" y="92535"/>
                </a:cubicBezTo>
                <a:cubicBezTo>
                  <a:pt x="414632" y="87839"/>
                  <a:pt x="415758" y="83652"/>
                  <a:pt x="418011" y="79974"/>
                </a:cubicBezTo>
                <a:cubicBezTo>
                  <a:pt x="420265" y="76295"/>
                  <a:pt x="423422" y="73477"/>
                  <a:pt x="427483" y="71520"/>
                </a:cubicBezTo>
                <a:cubicBezTo>
                  <a:pt x="431544" y="69563"/>
                  <a:pt x="437399" y="67854"/>
                  <a:pt x="445049" y="66394"/>
                </a:cubicBezTo>
                <a:cubicBezTo>
                  <a:pt x="455372" y="64463"/>
                  <a:pt x="462524" y="62663"/>
                  <a:pt x="466507" y="60992"/>
                </a:cubicBezTo>
                <a:lnTo>
                  <a:pt x="466507" y="58767"/>
                </a:lnTo>
                <a:cubicBezTo>
                  <a:pt x="466507" y="54475"/>
                  <a:pt x="465459" y="51416"/>
                  <a:pt x="463363" y="49588"/>
                </a:cubicBezTo>
                <a:cubicBezTo>
                  <a:pt x="461267" y="47759"/>
                  <a:pt x="457311" y="46845"/>
                  <a:pt x="451494" y="46845"/>
                </a:cubicBezTo>
                <a:cubicBezTo>
                  <a:pt x="447565" y="46845"/>
                  <a:pt x="444499" y="47636"/>
                  <a:pt x="442298" y="49217"/>
                </a:cubicBezTo>
                <a:cubicBezTo>
                  <a:pt x="440098" y="50798"/>
                  <a:pt x="438316" y="53570"/>
                  <a:pt x="436954" y="57534"/>
                </a:cubicBezTo>
                <a:moveTo>
                  <a:pt x="466507" y="75455"/>
                </a:moveTo>
                <a:cubicBezTo>
                  <a:pt x="463677" y="76386"/>
                  <a:pt x="459197" y="77500"/>
                  <a:pt x="453066" y="78795"/>
                </a:cubicBezTo>
                <a:cubicBezTo>
                  <a:pt x="446936" y="80089"/>
                  <a:pt x="442927" y="81357"/>
                  <a:pt x="441041" y="82600"/>
                </a:cubicBezTo>
                <a:cubicBezTo>
                  <a:pt x="438159" y="84619"/>
                  <a:pt x="436718" y="87181"/>
                  <a:pt x="436718" y="90288"/>
                </a:cubicBezTo>
                <a:cubicBezTo>
                  <a:pt x="436718" y="93343"/>
                  <a:pt x="437871" y="95984"/>
                  <a:pt x="440176" y="98211"/>
                </a:cubicBezTo>
                <a:cubicBezTo>
                  <a:pt x="442482" y="100437"/>
                  <a:pt x="445416" y="101549"/>
                  <a:pt x="448979" y="101549"/>
                </a:cubicBezTo>
                <a:cubicBezTo>
                  <a:pt x="452962" y="101549"/>
                  <a:pt x="456761" y="100255"/>
                  <a:pt x="460376" y="97666"/>
                </a:cubicBezTo>
                <a:cubicBezTo>
                  <a:pt x="463048" y="95699"/>
                  <a:pt x="464804" y="93292"/>
                  <a:pt x="465642" y="90442"/>
                </a:cubicBezTo>
                <a:cubicBezTo>
                  <a:pt x="466219" y="88579"/>
                  <a:pt x="466507" y="85033"/>
                  <a:pt x="466507" y="79805"/>
                </a:cubicBezTo>
                <a:lnTo>
                  <a:pt x="466507" y="75455"/>
                </a:lnTo>
                <a:close/>
                <a:moveTo>
                  <a:pt x="509947" y="115225"/>
                </a:moveTo>
                <a:lnTo>
                  <a:pt x="509947" y="0"/>
                </a:lnTo>
                <a:lnTo>
                  <a:pt x="532033" y="0"/>
                </a:lnTo>
                <a:lnTo>
                  <a:pt x="532033" y="115225"/>
                </a:lnTo>
                <a:lnTo>
                  <a:pt x="509947" y="115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Classification">
            <a:extLst xmlns:a="http://schemas.openxmlformats.org/drawingml/2006/main">
              <a:ext uri="{FF2B5EF4-FFF2-40B4-BE49-F238E27FC236}">
                <a16:creationId xmlns:a16="http://schemas.microsoft.com/office/drawing/2014/main" id="{866DB98E-1A7B-431D-9326-B23D3A80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08" y="1153227"/>
            <a:ext cx="1028129" cy="119313"/>
          </a:xfrm>
          <a:custGeom xmlns:a="http://schemas.openxmlformats.org/drawingml/2006/main">
            <a:pathLst>
              <a:path w="1028129" h="119313">
                <a:moveTo>
                  <a:pt x="77813" y="74826"/>
                </a:moveTo>
                <a:lnTo>
                  <a:pt x="100370" y="81900"/>
                </a:lnTo>
                <a:cubicBezTo>
                  <a:pt x="96912" y="94556"/>
                  <a:pt x="91161" y="103956"/>
                  <a:pt x="83118" y="110099"/>
                </a:cubicBezTo>
                <a:cubicBezTo>
                  <a:pt x="75075" y="116242"/>
                  <a:pt x="64870" y="119313"/>
                  <a:pt x="52504" y="119313"/>
                </a:cubicBezTo>
                <a:cubicBezTo>
                  <a:pt x="37203" y="119313"/>
                  <a:pt x="24628" y="114079"/>
                  <a:pt x="14777" y="103613"/>
                </a:cubicBezTo>
                <a:cubicBezTo>
                  <a:pt x="4926" y="93144"/>
                  <a:pt x="0" y="78834"/>
                  <a:pt x="0" y="60681"/>
                </a:cubicBezTo>
                <a:cubicBezTo>
                  <a:pt x="0" y="41476"/>
                  <a:pt x="4952" y="26562"/>
                  <a:pt x="14855" y="15938"/>
                </a:cubicBezTo>
                <a:cubicBezTo>
                  <a:pt x="24759" y="5313"/>
                  <a:pt x="37780" y="0"/>
                  <a:pt x="53919" y="0"/>
                </a:cubicBezTo>
                <a:cubicBezTo>
                  <a:pt x="68014" y="0"/>
                  <a:pt x="79463" y="4176"/>
                  <a:pt x="88266" y="12527"/>
                </a:cubicBezTo>
                <a:cubicBezTo>
                  <a:pt x="93506" y="17464"/>
                  <a:pt x="97436" y="24554"/>
                  <a:pt x="100056" y="33797"/>
                </a:cubicBezTo>
                <a:lnTo>
                  <a:pt x="77027" y="39299"/>
                </a:lnTo>
                <a:cubicBezTo>
                  <a:pt x="75664" y="33326"/>
                  <a:pt x="72822" y="28610"/>
                  <a:pt x="68499" y="25152"/>
                </a:cubicBezTo>
                <a:cubicBezTo>
                  <a:pt x="64176" y="21693"/>
                  <a:pt x="58923" y="19964"/>
                  <a:pt x="52740" y="19964"/>
                </a:cubicBezTo>
                <a:cubicBezTo>
                  <a:pt x="44199" y="19964"/>
                  <a:pt x="37269" y="23029"/>
                  <a:pt x="31950" y="29160"/>
                </a:cubicBezTo>
                <a:cubicBezTo>
                  <a:pt x="26632" y="35291"/>
                  <a:pt x="23973" y="45220"/>
                  <a:pt x="23973" y="58949"/>
                </a:cubicBezTo>
                <a:cubicBezTo>
                  <a:pt x="23973" y="73516"/>
                  <a:pt x="26593" y="83891"/>
                  <a:pt x="31832" y="90074"/>
                </a:cubicBezTo>
                <a:cubicBezTo>
                  <a:pt x="37072" y="96257"/>
                  <a:pt x="43884" y="99349"/>
                  <a:pt x="52268" y="99349"/>
                </a:cubicBezTo>
                <a:cubicBezTo>
                  <a:pt x="58451" y="99349"/>
                  <a:pt x="63770" y="97378"/>
                  <a:pt x="68224" y="93436"/>
                </a:cubicBezTo>
                <a:cubicBezTo>
                  <a:pt x="72677" y="89493"/>
                  <a:pt x="75874" y="83290"/>
                  <a:pt x="77813" y="74826"/>
                </a:cubicBezTo>
                <a:close/>
                <a:moveTo>
                  <a:pt x="120150" y="117269"/>
                </a:moveTo>
                <a:lnTo>
                  <a:pt x="120150" y="2044"/>
                </a:lnTo>
                <a:lnTo>
                  <a:pt x="142236" y="2044"/>
                </a:lnTo>
                <a:lnTo>
                  <a:pt x="142236" y="117269"/>
                </a:lnTo>
                <a:lnTo>
                  <a:pt x="120150" y="117269"/>
                </a:lnTo>
                <a:close/>
                <a:moveTo>
                  <a:pt x="181405" y="59578"/>
                </a:moveTo>
                <a:lnTo>
                  <a:pt x="161363" y="55962"/>
                </a:lnTo>
                <a:cubicBezTo>
                  <a:pt x="163616" y="47786"/>
                  <a:pt x="167493" y="41734"/>
                  <a:pt x="172995" y="37806"/>
                </a:cubicBezTo>
                <a:cubicBezTo>
                  <a:pt x="178497" y="33876"/>
                  <a:pt x="186671" y="31911"/>
                  <a:pt x="197518" y="31911"/>
                </a:cubicBezTo>
                <a:cubicBezTo>
                  <a:pt x="207369" y="31911"/>
                  <a:pt x="214705" y="33077"/>
                  <a:pt x="219525" y="35409"/>
                </a:cubicBezTo>
                <a:cubicBezTo>
                  <a:pt x="224346" y="37740"/>
                  <a:pt x="227739" y="40701"/>
                  <a:pt x="229704" y="44290"/>
                </a:cubicBezTo>
                <a:cubicBezTo>
                  <a:pt x="231669" y="47880"/>
                  <a:pt x="232651" y="54469"/>
                  <a:pt x="232651" y="64058"/>
                </a:cubicBezTo>
                <a:lnTo>
                  <a:pt x="232416" y="89838"/>
                </a:lnTo>
                <a:cubicBezTo>
                  <a:pt x="232416" y="97174"/>
                  <a:pt x="232769" y="102584"/>
                  <a:pt x="233477" y="106069"/>
                </a:cubicBezTo>
                <a:cubicBezTo>
                  <a:pt x="234184" y="109553"/>
                  <a:pt x="235507" y="113287"/>
                  <a:pt x="237446" y="117269"/>
                </a:cubicBezTo>
                <a:lnTo>
                  <a:pt x="215596" y="117269"/>
                </a:lnTo>
                <a:cubicBezTo>
                  <a:pt x="215019" y="115802"/>
                  <a:pt x="214312" y="113627"/>
                  <a:pt x="213473" y="110745"/>
                </a:cubicBezTo>
                <a:cubicBezTo>
                  <a:pt x="213107" y="109435"/>
                  <a:pt x="212845" y="108571"/>
                  <a:pt x="212687" y="108152"/>
                </a:cubicBezTo>
                <a:cubicBezTo>
                  <a:pt x="208915" y="111820"/>
                  <a:pt x="204880" y="114570"/>
                  <a:pt x="200583" y="116404"/>
                </a:cubicBezTo>
                <a:cubicBezTo>
                  <a:pt x="196286" y="118238"/>
                  <a:pt x="191702" y="119155"/>
                  <a:pt x="186828" y="119155"/>
                </a:cubicBezTo>
                <a:cubicBezTo>
                  <a:pt x="178235" y="119155"/>
                  <a:pt x="171462" y="116833"/>
                  <a:pt x="166511" y="112190"/>
                </a:cubicBezTo>
                <a:cubicBezTo>
                  <a:pt x="161559" y="107546"/>
                  <a:pt x="159083" y="101675"/>
                  <a:pt x="159083" y="94579"/>
                </a:cubicBezTo>
                <a:cubicBezTo>
                  <a:pt x="159083" y="89882"/>
                  <a:pt x="160210" y="85695"/>
                  <a:pt x="162463" y="82018"/>
                </a:cubicBezTo>
                <a:cubicBezTo>
                  <a:pt x="164716" y="78338"/>
                  <a:pt x="167873" y="75520"/>
                  <a:pt x="171934" y="73563"/>
                </a:cubicBezTo>
                <a:cubicBezTo>
                  <a:pt x="175995" y="71607"/>
                  <a:pt x="181851" y="69898"/>
                  <a:pt x="189501" y="68437"/>
                </a:cubicBezTo>
                <a:cubicBezTo>
                  <a:pt x="199823" y="66507"/>
                  <a:pt x="206976" y="64706"/>
                  <a:pt x="210958" y="63036"/>
                </a:cubicBezTo>
                <a:lnTo>
                  <a:pt x="210958" y="60811"/>
                </a:lnTo>
                <a:cubicBezTo>
                  <a:pt x="210958" y="56519"/>
                  <a:pt x="209910" y="53459"/>
                  <a:pt x="207814" y="51632"/>
                </a:cubicBezTo>
                <a:cubicBezTo>
                  <a:pt x="205718" y="49803"/>
                  <a:pt x="201762" y="48888"/>
                  <a:pt x="195946" y="48888"/>
                </a:cubicBezTo>
                <a:cubicBezTo>
                  <a:pt x="192016" y="48888"/>
                  <a:pt x="188951" y="49679"/>
                  <a:pt x="186750" y="51261"/>
                </a:cubicBezTo>
                <a:cubicBezTo>
                  <a:pt x="184549" y="52841"/>
                  <a:pt x="182768" y="55613"/>
                  <a:pt x="181405" y="59578"/>
                </a:cubicBezTo>
                <a:moveTo>
                  <a:pt x="210958" y="77498"/>
                </a:moveTo>
                <a:cubicBezTo>
                  <a:pt x="208129" y="78430"/>
                  <a:pt x="203649" y="79543"/>
                  <a:pt x="197518" y="80839"/>
                </a:cubicBezTo>
                <a:cubicBezTo>
                  <a:pt x="191387" y="82132"/>
                  <a:pt x="187379" y="83400"/>
                  <a:pt x="185492" y="84643"/>
                </a:cubicBezTo>
                <a:cubicBezTo>
                  <a:pt x="182610" y="86662"/>
                  <a:pt x="181169" y="89225"/>
                  <a:pt x="181169" y="92331"/>
                </a:cubicBezTo>
                <a:cubicBezTo>
                  <a:pt x="181169" y="95387"/>
                  <a:pt x="182322" y="98028"/>
                  <a:pt x="184628" y="100255"/>
                </a:cubicBezTo>
                <a:cubicBezTo>
                  <a:pt x="186933" y="102480"/>
                  <a:pt x="189868" y="103593"/>
                  <a:pt x="193431" y="103593"/>
                </a:cubicBezTo>
                <a:cubicBezTo>
                  <a:pt x="197413" y="103593"/>
                  <a:pt x="201212" y="102298"/>
                  <a:pt x="204828" y="99710"/>
                </a:cubicBezTo>
                <a:cubicBezTo>
                  <a:pt x="207500" y="97743"/>
                  <a:pt x="209255" y="95335"/>
                  <a:pt x="210094" y="92486"/>
                </a:cubicBezTo>
                <a:cubicBezTo>
                  <a:pt x="210670" y="90622"/>
                  <a:pt x="210958" y="87077"/>
                  <a:pt x="210958" y="81848"/>
                </a:cubicBezTo>
                <a:lnTo>
                  <a:pt x="210958" y="77498"/>
                </a:lnTo>
                <a:close/>
                <a:moveTo>
                  <a:pt x="246618" y="93532"/>
                </a:moveTo>
                <a:lnTo>
                  <a:pt x="268782" y="90074"/>
                </a:lnTo>
                <a:cubicBezTo>
                  <a:pt x="269726" y="94344"/>
                  <a:pt x="271638" y="97587"/>
                  <a:pt x="274520" y="99801"/>
                </a:cubicBezTo>
                <a:cubicBezTo>
                  <a:pt x="277402" y="102014"/>
                  <a:pt x="281437" y="103121"/>
                  <a:pt x="286624" y="103121"/>
                </a:cubicBezTo>
                <a:cubicBezTo>
                  <a:pt x="292336" y="103121"/>
                  <a:pt x="296633" y="102075"/>
                  <a:pt x="299515" y="99982"/>
                </a:cubicBezTo>
                <a:cubicBezTo>
                  <a:pt x="301453" y="98517"/>
                  <a:pt x="302423" y="96554"/>
                  <a:pt x="302423" y="94095"/>
                </a:cubicBezTo>
                <a:cubicBezTo>
                  <a:pt x="302423" y="92420"/>
                  <a:pt x="301899" y="91033"/>
                  <a:pt x="300851" y="89934"/>
                </a:cubicBezTo>
                <a:cubicBezTo>
                  <a:pt x="299750" y="88888"/>
                  <a:pt x="297288" y="87920"/>
                  <a:pt x="293462" y="87031"/>
                </a:cubicBezTo>
                <a:cubicBezTo>
                  <a:pt x="275647" y="83107"/>
                  <a:pt x="264355" y="79523"/>
                  <a:pt x="259586" y="76277"/>
                </a:cubicBezTo>
                <a:cubicBezTo>
                  <a:pt x="252984" y="71774"/>
                  <a:pt x="249683" y="65518"/>
                  <a:pt x="249683" y="57510"/>
                </a:cubicBezTo>
                <a:cubicBezTo>
                  <a:pt x="249683" y="50285"/>
                  <a:pt x="252539" y="44212"/>
                  <a:pt x="258250" y="39292"/>
                </a:cubicBezTo>
                <a:cubicBezTo>
                  <a:pt x="263962" y="34371"/>
                  <a:pt x="272817" y="31911"/>
                  <a:pt x="284817" y="31911"/>
                </a:cubicBezTo>
                <a:cubicBezTo>
                  <a:pt x="296240" y="31911"/>
                  <a:pt x="304728" y="33765"/>
                  <a:pt x="310283" y="37472"/>
                </a:cubicBezTo>
                <a:cubicBezTo>
                  <a:pt x="315837" y="41179"/>
                  <a:pt x="319662" y="46661"/>
                  <a:pt x="321758" y="53919"/>
                </a:cubicBezTo>
                <a:lnTo>
                  <a:pt x="300929" y="57849"/>
                </a:lnTo>
                <a:cubicBezTo>
                  <a:pt x="300039" y="54600"/>
                  <a:pt x="298349" y="52111"/>
                  <a:pt x="295860" y="50382"/>
                </a:cubicBezTo>
                <a:cubicBezTo>
                  <a:pt x="293371" y="48652"/>
                  <a:pt x="289821" y="47788"/>
                  <a:pt x="285210" y="47788"/>
                </a:cubicBezTo>
                <a:cubicBezTo>
                  <a:pt x="279393" y="47788"/>
                  <a:pt x="275228" y="48599"/>
                  <a:pt x="272712" y="50222"/>
                </a:cubicBezTo>
                <a:cubicBezTo>
                  <a:pt x="271036" y="51372"/>
                  <a:pt x="270197" y="52862"/>
                  <a:pt x="270197" y="54695"/>
                </a:cubicBezTo>
                <a:cubicBezTo>
                  <a:pt x="270197" y="56263"/>
                  <a:pt x="270931" y="57597"/>
                  <a:pt x="272398" y="58696"/>
                </a:cubicBezTo>
                <a:cubicBezTo>
                  <a:pt x="274389" y="60161"/>
                  <a:pt x="281267" y="62229"/>
                  <a:pt x="293030" y="64898"/>
                </a:cubicBezTo>
                <a:cubicBezTo>
                  <a:pt x="304794" y="67567"/>
                  <a:pt x="313007" y="70841"/>
                  <a:pt x="317671" y="74720"/>
                </a:cubicBezTo>
                <a:cubicBezTo>
                  <a:pt x="322282" y="78653"/>
                  <a:pt x="324587" y="84132"/>
                  <a:pt x="324587" y="91157"/>
                </a:cubicBezTo>
                <a:cubicBezTo>
                  <a:pt x="324587" y="98812"/>
                  <a:pt x="321391" y="105392"/>
                  <a:pt x="314998" y="110898"/>
                </a:cubicBezTo>
                <a:cubicBezTo>
                  <a:pt x="308606" y="116403"/>
                  <a:pt x="299148" y="119155"/>
                  <a:pt x="286624" y="119155"/>
                </a:cubicBezTo>
                <a:cubicBezTo>
                  <a:pt x="275254" y="119155"/>
                  <a:pt x="266254" y="116857"/>
                  <a:pt x="259626" y="112261"/>
                </a:cubicBezTo>
                <a:cubicBezTo>
                  <a:pt x="252997" y="107663"/>
                  <a:pt x="248661" y="101420"/>
                  <a:pt x="246618" y="93532"/>
                </a:cubicBezTo>
                <a:close/>
                <a:moveTo>
                  <a:pt x="336117" y="93532"/>
                </a:moveTo>
                <a:lnTo>
                  <a:pt x="358282" y="90074"/>
                </a:lnTo>
                <a:cubicBezTo>
                  <a:pt x="359225" y="94344"/>
                  <a:pt x="361137" y="97587"/>
                  <a:pt x="364019" y="99801"/>
                </a:cubicBezTo>
                <a:cubicBezTo>
                  <a:pt x="366901" y="102014"/>
                  <a:pt x="370936" y="103121"/>
                  <a:pt x="376124" y="103121"/>
                </a:cubicBezTo>
                <a:cubicBezTo>
                  <a:pt x="381835" y="103121"/>
                  <a:pt x="386132" y="102075"/>
                  <a:pt x="389014" y="99982"/>
                </a:cubicBezTo>
                <a:cubicBezTo>
                  <a:pt x="390952" y="98517"/>
                  <a:pt x="391922" y="96554"/>
                  <a:pt x="391922" y="94095"/>
                </a:cubicBezTo>
                <a:cubicBezTo>
                  <a:pt x="391922" y="92420"/>
                  <a:pt x="391398" y="91033"/>
                  <a:pt x="390350" y="89934"/>
                </a:cubicBezTo>
                <a:cubicBezTo>
                  <a:pt x="389249" y="88888"/>
                  <a:pt x="386787" y="87920"/>
                  <a:pt x="382962" y="87031"/>
                </a:cubicBezTo>
                <a:cubicBezTo>
                  <a:pt x="365146" y="83107"/>
                  <a:pt x="353854" y="79523"/>
                  <a:pt x="349086" y="76277"/>
                </a:cubicBezTo>
                <a:cubicBezTo>
                  <a:pt x="342483" y="71774"/>
                  <a:pt x="339182" y="65518"/>
                  <a:pt x="339182" y="57510"/>
                </a:cubicBezTo>
                <a:cubicBezTo>
                  <a:pt x="339182" y="50285"/>
                  <a:pt x="342038" y="44212"/>
                  <a:pt x="347749" y="39292"/>
                </a:cubicBezTo>
                <a:cubicBezTo>
                  <a:pt x="353461" y="34371"/>
                  <a:pt x="362316" y="31911"/>
                  <a:pt x="374316" y="31911"/>
                </a:cubicBezTo>
                <a:cubicBezTo>
                  <a:pt x="385739" y="31911"/>
                  <a:pt x="394227" y="33765"/>
                  <a:pt x="399782" y="37472"/>
                </a:cubicBezTo>
                <a:cubicBezTo>
                  <a:pt x="405336" y="41179"/>
                  <a:pt x="409161" y="46661"/>
                  <a:pt x="411257" y="53919"/>
                </a:cubicBezTo>
                <a:lnTo>
                  <a:pt x="390428" y="57849"/>
                </a:lnTo>
                <a:cubicBezTo>
                  <a:pt x="389538" y="54600"/>
                  <a:pt x="387848" y="52111"/>
                  <a:pt x="385359" y="50382"/>
                </a:cubicBezTo>
                <a:cubicBezTo>
                  <a:pt x="382870" y="48652"/>
                  <a:pt x="379320" y="47788"/>
                  <a:pt x="374709" y="47788"/>
                </a:cubicBezTo>
                <a:cubicBezTo>
                  <a:pt x="368892" y="47788"/>
                  <a:pt x="364727" y="48599"/>
                  <a:pt x="362212" y="50222"/>
                </a:cubicBezTo>
                <a:cubicBezTo>
                  <a:pt x="360535" y="51372"/>
                  <a:pt x="359696" y="52862"/>
                  <a:pt x="359696" y="54695"/>
                </a:cubicBezTo>
                <a:cubicBezTo>
                  <a:pt x="359696" y="56263"/>
                  <a:pt x="360430" y="57597"/>
                  <a:pt x="361897" y="58696"/>
                </a:cubicBezTo>
                <a:cubicBezTo>
                  <a:pt x="363888" y="60161"/>
                  <a:pt x="370766" y="62229"/>
                  <a:pt x="382529" y="64898"/>
                </a:cubicBezTo>
                <a:cubicBezTo>
                  <a:pt x="394293" y="67567"/>
                  <a:pt x="402506" y="70841"/>
                  <a:pt x="407170" y="74720"/>
                </a:cubicBezTo>
                <a:cubicBezTo>
                  <a:pt x="411781" y="78653"/>
                  <a:pt x="414087" y="84132"/>
                  <a:pt x="414087" y="91157"/>
                </a:cubicBezTo>
                <a:cubicBezTo>
                  <a:pt x="414087" y="98812"/>
                  <a:pt x="410890" y="105392"/>
                  <a:pt x="404498" y="110898"/>
                </a:cubicBezTo>
                <a:cubicBezTo>
                  <a:pt x="398105" y="116403"/>
                  <a:pt x="388647" y="119155"/>
                  <a:pt x="376124" y="119155"/>
                </a:cubicBezTo>
                <a:cubicBezTo>
                  <a:pt x="364753" y="119155"/>
                  <a:pt x="355753" y="116857"/>
                  <a:pt x="349125" y="112261"/>
                </a:cubicBezTo>
                <a:cubicBezTo>
                  <a:pt x="342496" y="107663"/>
                  <a:pt x="338160" y="101420"/>
                  <a:pt x="336117" y="93532"/>
                </a:cubicBezTo>
                <a:close/>
                <a:moveTo>
                  <a:pt x="433397" y="22479"/>
                </a:moveTo>
                <a:lnTo>
                  <a:pt x="433397" y="2044"/>
                </a:lnTo>
                <a:lnTo>
                  <a:pt x="455484" y="2044"/>
                </a:lnTo>
                <a:lnTo>
                  <a:pt x="455484" y="22479"/>
                </a:lnTo>
                <a:lnTo>
                  <a:pt x="433397" y="22479"/>
                </a:lnTo>
                <a:moveTo>
                  <a:pt x="433397" y="117269"/>
                </a:moveTo>
                <a:lnTo>
                  <a:pt x="433397" y="33797"/>
                </a:lnTo>
                <a:lnTo>
                  <a:pt x="455484" y="33797"/>
                </a:lnTo>
                <a:lnTo>
                  <a:pt x="455484" y="117269"/>
                </a:lnTo>
                <a:lnTo>
                  <a:pt x="433397" y="117269"/>
                </a:lnTo>
                <a:close/>
                <a:moveTo>
                  <a:pt x="468479" y="33797"/>
                </a:moveTo>
                <a:lnTo>
                  <a:pt x="480741" y="33797"/>
                </a:lnTo>
                <a:lnTo>
                  <a:pt x="480741" y="27495"/>
                </a:lnTo>
                <a:cubicBezTo>
                  <a:pt x="480741" y="20457"/>
                  <a:pt x="481487" y="15205"/>
                  <a:pt x="482981" y="11738"/>
                </a:cubicBezTo>
                <a:cubicBezTo>
                  <a:pt x="484474" y="8272"/>
                  <a:pt x="487225" y="5449"/>
                  <a:pt x="491234" y="3269"/>
                </a:cubicBezTo>
                <a:cubicBezTo>
                  <a:pt x="495242" y="1090"/>
                  <a:pt x="500312" y="0"/>
                  <a:pt x="506442" y="0"/>
                </a:cubicBezTo>
                <a:cubicBezTo>
                  <a:pt x="512730" y="0"/>
                  <a:pt x="518887" y="943"/>
                  <a:pt x="524913" y="2830"/>
                </a:cubicBezTo>
                <a:lnTo>
                  <a:pt x="521926" y="18235"/>
                </a:lnTo>
                <a:cubicBezTo>
                  <a:pt x="518416" y="17396"/>
                  <a:pt x="515036" y="16977"/>
                  <a:pt x="511787" y="16977"/>
                </a:cubicBezTo>
                <a:cubicBezTo>
                  <a:pt x="508591" y="16977"/>
                  <a:pt x="506298" y="17728"/>
                  <a:pt x="504910" y="19230"/>
                </a:cubicBezTo>
                <a:cubicBezTo>
                  <a:pt x="503521" y="20730"/>
                  <a:pt x="502827" y="23611"/>
                  <a:pt x="502827" y="27875"/>
                </a:cubicBezTo>
                <a:lnTo>
                  <a:pt x="502827" y="33797"/>
                </a:lnTo>
                <a:lnTo>
                  <a:pt x="519333" y="33797"/>
                </a:lnTo>
                <a:lnTo>
                  <a:pt x="519333" y="51246"/>
                </a:lnTo>
                <a:lnTo>
                  <a:pt x="502827" y="51246"/>
                </a:lnTo>
                <a:lnTo>
                  <a:pt x="502827" y="117269"/>
                </a:lnTo>
                <a:lnTo>
                  <a:pt x="480741" y="117269"/>
                </a:lnTo>
                <a:lnTo>
                  <a:pt x="480741" y="51246"/>
                </a:lnTo>
                <a:lnTo>
                  <a:pt x="468479" y="51246"/>
                </a:lnTo>
                <a:lnTo>
                  <a:pt x="468479" y="33797"/>
                </a:lnTo>
                <a:close/>
                <a:moveTo>
                  <a:pt x="531749" y="22479"/>
                </a:moveTo>
                <a:lnTo>
                  <a:pt x="531749" y="2044"/>
                </a:lnTo>
                <a:lnTo>
                  <a:pt x="553836" y="2044"/>
                </a:lnTo>
                <a:lnTo>
                  <a:pt x="553836" y="22479"/>
                </a:lnTo>
                <a:lnTo>
                  <a:pt x="531749" y="22479"/>
                </a:lnTo>
                <a:moveTo>
                  <a:pt x="531749" y="117269"/>
                </a:moveTo>
                <a:lnTo>
                  <a:pt x="531749" y="33797"/>
                </a:lnTo>
                <a:lnTo>
                  <a:pt x="553836" y="33797"/>
                </a:lnTo>
                <a:lnTo>
                  <a:pt x="553836" y="117269"/>
                </a:lnTo>
                <a:lnTo>
                  <a:pt x="531749" y="117269"/>
                </a:lnTo>
                <a:close/>
                <a:moveTo>
                  <a:pt x="649281" y="58477"/>
                </a:moveTo>
                <a:lnTo>
                  <a:pt x="627509" y="62407"/>
                </a:lnTo>
                <a:cubicBezTo>
                  <a:pt x="626776" y="58084"/>
                  <a:pt x="625112" y="54829"/>
                  <a:pt x="622518" y="52641"/>
                </a:cubicBezTo>
                <a:cubicBezTo>
                  <a:pt x="619925" y="50454"/>
                  <a:pt x="616558" y="49360"/>
                  <a:pt x="612418" y="49360"/>
                </a:cubicBezTo>
                <a:cubicBezTo>
                  <a:pt x="606917" y="49360"/>
                  <a:pt x="602528" y="51254"/>
                  <a:pt x="599253" y="55041"/>
                </a:cubicBezTo>
                <a:cubicBezTo>
                  <a:pt x="595978" y="58829"/>
                  <a:pt x="594341" y="65162"/>
                  <a:pt x="594341" y="74042"/>
                </a:cubicBezTo>
                <a:cubicBezTo>
                  <a:pt x="594341" y="83916"/>
                  <a:pt x="596004" y="90891"/>
                  <a:pt x="599332" y="94967"/>
                </a:cubicBezTo>
                <a:cubicBezTo>
                  <a:pt x="602659" y="99041"/>
                  <a:pt x="607126" y="101078"/>
                  <a:pt x="612733" y="101078"/>
                </a:cubicBezTo>
                <a:cubicBezTo>
                  <a:pt x="616925" y="101078"/>
                  <a:pt x="620357" y="99886"/>
                  <a:pt x="623029" y="97501"/>
                </a:cubicBezTo>
                <a:cubicBezTo>
                  <a:pt x="625702" y="95117"/>
                  <a:pt x="627588" y="91017"/>
                  <a:pt x="628688" y="85201"/>
                </a:cubicBezTo>
                <a:lnTo>
                  <a:pt x="650382" y="88974"/>
                </a:lnTo>
                <a:cubicBezTo>
                  <a:pt x="648128" y="98929"/>
                  <a:pt x="643805" y="106449"/>
                  <a:pt x="637413" y="111531"/>
                </a:cubicBezTo>
                <a:cubicBezTo>
                  <a:pt x="631020" y="116614"/>
                  <a:pt x="622453" y="119155"/>
                  <a:pt x="611711" y="119155"/>
                </a:cubicBezTo>
                <a:cubicBezTo>
                  <a:pt x="599502" y="119155"/>
                  <a:pt x="589769" y="115304"/>
                  <a:pt x="582512" y="107601"/>
                </a:cubicBezTo>
                <a:cubicBezTo>
                  <a:pt x="575254" y="99899"/>
                  <a:pt x="571626" y="89236"/>
                  <a:pt x="571626" y="75612"/>
                </a:cubicBezTo>
                <a:cubicBezTo>
                  <a:pt x="571626" y="61831"/>
                  <a:pt x="575268" y="51102"/>
                  <a:pt x="582551" y="43426"/>
                </a:cubicBezTo>
                <a:cubicBezTo>
                  <a:pt x="589834" y="35749"/>
                  <a:pt x="599685" y="31911"/>
                  <a:pt x="612104" y="31911"/>
                </a:cubicBezTo>
                <a:cubicBezTo>
                  <a:pt x="622269" y="31911"/>
                  <a:pt x="630352" y="34099"/>
                  <a:pt x="636352" y="38474"/>
                </a:cubicBezTo>
                <a:cubicBezTo>
                  <a:pt x="642351" y="42849"/>
                  <a:pt x="646661" y="49517"/>
                  <a:pt x="649281" y="58477"/>
                </a:cubicBezTo>
                <a:close/>
                <a:moveTo>
                  <a:pt x="682504" y="59578"/>
                </a:moveTo>
                <a:lnTo>
                  <a:pt x="662461" y="55962"/>
                </a:lnTo>
                <a:cubicBezTo>
                  <a:pt x="664714" y="47786"/>
                  <a:pt x="668592" y="41734"/>
                  <a:pt x="674094" y="37806"/>
                </a:cubicBezTo>
                <a:cubicBezTo>
                  <a:pt x="679596" y="33876"/>
                  <a:pt x="687770" y="31911"/>
                  <a:pt x="698617" y="31911"/>
                </a:cubicBezTo>
                <a:cubicBezTo>
                  <a:pt x="708468" y="31911"/>
                  <a:pt x="715803" y="33077"/>
                  <a:pt x="720624" y="35409"/>
                </a:cubicBezTo>
                <a:cubicBezTo>
                  <a:pt x="725445" y="37740"/>
                  <a:pt x="728838" y="40701"/>
                  <a:pt x="730803" y="44290"/>
                </a:cubicBezTo>
                <a:cubicBezTo>
                  <a:pt x="732768" y="47880"/>
                  <a:pt x="733750" y="54469"/>
                  <a:pt x="733750" y="64058"/>
                </a:cubicBezTo>
                <a:lnTo>
                  <a:pt x="733514" y="89838"/>
                </a:lnTo>
                <a:cubicBezTo>
                  <a:pt x="733514" y="97174"/>
                  <a:pt x="733868" y="102584"/>
                  <a:pt x="734575" y="106069"/>
                </a:cubicBezTo>
                <a:cubicBezTo>
                  <a:pt x="735283" y="109553"/>
                  <a:pt x="736606" y="113287"/>
                  <a:pt x="738545" y="117269"/>
                </a:cubicBezTo>
                <a:lnTo>
                  <a:pt x="716694" y="117269"/>
                </a:lnTo>
                <a:cubicBezTo>
                  <a:pt x="716118" y="115802"/>
                  <a:pt x="715410" y="113627"/>
                  <a:pt x="714572" y="110745"/>
                </a:cubicBezTo>
                <a:cubicBezTo>
                  <a:pt x="714205" y="109435"/>
                  <a:pt x="713943" y="108571"/>
                  <a:pt x="713786" y="108152"/>
                </a:cubicBezTo>
                <a:cubicBezTo>
                  <a:pt x="710013" y="111820"/>
                  <a:pt x="705979" y="114570"/>
                  <a:pt x="701682" y="116404"/>
                </a:cubicBezTo>
                <a:cubicBezTo>
                  <a:pt x="697385" y="118238"/>
                  <a:pt x="692800" y="119155"/>
                  <a:pt x="687927" y="119155"/>
                </a:cubicBezTo>
                <a:cubicBezTo>
                  <a:pt x="679334" y="119155"/>
                  <a:pt x="672561" y="116833"/>
                  <a:pt x="667609" y="112190"/>
                </a:cubicBezTo>
                <a:cubicBezTo>
                  <a:pt x="662658" y="107546"/>
                  <a:pt x="660182" y="101675"/>
                  <a:pt x="660182" y="94579"/>
                </a:cubicBezTo>
                <a:cubicBezTo>
                  <a:pt x="660182" y="89882"/>
                  <a:pt x="661308" y="85695"/>
                  <a:pt x="663562" y="82018"/>
                </a:cubicBezTo>
                <a:cubicBezTo>
                  <a:pt x="665815" y="78338"/>
                  <a:pt x="668972" y="75520"/>
                  <a:pt x="673033" y="73563"/>
                </a:cubicBezTo>
                <a:cubicBezTo>
                  <a:pt x="677094" y="71607"/>
                  <a:pt x="682949" y="69898"/>
                  <a:pt x="690599" y="68437"/>
                </a:cubicBezTo>
                <a:cubicBezTo>
                  <a:pt x="700922" y="66507"/>
                  <a:pt x="708075" y="64706"/>
                  <a:pt x="712057" y="63036"/>
                </a:cubicBezTo>
                <a:lnTo>
                  <a:pt x="712057" y="60811"/>
                </a:lnTo>
                <a:cubicBezTo>
                  <a:pt x="712057" y="56519"/>
                  <a:pt x="711009" y="53459"/>
                  <a:pt x="708913" y="51632"/>
                </a:cubicBezTo>
                <a:cubicBezTo>
                  <a:pt x="706817" y="49803"/>
                  <a:pt x="702861" y="48888"/>
                  <a:pt x="697045" y="48888"/>
                </a:cubicBezTo>
                <a:cubicBezTo>
                  <a:pt x="693115" y="48888"/>
                  <a:pt x="690049" y="49679"/>
                  <a:pt x="687849" y="51261"/>
                </a:cubicBezTo>
                <a:cubicBezTo>
                  <a:pt x="685648" y="52841"/>
                  <a:pt x="683866" y="55613"/>
                  <a:pt x="682504" y="59578"/>
                </a:cubicBezTo>
                <a:moveTo>
                  <a:pt x="712057" y="77498"/>
                </a:moveTo>
                <a:cubicBezTo>
                  <a:pt x="709227" y="78430"/>
                  <a:pt x="704747" y="79543"/>
                  <a:pt x="698617" y="80839"/>
                </a:cubicBezTo>
                <a:cubicBezTo>
                  <a:pt x="692486" y="82132"/>
                  <a:pt x="688477" y="83400"/>
                  <a:pt x="686591" y="84643"/>
                </a:cubicBezTo>
                <a:cubicBezTo>
                  <a:pt x="683709" y="86662"/>
                  <a:pt x="682268" y="89225"/>
                  <a:pt x="682268" y="92331"/>
                </a:cubicBezTo>
                <a:cubicBezTo>
                  <a:pt x="682268" y="95387"/>
                  <a:pt x="683421" y="98028"/>
                  <a:pt x="685726" y="100255"/>
                </a:cubicBezTo>
                <a:cubicBezTo>
                  <a:pt x="688032" y="102480"/>
                  <a:pt x="690966" y="103593"/>
                  <a:pt x="694529" y="103593"/>
                </a:cubicBezTo>
                <a:cubicBezTo>
                  <a:pt x="698512" y="103593"/>
                  <a:pt x="702311" y="102298"/>
                  <a:pt x="705926" y="99710"/>
                </a:cubicBezTo>
                <a:cubicBezTo>
                  <a:pt x="708599" y="97743"/>
                  <a:pt x="710354" y="95335"/>
                  <a:pt x="711192" y="92486"/>
                </a:cubicBezTo>
                <a:cubicBezTo>
                  <a:pt x="711769" y="90622"/>
                  <a:pt x="712057" y="87077"/>
                  <a:pt x="712057" y="81848"/>
                </a:cubicBezTo>
                <a:lnTo>
                  <a:pt x="712057" y="77498"/>
                </a:lnTo>
                <a:close/>
                <a:moveTo>
                  <a:pt x="793775" y="33797"/>
                </a:moveTo>
                <a:lnTo>
                  <a:pt x="793775" y="51403"/>
                </a:lnTo>
                <a:lnTo>
                  <a:pt x="778684" y="51403"/>
                </a:lnTo>
                <a:lnTo>
                  <a:pt x="778684" y="84990"/>
                </a:lnTo>
                <a:cubicBezTo>
                  <a:pt x="778684" y="91792"/>
                  <a:pt x="778828" y="95755"/>
                  <a:pt x="779116" y="96880"/>
                </a:cubicBezTo>
                <a:cubicBezTo>
                  <a:pt x="779404" y="98003"/>
                  <a:pt x="780059" y="98932"/>
                  <a:pt x="781081" y="99665"/>
                </a:cubicBezTo>
                <a:cubicBezTo>
                  <a:pt x="782103" y="100397"/>
                  <a:pt x="783347" y="100763"/>
                  <a:pt x="784815" y="100763"/>
                </a:cubicBezTo>
                <a:cubicBezTo>
                  <a:pt x="786858" y="100763"/>
                  <a:pt x="789819" y="100056"/>
                  <a:pt x="793696" y="98641"/>
                </a:cubicBezTo>
                <a:lnTo>
                  <a:pt x="795583" y="115840"/>
                </a:lnTo>
                <a:cubicBezTo>
                  <a:pt x="790447" y="118050"/>
                  <a:pt x="784631" y="119155"/>
                  <a:pt x="778134" y="119155"/>
                </a:cubicBezTo>
                <a:cubicBezTo>
                  <a:pt x="774151" y="119155"/>
                  <a:pt x="770562" y="118487"/>
                  <a:pt x="767366" y="117151"/>
                </a:cubicBezTo>
                <a:cubicBezTo>
                  <a:pt x="764169" y="115815"/>
                  <a:pt x="761824" y="114086"/>
                  <a:pt x="760331" y="111964"/>
                </a:cubicBezTo>
                <a:cubicBezTo>
                  <a:pt x="758838" y="109841"/>
                  <a:pt x="757803" y="106973"/>
                  <a:pt x="757226" y="103357"/>
                </a:cubicBezTo>
                <a:cubicBezTo>
                  <a:pt x="756755" y="100790"/>
                  <a:pt x="756519" y="95602"/>
                  <a:pt x="756519" y="87795"/>
                </a:cubicBezTo>
                <a:lnTo>
                  <a:pt x="756519" y="51403"/>
                </a:lnTo>
                <a:lnTo>
                  <a:pt x="746380" y="51403"/>
                </a:lnTo>
                <a:lnTo>
                  <a:pt x="746380" y="33797"/>
                </a:lnTo>
                <a:lnTo>
                  <a:pt x="756519" y="33797"/>
                </a:lnTo>
                <a:lnTo>
                  <a:pt x="756519" y="17134"/>
                </a:lnTo>
                <a:lnTo>
                  <a:pt x="778684" y="4087"/>
                </a:lnTo>
                <a:lnTo>
                  <a:pt x="778684" y="33797"/>
                </a:lnTo>
                <a:lnTo>
                  <a:pt x="793775" y="33797"/>
                </a:lnTo>
                <a:close/>
                <a:moveTo>
                  <a:pt x="809100" y="22479"/>
                </a:moveTo>
                <a:lnTo>
                  <a:pt x="809100" y="2044"/>
                </a:lnTo>
                <a:lnTo>
                  <a:pt x="831186" y="2044"/>
                </a:lnTo>
                <a:lnTo>
                  <a:pt x="831186" y="22479"/>
                </a:lnTo>
                <a:lnTo>
                  <a:pt x="809100" y="22479"/>
                </a:lnTo>
                <a:moveTo>
                  <a:pt x="809100" y="117269"/>
                </a:moveTo>
                <a:lnTo>
                  <a:pt x="809100" y="33797"/>
                </a:lnTo>
                <a:lnTo>
                  <a:pt x="831186" y="33797"/>
                </a:lnTo>
                <a:lnTo>
                  <a:pt x="831186" y="117269"/>
                </a:lnTo>
                <a:lnTo>
                  <a:pt x="809100" y="117269"/>
                </a:lnTo>
                <a:close/>
                <a:moveTo>
                  <a:pt x="848741" y="74354"/>
                </a:moveTo>
                <a:cubicBezTo>
                  <a:pt x="848741" y="67018"/>
                  <a:pt x="850548" y="59918"/>
                  <a:pt x="854164" y="53054"/>
                </a:cubicBezTo>
                <a:cubicBezTo>
                  <a:pt x="857780" y="46190"/>
                  <a:pt x="862902" y="40950"/>
                  <a:pt x="869530" y="37334"/>
                </a:cubicBezTo>
                <a:cubicBezTo>
                  <a:pt x="876158" y="33719"/>
                  <a:pt x="883560" y="31911"/>
                  <a:pt x="891734" y="31911"/>
                </a:cubicBezTo>
                <a:cubicBezTo>
                  <a:pt x="904362" y="31911"/>
                  <a:pt x="914711" y="36011"/>
                  <a:pt x="922781" y="44212"/>
                </a:cubicBezTo>
                <a:cubicBezTo>
                  <a:pt x="930850" y="52412"/>
                  <a:pt x="934885" y="62774"/>
                  <a:pt x="934885" y="75297"/>
                </a:cubicBezTo>
                <a:cubicBezTo>
                  <a:pt x="934885" y="87926"/>
                  <a:pt x="930811" y="98392"/>
                  <a:pt x="922663" y="106698"/>
                </a:cubicBezTo>
                <a:cubicBezTo>
                  <a:pt x="914515" y="115003"/>
                  <a:pt x="904257" y="119155"/>
                  <a:pt x="891891" y="119155"/>
                </a:cubicBezTo>
                <a:cubicBezTo>
                  <a:pt x="884241" y="119155"/>
                  <a:pt x="876944" y="117426"/>
                  <a:pt x="870002" y="113968"/>
                </a:cubicBezTo>
                <a:cubicBezTo>
                  <a:pt x="863059" y="110510"/>
                  <a:pt x="857780" y="105440"/>
                  <a:pt x="854164" y="98759"/>
                </a:cubicBezTo>
                <a:cubicBezTo>
                  <a:pt x="850548" y="92078"/>
                  <a:pt x="848741" y="83943"/>
                  <a:pt x="848741" y="74354"/>
                </a:cubicBezTo>
                <a:moveTo>
                  <a:pt x="871377" y="75533"/>
                </a:moveTo>
                <a:cubicBezTo>
                  <a:pt x="871377" y="83786"/>
                  <a:pt x="873342" y="90107"/>
                  <a:pt x="877272" y="94495"/>
                </a:cubicBezTo>
                <a:cubicBezTo>
                  <a:pt x="881202" y="98884"/>
                  <a:pt x="886049" y="101078"/>
                  <a:pt x="891813" y="101078"/>
                </a:cubicBezTo>
                <a:cubicBezTo>
                  <a:pt x="897577" y="101078"/>
                  <a:pt x="902410" y="98884"/>
                  <a:pt x="906314" y="94495"/>
                </a:cubicBezTo>
                <a:cubicBezTo>
                  <a:pt x="910218" y="90107"/>
                  <a:pt x="912170" y="83734"/>
                  <a:pt x="912170" y="75376"/>
                </a:cubicBezTo>
                <a:cubicBezTo>
                  <a:pt x="912170" y="67228"/>
                  <a:pt x="910218" y="60960"/>
                  <a:pt x="906314" y="56571"/>
                </a:cubicBezTo>
                <a:cubicBezTo>
                  <a:pt x="902410" y="52183"/>
                  <a:pt x="897577" y="49989"/>
                  <a:pt x="891813" y="49989"/>
                </a:cubicBezTo>
                <a:cubicBezTo>
                  <a:pt x="886049" y="49989"/>
                  <a:pt x="881202" y="52183"/>
                  <a:pt x="877272" y="56571"/>
                </a:cubicBezTo>
                <a:cubicBezTo>
                  <a:pt x="873342" y="60960"/>
                  <a:pt x="871377" y="67280"/>
                  <a:pt x="871377" y="75533"/>
                </a:cubicBezTo>
                <a:close/>
                <a:moveTo>
                  <a:pt x="1028129" y="117269"/>
                </a:moveTo>
                <a:lnTo>
                  <a:pt x="1006042" y="117269"/>
                </a:lnTo>
                <a:lnTo>
                  <a:pt x="1006042" y="74718"/>
                </a:lnTo>
                <a:cubicBezTo>
                  <a:pt x="1006042" y="65715"/>
                  <a:pt x="1005571" y="59892"/>
                  <a:pt x="1004628" y="57249"/>
                </a:cubicBezTo>
                <a:cubicBezTo>
                  <a:pt x="1003684" y="54606"/>
                  <a:pt x="1002152" y="52552"/>
                  <a:pt x="1000030" y="51087"/>
                </a:cubicBezTo>
                <a:cubicBezTo>
                  <a:pt x="997908" y="49621"/>
                  <a:pt x="995353" y="48888"/>
                  <a:pt x="992366" y="48888"/>
                </a:cubicBezTo>
                <a:cubicBezTo>
                  <a:pt x="988541" y="48888"/>
                  <a:pt x="985109" y="49935"/>
                  <a:pt x="982070" y="52030"/>
                </a:cubicBezTo>
                <a:cubicBezTo>
                  <a:pt x="979031" y="54122"/>
                  <a:pt x="976948" y="56896"/>
                  <a:pt x="975821" y="60351"/>
                </a:cubicBezTo>
                <a:cubicBezTo>
                  <a:pt x="974695" y="63805"/>
                  <a:pt x="974131" y="70190"/>
                  <a:pt x="974131" y="79507"/>
                </a:cubicBezTo>
                <a:lnTo>
                  <a:pt x="974131" y="117269"/>
                </a:lnTo>
                <a:lnTo>
                  <a:pt x="952045" y="117269"/>
                </a:lnTo>
                <a:lnTo>
                  <a:pt x="952045" y="33797"/>
                </a:lnTo>
                <a:lnTo>
                  <a:pt x="972559" y="33797"/>
                </a:lnTo>
                <a:lnTo>
                  <a:pt x="972559" y="46059"/>
                </a:lnTo>
                <a:cubicBezTo>
                  <a:pt x="979843" y="36627"/>
                  <a:pt x="989013" y="31911"/>
                  <a:pt x="1000069" y="31911"/>
                </a:cubicBezTo>
                <a:cubicBezTo>
                  <a:pt x="1004942" y="31911"/>
                  <a:pt x="1009396" y="32789"/>
                  <a:pt x="1013431" y="34544"/>
                </a:cubicBezTo>
                <a:cubicBezTo>
                  <a:pt x="1017465" y="36299"/>
                  <a:pt x="1020518" y="38539"/>
                  <a:pt x="1022587" y="41264"/>
                </a:cubicBezTo>
                <a:cubicBezTo>
                  <a:pt x="1024657" y="43989"/>
                  <a:pt x="1026098" y="47081"/>
                  <a:pt x="1026910" y="50539"/>
                </a:cubicBezTo>
                <a:cubicBezTo>
                  <a:pt x="1027723" y="53997"/>
                  <a:pt x="1028129" y="58949"/>
                  <a:pt x="1028129" y="65394"/>
                </a:cubicBezTo>
                <a:lnTo>
                  <a:pt x="1028129" y="117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DAA54-4F5B-478F-BFA2-13F916A0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20" y="480786"/>
            <a:ext cx="482918" cy="482906"/>
          </a:xfrm>
          <a:custGeom xmlns:a="http://schemas.openxmlformats.org/drawingml/2006/main">
            <a:pathLst>
              <a:path w="482918" h="482906">
                <a:moveTo>
                  <a:pt x="0" y="482906"/>
                </a:moveTo>
                <a:lnTo>
                  <a:pt x="482918" y="482906"/>
                </a:lnTo>
                <a:lnTo>
                  <a:pt x="482918" y="0"/>
                </a:lnTo>
                <a:lnTo>
                  <a:pt x="0" y="0"/>
                </a:lnTo>
                <a:lnTo>
                  <a:pt x="0" y="4829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5578cce4e445a"/>
          <a:stretch xmlns:a="http://schemas.openxmlformats.org/drawingml/2006/main"/>
        </p:blipFill>
        <p:spPr>
          <a:xfrm xmlns:a="http://schemas.openxmlformats.org/drawingml/2006/main">
            <a:off x="821523" y="480782"/>
            <a:ext cx="482909" cy="482909"/>
          </a:xfrm>
          <a:prstGeom xmlns:a="http://schemas.openxmlformats.org/drawingml/2006/main" prst="rect">
            <a:avLst/>
          </a:prstGeom>
        </p:spPr>
      </p:pic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8DAEA-845A-4910-BED6-6DA7EADC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17" y="1664722"/>
            <a:ext cx="2816966" cy="809673"/>
          </a:xfrm>
          <a:custGeom xmlns:a="http://schemas.openxmlformats.org/drawingml/2006/main">
            <a:pathLst>
              <a:path w="2816966" h="809673">
                <a:moveTo>
                  <a:pt x="0" y="0"/>
                </a:moveTo>
                <a:lnTo>
                  <a:pt x="2615770" y="0"/>
                </a:lnTo>
                <a:lnTo>
                  <a:pt x="2816966" y="201225"/>
                </a:lnTo>
                <a:lnTo>
                  <a:pt x="2816966" y="809673"/>
                </a:lnTo>
                <a:lnTo>
                  <a:pt x="0" y="80967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883BC-3DD2-430F-931B-0590EFDC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17" y="1664722"/>
            <a:ext cx="2816966" cy="809673"/>
          </a:xfrm>
          <a:custGeom xmlns:a="http://schemas.openxmlformats.org/drawingml/2006/main">
            <a:pathLst>
              <a:path w="2816966" h="809673" fill="none">
                <a:moveTo>
                  <a:pt x="0" y="0"/>
                </a:moveTo>
                <a:lnTo>
                  <a:pt x="2615770" y="0"/>
                </a:lnTo>
                <a:lnTo>
                  <a:pt x="2816966" y="201225"/>
                </a:lnTo>
                <a:lnTo>
                  <a:pt x="2816966" y="809673"/>
                </a:lnTo>
                <a:lnTo>
                  <a:pt x="0" y="8096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C3622-A526-4B68-BB38-D7A3B7F5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587" y="1664722"/>
            <a:ext cx="201197" cy="201225"/>
          </a:xfrm>
          <a:custGeom xmlns:a="http://schemas.openxmlformats.org/drawingml/2006/main">
            <a:pathLst>
              <a:path w="201197" h="201225">
                <a:moveTo>
                  <a:pt x="0" y="0"/>
                </a:moveTo>
                <a:lnTo>
                  <a:pt x="0" y="201225"/>
                </a:lnTo>
                <a:lnTo>
                  <a:pt x="201197" y="2012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A0062-850A-4EDE-82D6-AF20D3C0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587" y="1664722"/>
            <a:ext cx="201197" cy="201225"/>
          </a:xfrm>
          <a:custGeom xmlns:a="http://schemas.openxmlformats.org/drawingml/2006/main">
            <a:pathLst>
              <a:path w="201197" h="201225" fill="none">
                <a:moveTo>
                  <a:pt x="0" y="0"/>
                </a:moveTo>
                <a:lnTo>
                  <a:pt x="0" y="201225"/>
                </a:lnTo>
                <a:lnTo>
                  <a:pt x="201197" y="201225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37" name="Text 1.IsOpenSource">
            <a:extLst xmlns:a="http://schemas.openxmlformats.org/drawingml/2006/main">
              <a:ext uri="{FF2B5EF4-FFF2-40B4-BE49-F238E27FC236}">
                <a16:creationId xmlns:a16="http://schemas.microsoft.com/office/drawing/2014/main" id="{AD5609D6-728D-4436-B870-CD4C71FB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77" y="1716589"/>
            <a:ext cx="1273233" cy="149337"/>
          </a:xfrm>
          <a:custGeom xmlns:a="http://schemas.openxmlformats.org/drawingml/2006/main">
            <a:pathLst>
              <a:path w="1273233" h="149337">
                <a:moveTo>
                  <a:pt x="42443" y="117269"/>
                </a:moveTo>
                <a:lnTo>
                  <a:pt x="28295" y="117269"/>
                </a:lnTo>
                <a:lnTo>
                  <a:pt x="28295" y="27116"/>
                </a:lnTo>
                <a:cubicBezTo>
                  <a:pt x="24890" y="30365"/>
                  <a:pt x="20423" y="33614"/>
                  <a:pt x="14894" y="36863"/>
                </a:cubicBezTo>
                <a:cubicBezTo>
                  <a:pt x="9366" y="40111"/>
                  <a:pt x="4402" y="42548"/>
                  <a:pt x="0" y="44172"/>
                </a:cubicBezTo>
                <a:lnTo>
                  <a:pt x="0" y="30496"/>
                </a:lnTo>
                <a:cubicBezTo>
                  <a:pt x="7912" y="26776"/>
                  <a:pt x="14829" y="22270"/>
                  <a:pt x="20750" y="16977"/>
                </a:cubicBezTo>
                <a:cubicBezTo>
                  <a:pt x="26671" y="11685"/>
                  <a:pt x="30863" y="6550"/>
                  <a:pt x="33326" y="1572"/>
                </a:cubicBezTo>
                <a:lnTo>
                  <a:pt x="42443" y="1572"/>
                </a:lnTo>
                <a:lnTo>
                  <a:pt x="42443" y="117269"/>
                </a:lnTo>
                <a:close/>
                <a:moveTo>
                  <a:pt x="86591" y="117269"/>
                </a:moveTo>
                <a:lnTo>
                  <a:pt x="86591" y="101078"/>
                </a:lnTo>
                <a:lnTo>
                  <a:pt x="102704" y="101078"/>
                </a:lnTo>
                <a:lnTo>
                  <a:pt x="102704" y="117269"/>
                </a:lnTo>
                <a:lnTo>
                  <a:pt x="86591" y="117269"/>
                </a:lnTo>
                <a:close/>
                <a:moveTo>
                  <a:pt x="176483" y="117269"/>
                </a:moveTo>
                <a:lnTo>
                  <a:pt x="176483" y="2044"/>
                </a:lnTo>
                <a:lnTo>
                  <a:pt x="191731" y="2044"/>
                </a:lnTo>
                <a:lnTo>
                  <a:pt x="191731" y="117269"/>
                </a:lnTo>
                <a:lnTo>
                  <a:pt x="176483" y="117269"/>
                </a:lnTo>
                <a:close/>
                <a:moveTo>
                  <a:pt x="211172" y="92275"/>
                </a:moveTo>
                <a:lnTo>
                  <a:pt x="225163" y="90074"/>
                </a:lnTo>
                <a:cubicBezTo>
                  <a:pt x="225949" y="95656"/>
                  <a:pt x="228136" y="99934"/>
                  <a:pt x="231726" y="102908"/>
                </a:cubicBezTo>
                <a:cubicBezTo>
                  <a:pt x="235315" y="105880"/>
                  <a:pt x="240332" y="107366"/>
                  <a:pt x="246777" y="107366"/>
                </a:cubicBezTo>
                <a:cubicBezTo>
                  <a:pt x="253275" y="107366"/>
                  <a:pt x="258096" y="106053"/>
                  <a:pt x="261240" y="103428"/>
                </a:cubicBezTo>
                <a:cubicBezTo>
                  <a:pt x="264383" y="100802"/>
                  <a:pt x="265955" y="97722"/>
                  <a:pt x="265955" y="94188"/>
                </a:cubicBezTo>
                <a:cubicBezTo>
                  <a:pt x="265955" y="91016"/>
                  <a:pt x="264567" y="88521"/>
                  <a:pt x="261790" y="86702"/>
                </a:cubicBezTo>
                <a:cubicBezTo>
                  <a:pt x="259851" y="85454"/>
                  <a:pt x="255030" y="83868"/>
                  <a:pt x="247328" y="81944"/>
                </a:cubicBezTo>
                <a:cubicBezTo>
                  <a:pt x="236953" y="79322"/>
                  <a:pt x="229761" y="77054"/>
                  <a:pt x="225752" y="75140"/>
                </a:cubicBezTo>
                <a:cubicBezTo>
                  <a:pt x="221744" y="73226"/>
                  <a:pt x="218705" y="70577"/>
                  <a:pt x="216635" y="67194"/>
                </a:cubicBezTo>
                <a:cubicBezTo>
                  <a:pt x="214565" y="63811"/>
                  <a:pt x="213530" y="60075"/>
                  <a:pt x="213530" y="55984"/>
                </a:cubicBezTo>
                <a:cubicBezTo>
                  <a:pt x="213530" y="52261"/>
                  <a:pt x="214382" y="48812"/>
                  <a:pt x="216085" y="45639"/>
                </a:cubicBezTo>
                <a:cubicBezTo>
                  <a:pt x="217788" y="42465"/>
                  <a:pt x="220106" y="39830"/>
                  <a:pt x="223041" y="37732"/>
                </a:cubicBezTo>
                <a:cubicBezTo>
                  <a:pt x="225241" y="36106"/>
                  <a:pt x="228241" y="34730"/>
                  <a:pt x="232040" y="33603"/>
                </a:cubicBezTo>
                <a:cubicBezTo>
                  <a:pt x="235839" y="32475"/>
                  <a:pt x="239913" y="31911"/>
                  <a:pt x="244262" y="31911"/>
                </a:cubicBezTo>
                <a:cubicBezTo>
                  <a:pt x="250812" y="31911"/>
                  <a:pt x="256563" y="32861"/>
                  <a:pt x="261515" y="34760"/>
                </a:cubicBezTo>
                <a:cubicBezTo>
                  <a:pt x="266466" y="36658"/>
                  <a:pt x="270121" y="39230"/>
                  <a:pt x="272479" y="42475"/>
                </a:cubicBezTo>
                <a:cubicBezTo>
                  <a:pt x="274837" y="45719"/>
                  <a:pt x="276461" y="50057"/>
                  <a:pt x="277352" y="55491"/>
                </a:cubicBezTo>
                <a:lnTo>
                  <a:pt x="263519" y="57377"/>
                </a:lnTo>
                <a:cubicBezTo>
                  <a:pt x="262890" y="53080"/>
                  <a:pt x="261069" y="49727"/>
                  <a:pt x="258056" y="47316"/>
                </a:cubicBezTo>
                <a:cubicBezTo>
                  <a:pt x="255043" y="44906"/>
                  <a:pt x="250786" y="43701"/>
                  <a:pt x="245284" y="43701"/>
                </a:cubicBezTo>
                <a:cubicBezTo>
                  <a:pt x="238787" y="43701"/>
                  <a:pt x="234149" y="44770"/>
                  <a:pt x="231372" y="46909"/>
                </a:cubicBezTo>
                <a:cubicBezTo>
                  <a:pt x="228595" y="49045"/>
                  <a:pt x="227206" y="51548"/>
                  <a:pt x="227206" y="54417"/>
                </a:cubicBezTo>
                <a:cubicBezTo>
                  <a:pt x="227206" y="56241"/>
                  <a:pt x="227783" y="57884"/>
                  <a:pt x="228935" y="59344"/>
                </a:cubicBezTo>
                <a:cubicBezTo>
                  <a:pt x="230088" y="60856"/>
                  <a:pt x="231896" y="62107"/>
                  <a:pt x="234359" y="63097"/>
                </a:cubicBezTo>
                <a:cubicBezTo>
                  <a:pt x="235774" y="63620"/>
                  <a:pt x="239939" y="64819"/>
                  <a:pt x="246856" y="66696"/>
                </a:cubicBezTo>
                <a:cubicBezTo>
                  <a:pt x="256864" y="69366"/>
                  <a:pt x="263846" y="71553"/>
                  <a:pt x="267802" y="73254"/>
                </a:cubicBezTo>
                <a:cubicBezTo>
                  <a:pt x="271759" y="74955"/>
                  <a:pt x="274863" y="77429"/>
                  <a:pt x="277116" y="80676"/>
                </a:cubicBezTo>
                <a:cubicBezTo>
                  <a:pt x="279370" y="83922"/>
                  <a:pt x="280496" y="87953"/>
                  <a:pt x="280496" y="92768"/>
                </a:cubicBezTo>
                <a:cubicBezTo>
                  <a:pt x="280496" y="97481"/>
                  <a:pt x="279121" y="101919"/>
                  <a:pt x="276370" y="106081"/>
                </a:cubicBezTo>
                <a:cubicBezTo>
                  <a:pt x="273619" y="110242"/>
                  <a:pt x="269650" y="113461"/>
                  <a:pt x="264462" y="115739"/>
                </a:cubicBezTo>
                <a:cubicBezTo>
                  <a:pt x="259275" y="118017"/>
                  <a:pt x="253406" y="119155"/>
                  <a:pt x="246856" y="119155"/>
                </a:cubicBezTo>
                <a:cubicBezTo>
                  <a:pt x="236009" y="119155"/>
                  <a:pt x="227743" y="116896"/>
                  <a:pt x="222058" y="112376"/>
                </a:cubicBezTo>
                <a:cubicBezTo>
                  <a:pt x="216373" y="107857"/>
                  <a:pt x="212744" y="101156"/>
                  <a:pt x="211172" y="92275"/>
                </a:cubicBezTo>
                <a:close/>
                <a:moveTo>
                  <a:pt x="339236" y="61110"/>
                </a:moveTo>
                <a:cubicBezTo>
                  <a:pt x="339236" y="41996"/>
                  <a:pt x="344371" y="27033"/>
                  <a:pt x="354642" y="16221"/>
                </a:cubicBezTo>
                <a:cubicBezTo>
                  <a:pt x="364912" y="5407"/>
                  <a:pt x="378169" y="0"/>
                  <a:pt x="394412" y="0"/>
                </a:cubicBezTo>
                <a:cubicBezTo>
                  <a:pt x="405049" y="0"/>
                  <a:pt x="414639" y="2540"/>
                  <a:pt x="423180" y="7619"/>
                </a:cubicBezTo>
                <a:cubicBezTo>
                  <a:pt x="431721" y="12699"/>
                  <a:pt x="438231" y="19781"/>
                  <a:pt x="442711" y="28868"/>
                </a:cubicBezTo>
                <a:cubicBezTo>
                  <a:pt x="447191" y="37952"/>
                  <a:pt x="449431" y="48255"/>
                  <a:pt x="449431" y="59774"/>
                </a:cubicBezTo>
                <a:cubicBezTo>
                  <a:pt x="449431" y="71451"/>
                  <a:pt x="447073" y="81898"/>
                  <a:pt x="442358" y="91115"/>
                </a:cubicBezTo>
                <a:cubicBezTo>
                  <a:pt x="437642" y="100331"/>
                  <a:pt x="430961" y="107308"/>
                  <a:pt x="422315" y="112047"/>
                </a:cubicBezTo>
                <a:cubicBezTo>
                  <a:pt x="413669" y="116786"/>
                  <a:pt x="404342" y="119155"/>
                  <a:pt x="394334" y="119155"/>
                </a:cubicBezTo>
                <a:cubicBezTo>
                  <a:pt x="383487" y="119155"/>
                  <a:pt x="373793" y="116537"/>
                  <a:pt x="365252" y="111300"/>
                </a:cubicBezTo>
                <a:cubicBezTo>
                  <a:pt x="356711" y="106064"/>
                  <a:pt x="350240" y="98916"/>
                  <a:pt x="345839" y="89858"/>
                </a:cubicBezTo>
                <a:cubicBezTo>
                  <a:pt x="341437" y="80799"/>
                  <a:pt x="339236" y="71217"/>
                  <a:pt x="339236" y="61110"/>
                </a:cubicBezTo>
                <a:moveTo>
                  <a:pt x="354956" y="61309"/>
                </a:moveTo>
                <a:cubicBezTo>
                  <a:pt x="354956" y="75220"/>
                  <a:pt x="358689" y="86177"/>
                  <a:pt x="366156" y="94181"/>
                </a:cubicBezTo>
                <a:cubicBezTo>
                  <a:pt x="373623" y="102185"/>
                  <a:pt x="382989" y="106187"/>
                  <a:pt x="394255" y="106187"/>
                </a:cubicBezTo>
                <a:cubicBezTo>
                  <a:pt x="405731" y="106187"/>
                  <a:pt x="415176" y="102145"/>
                  <a:pt x="422590" y="94063"/>
                </a:cubicBezTo>
                <a:cubicBezTo>
                  <a:pt x="430005" y="85979"/>
                  <a:pt x="433712" y="74510"/>
                  <a:pt x="433712" y="59656"/>
                </a:cubicBezTo>
                <a:cubicBezTo>
                  <a:pt x="433712" y="50260"/>
                  <a:pt x="432127" y="42059"/>
                  <a:pt x="428957" y="35052"/>
                </a:cubicBezTo>
                <a:cubicBezTo>
                  <a:pt x="425786" y="28046"/>
                  <a:pt x="421149" y="22613"/>
                  <a:pt x="415045" y="18756"/>
                </a:cubicBezTo>
                <a:cubicBezTo>
                  <a:pt x="408940" y="14898"/>
                  <a:pt x="402089" y="12969"/>
                  <a:pt x="394491" y="12969"/>
                </a:cubicBezTo>
                <a:cubicBezTo>
                  <a:pt x="383697" y="12969"/>
                  <a:pt x="374409" y="16683"/>
                  <a:pt x="366628" y="24110"/>
                </a:cubicBezTo>
                <a:cubicBezTo>
                  <a:pt x="358847" y="31536"/>
                  <a:pt x="354956" y="43936"/>
                  <a:pt x="354956" y="61309"/>
                </a:cubicBezTo>
                <a:close/>
                <a:moveTo>
                  <a:pt x="467300" y="149337"/>
                </a:moveTo>
                <a:lnTo>
                  <a:pt x="467300" y="33797"/>
                </a:lnTo>
                <a:lnTo>
                  <a:pt x="480191" y="33797"/>
                </a:lnTo>
                <a:lnTo>
                  <a:pt x="480191" y="44565"/>
                </a:lnTo>
                <a:cubicBezTo>
                  <a:pt x="483230" y="40347"/>
                  <a:pt x="486662" y="37184"/>
                  <a:pt x="490487" y="35075"/>
                </a:cubicBezTo>
                <a:cubicBezTo>
                  <a:pt x="494312" y="32966"/>
                  <a:pt x="498949" y="31911"/>
                  <a:pt x="504399" y="31911"/>
                </a:cubicBezTo>
                <a:cubicBezTo>
                  <a:pt x="511525" y="31911"/>
                  <a:pt x="517813" y="33745"/>
                  <a:pt x="523263" y="37413"/>
                </a:cubicBezTo>
                <a:cubicBezTo>
                  <a:pt x="528712" y="41081"/>
                  <a:pt x="532825" y="46255"/>
                  <a:pt x="535602" y="52936"/>
                </a:cubicBezTo>
                <a:cubicBezTo>
                  <a:pt x="538380" y="59617"/>
                  <a:pt x="539768" y="66940"/>
                  <a:pt x="539768" y="74904"/>
                </a:cubicBezTo>
                <a:cubicBezTo>
                  <a:pt x="539768" y="83445"/>
                  <a:pt x="538236" y="91135"/>
                  <a:pt x="535170" y="97973"/>
                </a:cubicBezTo>
                <a:cubicBezTo>
                  <a:pt x="532105" y="104811"/>
                  <a:pt x="527651" y="110051"/>
                  <a:pt x="521808" y="113693"/>
                </a:cubicBezTo>
                <a:cubicBezTo>
                  <a:pt x="515966" y="117335"/>
                  <a:pt x="509822" y="119155"/>
                  <a:pt x="503377" y="119155"/>
                </a:cubicBezTo>
                <a:cubicBezTo>
                  <a:pt x="498661" y="119155"/>
                  <a:pt x="494430" y="118147"/>
                  <a:pt x="490683" y="116129"/>
                </a:cubicBezTo>
                <a:cubicBezTo>
                  <a:pt x="486937" y="114110"/>
                  <a:pt x="483858" y="111561"/>
                  <a:pt x="481448" y="108481"/>
                </a:cubicBezTo>
                <a:lnTo>
                  <a:pt x="481448" y="149337"/>
                </a:lnTo>
                <a:lnTo>
                  <a:pt x="467300" y="149337"/>
                </a:lnTo>
                <a:moveTo>
                  <a:pt x="480112" y="75887"/>
                </a:moveTo>
                <a:cubicBezTo>
                  <a:pt x="480112" y="86616"/>
                  <a:pt x="482286" y="94544"/>
                  <a:pt x="486636" y="99673"/>
                </a:cubicBezTo>
                <a:cubicBezTo>
                  <a:pt x="490985" y="104801"/>
                  <a:pt x="496251" y="107366"/>
                  <a:pt x="502434" y="107366"/>
                </a:cubicBezTo>
                <a:cubicBezTo>
                  <a:pt x="508722" y="107366"/>
                  <a:pt x="514106" y="104710"/>
                  <a:pt x="518586" y="99398"/>
                </a:cubicBezTo>
                <a:cubicBezTo>
                  <a:pt x="523066" y="94086"/>
                  <a:pt x="525306" y="85856"/>
                  <a:pt x="525306" y="74708"/>
                </a:cubicBezTo>
                <a:cubicBezTo>
                  <a:pt x="525306" y="64084"/>
                  <a:pt x="523118" y="56129"/>
                  <a:pt x="518743" y="50843"/>
                </a:cubicBezTo>
                <a:cubicBezTo>
                  <a:pt x="514368" y="45558"/>
                  <a:pt x="509141" y="42915"/>
                  <a:pt x="503063" y="42915"/>
                </a:cubicBezTo>
                <a:cubicBezTo>
                  <a:pt x="497037" y="42915"/>
                  <a:pt x="491705" y="45728"/>
                  <a:pt x="487068" y="51354"/>
                </a:cubicBezTo>
                <a:cubicBezTo>
                  <a:pt x="482431" y="56981"/>
                  <a:pt x="480112" y="65158"/>
                  <a:pt x="480112" y="75887"/>
                </a:cubicBezTo>
                <a:close/>
                <a:moveTo>
                  <a:pt x="613941" y="90388"/>
                </a:moveTo>
                <a:lnTo>
                  <a:pt x="628560" y="92196"/>
                </a:lnTo>
                <a:cubicBezTo>
                  <a:pt x="626254" y="100737"/>
                  <a:pt x="621984" y="107366"/>
                  <a:pt x="615748" y="112082"/>
                </a:cubicBezTo>
                <a:cubicBezTo>
                  <a:pt x="609513" y="116797"/>
                  <a:pt x="601548" y="119155"/>
                  <a:pt x="591854" y="119155"/>
                </a:cubicBezTo>
                <a:cubicBezTo>
                  <a:pt x="579646" y="119155"/>
                  <a:pt x="569965" y="115396"/>
                  <a:pt x="562812" y="107877"/>
                </a:cubicBezTo>
                <a:cubicBezTo>
                  <a:pt x="555660" y="100357"/>
                  <a:pt x="552084" y="89812"/>
                  <a:pt x="552084" y="76241"/>
                </a:cubicBezTo>
                <a:cubicBezTo>
                  <a:pt x="552084" y="62198"/>
                  <a:pt x="555699" y="51299"/>
                  <a:pt x="562930" y="43544"/>
                </a:cubicBezTo>
                <a:cubicBezTo>
                  <a:pt x="570161" y="35789"/>
                  <a:pt x="579541" y="31911"/>
                  <a:pt x="591068" y="31911"/>
                </a:cubicBezTo>
                <a:cubicBezTo>
                  <a:pt x="602229" y="31911"/>
                  <a:pt x="611347" y="35704"/>
                  <a:pt x="618421" y="43291"/>
                </a:cubicBezTo>
                <a:cubicBezTo>
                  <a:pt x="625495" y="50875"/>
                  <a:pt x="629032" y="61547"/>
                  <a:pt x="629032" y="75305"/>
                </a:cubicBezTo>
                <a:cubicBezTo>
                  <a:pt x="629032" y="76142"/>
                  <a:pt x="629005" y="77397"/>
                  <a:pt x="628953" y="79070"/>
                </a:cubicBezTo>
                <a:lnTo>
                  <a:pt x="566703" y="79070"/>
                </a:lnTo>
                <a:cubicBezTo>
                  <a:pt x="567227" y="88214"/>
                  <a:pt x="569821" y="95216"/>
                  <a:pt x="574484" y="100076"/>
                </a:cubicBezTo>
                <a:cubicBezTo>
                  <a:pt x="579148" y="104936"/>
                  <a:pt x="584964" y="107366"/>
                  <a:pt x="591933" y="107366"/>
                </a:cubicBezTo>
                <a:cubicBezTo>
                  <a:pt x="597121" y="107366"/>
                  <a:pt x="601548" y="106016"/>
                  <a:pt x="605216" y="103318"/>
                </a:cubicBezTo>
                <a:cubicBezTo>
                  <a:pt x="608884" y="100618"/>
                  <a:pt x="611792" y="96308"/>
                  <a:pt x="613941" y="90388"/>
                </a:cubicBezTo>
                <a:moveTo>
                  <a:pt x="567489" y="67280"/>
                </a:moveTo>
                <a:lnTo>
                  <a:pt x="614098" y="67280"/>
                </a:lnTo>
                <a:cubicBezTo>
                  <a:pt x="613469" y="60374"/>
                  <a:pt x="611688" y="55193"/>
                  <a:pt x="608753" y="51740"/>
                </a:cubicBezTo>
                <a:cubicBezTo>
                  <a:pt x="604247" y="46381"/>
                  <a:pt x="598404" y="43701"/>
                  <a:pt x="591226" y="43701"/>
                </a:cubicBezTo>
                <a:cubicBezTo>
                  <a:pt x="584728" y="43701"/>
                  <a:pt x="579266" y="45840"/>
                  <a:pt x="574838" y="50119"/>
                </a:cubicBezTo>
                <a:cubicBezTo>
                  <a:pt x="570410" y="54396"/>
                  <a:pt x="567961" y="60116"/>
                  <a:pt x="567489" y="67280"/>
                </a:cubicBezTo>
                <a:close/>
                <a:moveTo>
                  <a:pt x="646299" y="117269"/>
                </a:moveTo>
                <a:lnTo>
                  <a:pt x="646299" y="33797"/>
                </a:lnTo>
                <a:lnTo>
                  <a:pt x="659032" y="33797"/>
                </a:lnTo>
                <a:lnTo>
                  <a:pt x="659032" y="45587"/>
                </a:lnTo>
                <a:cubicBezTo>
                  <a:pt x="665162" y="36470"/>
                  <a:pt x="674018" y="31911"/>
                  <a:pt x="685598" y="31911"/>
                </a:cubicBezTo>
                <a:cubicBezTo>
                  <a:pt x="690628" y="31911"/>
                  <a:pt x="695253" y="32815"/>
                  <a:pt x="699471" y="34623"/>
                </a:cubicBezTo>
                <a:cubicBezTo>
                  <a:pt x="703689" y="36430"/>
                  <a:pt x="706846" y="38801"/>
                  <a:pt x="708942" y="41736"/>
                </a:cubicBezTo>
                <a:cubicBezTo>
                  <a:pt x="711038" y="44670"/>
                  <a:pt x="712505" y="48155"/>
                  <a:pt x="713343" y="52189"/>
                </a:cubicBezTo>
                <a:cubicBezTo>
                  <a:pt x="713867" y="54809"/>
                  <a:pt x="714129" y="59394"/>
                  <a:pt x="714129" y="65944"/>
                </a:cubicBezTo>
                <a:lnTo>
                  <a:pt x="714129" y="117269"/>
                </a:lnTo>
                <a:lnTo>
                  <a:pt x="699982" y="117269"/>
                </a:lnTo>
                <a:lnTo>
                  <a:pt x="699982" y="66440"/>
                </a:lnTo>
                <a:cubicBezTo>
                  <a:pt x="699982" y="60670"/>
                  <a:pt x="699431" y="56355"/>
                  <a:pt x="698331" y="53496"/>
                </a:cubicBezTo>
                <a:cubicBezTo>
                  <a:pt x="697231" y="50637"/>
                  <a:pt x="695279" y="48355"/>
                  <a:pt x="692475" y="46651"/>
                </a:cubicBezTo>
                <a:cubicBezTo>
                  <a:pt x="689672" y="44946"/>
                  <a:pt x="686384" y="44094"/>
                  <a:pt x="682611" y="44094"/>
                </a:cubicBezTo>
                <a:cubicBezTo>
                  <a:pt x="676585" y="44094"/>
                  <a:pt x="671385" y="46009"/>
                  <a:pt x="667009" y="49839"/>
                </a:cubicBezTo>
                <a:cubicBezTo>
                  <a:pt x="662634" y="53667"/>
                  <a:pt x="660446" y="60932"/>
                  <a:pt x="660446" y="71633"/>
                </a:cubicBezTo>
                <a:lnTo>
                  <a:pt x="660446" y="117269"/>
                </a:lnTo>
                <a:lnTo>
                  <a:pt x="646299" y="117269"/>
                </a:lnTo>
                <a:close/>
                <a:moveTo>
                  <a:pt x="777168" y="80171"/>
                </a:moveTo>
                <a:lnTo>
                  <a:pt x="791551" y="78913"/>
                </a:lnTo>
                <a:cubicBezTo>
                  <a:pt x="792232" y="84677"/>
                  <a:pt x="793818" y="89406"/>
                  <a:pt x="796307" y="93100"/>
                </a:cubicBezTo>
                <a:cubicBezTo>
                  <a:pt x="798795" y="96794"/>
                  <a:pt x="802660" y="99781"/>
                  <a:pt x="807900" y="102060"/>
                </a:cubicBezTo>
                <a:cubicBezTo>
                  <a:pt x="813140" y="104340"/>
                  <a:pt x="819035" y="105479"/>
                  <a:pt x="825584" y="105479"/>
                </a:cubicBezTo>
                <a:cubicBezTo>
                  <a:pt x="831401" y="105479"/>
                  <a:pt x="836536" y="104615"/>
                  <a:pt x="840990" y="102885"/>
                </a:cubicBezTo>
                <a:cubicBezTo>
                  <a:pt x="845444" y="101156"/>
                  <a:pt x="848758" y="98785"/>
                  <a:pt x="850932" y="95772"/>
                </a:cubicBezTo>
                <a:cubicBezTo>
                  <a:pt x="853107" y="92759"/>
                  <a:pt x="854194" y="89471"/>
                  <a:pt x="854194" y="85908"/>
                </a:cubicBezTo>
                <a:cubicBezTo>
                  <a:pt x="854194" y="82293"/>
                  <a:pt x="853146" y="79136"/>
                  <a:pt x="851050" y="76437"/>
                </a:cubicBezTo>
                <a:cubicBezTo>
                  <a:pt x="848954" y="73739"/>
                  <a:pt x="845496" y="71472"/>
                  <a:pt x="840675" y="69638"/>
                </a:cubicBezTo>
                <a:cubicBezTo>
                  <a:pt x="837584" y="68433"/>
                  <a:pt x="830746" y="66560"/>
                  <a:pt x="820161" y="64019"/>
                </a:cubicBezTo>
                <a:cubicBezTo>
                  <a:pt x="809577" y="61477"/>
                  <a:pt x="802162" y="59080"/>
                  <a:pt x="797918" y="56827"/>
                </a:cubicBezTo>
                <a:cubicBezTo>
                  <a:pt x="792416" y="53945"/>
                  <a:pt x="788316" y="50369"/>
                  <a:pt x="785617" y="46098"/>
                </a:cubicBezTo>
                <a:cubicBezTo>
                  <a:pt x="782919" y="41828"/>
                  <a:pt x="781569" y="37046"/>
                  <a:pt x="781569" y="31754"/>
                </a:cubicBezTo>
                <a:cubicBezTo>
                  <a:pt x="781569" y="25938"/>
                  <a:pt x="783220" y="20501"/>
                  <a:pt x="786521" y="15445"/>
                </a:cubicBezTo>
                <a:cubicBezTo>
                  <a:pt x="789822" y="10388"/>
                  <a:pt x="794643" y="6550"/>
                  <a:pt x="800983" y="3930"/>
                </a:cubicBezTo>
                <a:cubicBezTo>
                  <a:pt x="807323" y="1310"/>
                  <a:pt x="814371" y="0"/>
                  <a:pt x="822126" y="0"/>
                </a:cubicBezTo>
                <a:cubicBezTo>
                  <a:pt x="830667" y="0"/>
                  <a:pt x="838200" y="1375"/>
                  <a:pt x="844723" y="4126"/>
                </a:cubicBezTo>
                <a:cubicBezTo>
                  <a:pt x="851247" y="6877"/>
                  <a:pt x="856264" y="10925"/>
                  <a:pt x="859775" y="16270"/>
                </a:cubicBezTo>
                <a:cubicBezTo>
                  <a:pt x="863286" y="21615"/>
                  <a:pt x="865172" y="27667"/>
                  <a:pt x="865434" y="34426"/>
                </a:cubicBezTo>
                <a:lnTo>
                  <a:pt x="850815" y="35527"/>
                </a:lnTo>
                <a:cubicBezTo>
                  <a:pt x="850029" y="28217"/>
                  <a:pt x="847369" y="22695"/>
                  <a:pt x="842837" y="18962"/>
                </a:cubicBezTo>
                <a:cubicBezTo>
                  <a:pt x="838304" y="15228"/>
                  <a:pt x="831610" y="13362"/>
                  <a:pt x="822755" y="13362"/>
                </a:cubicBezTo>
                <a:cubicBezTo>
                  <a:pt x="813533" y="13362"/>
                  <a:pt x="806813" y="15053"/>
                  <a:pt x="802594" y="18436"/>
                </a:cubicBezTo>
                <a:cubicBezTo>
                  <a:pt x="798376" y="21818"/>
                  <a:pt x="796267" y="25894"/>
                  <a:pt x="796267" y="30666"/>
                </a:cubicBezTo>
                <a:cubicBezTo>
                  <a:pt x="796267" y="34809"/>
                  <a:pt x="797761" y="38217"/>
                  <a:pt x="800747" y="40891"/>
                </a:cubicBezTo>
                <a:cubicBezTo>
                  <a:pt x="803682" y="43567"/>
                  <a:pt x="811345" y="46307"/>
                  <a:pt x="823737" y="49112"/>
                </a:cubicBezTo>
                <a:cubicBezTo>
                  <a:pt x="836130" y="51917"/>
                  <a:pt x="844632" y="54368"/>
                  <a:pt x="849243" y="56466"/>
                </a:cubicBezTo>
                <a:cubicBezTo>
                  <a:pt x="855950" y="59559"/>
                  <a:pt x="860901" y="63479"/>
                  <a:pt x="864098" y="68226"/>
                </a:cubicBezTo>
                <a:cubicBezTo>
                  <a:pt x="867294" y="72971"/>
                  <a:pt x="868892" y="78438"/>
                  <a:pt x="868892" y="84626"/>
                </a:cubicBezTo>
                <a:cubicBezTo>
                  <a:pt x="868892" y="90760"/>
                  <a:pt x="867137" y="96541"/>
                  <a:pt x="863626" y="101969"/>
                </a:cubicBezTo>
                <a:cubicBezTo>
                  <a:pt x="860115" y="107396"/>
                  <a:pt x="855072" y="111617"/>
                  <a:pt x="848496" y="114634"/>
                </a:cubicBezTo>
                <a:cubicBezTo>
                  <a:pt x="841920" y="117648"/>
                  <a:pt x="834518" y="119155"/>
                  <a:pt x="826292" y="119155"/>
                </a:cubicBezTo>
                <a:cubicBezTo>
                  <a:pt x="815864" y="119155"/>
                  <a:pt x="807127" y="117636"/>
                  <a:pt x="800079" y="114597"/>
                </a:cubicBezTo>
                <a:cubicBezTo>
                  <a:pt x="793032" y="111558"/>
                  <a:pt x="787503" y="106986"/>
                  <a:pt x="783495" y="100881"/>
                </a:cubicBezTo>
                <a:cubicBezTo>
                  <a:pt x="779486" y="94777"/>
                  <a:pt x="777377" y="87873"/>
                  <a:pt x="777168" y="80171"/>
                </a:cubicBezTo>
                <a:close/>
                <a:moveTo>
                  <a:pt x="882648" y="75533"/>
                </a:moveTo>
                <a:cubicBezTo>
                  <a:pt x="882648" y="60075"/>
                  <a:pt x="886945" y="48626"/>
                  <a:pt x="895538" y="41186"/>
                </a:cubicBezTo>
                <a:cubicBezTo>
                  <a:pt x="902717" y="35003"/>
                  <a:pt x="911468" y="31911"/>
                  <a:pt x="921790" y="31911"/>
                </a:cubicBezTo>
                <a:cubicBezTo>
                  <a:pt x="933266" y="31911"/>
                  <a:pt x="942645" y="35671"/>
                  <a:pt x="949929" y="43190"/>
                </a:cubicBezTo>
                <a:cubicBezTo>
                  <a:pt x="957212" y="50709"/>
                  <a:pt x="960854" y="61097"/>
                  <a:pt x="960854" y="74354"/>
                </a:cubicBezTo>
                <a:cubicBezTo>
                  <a:pt x="960854" y="85096"/>
                  <a:pt x="959243" y="93545"/>
                  <a:pt x="956020" y="99702"/>
                </a:cubicBezTo>
                <a:cubicBezTo>
                  <a:pt x="952797" y="105859"/>
                  <a:pt x="948108" y="110641"/>
                  <a:pt x="941951" y="114046"/>
                </a:cubicBezTo>
                <a:cubicBezTo>
                  <a:pt x="935794" y="117452"/>
                  <a:pt x="929074" y="119155"/>
                  <a:pt x="921790" y="119155"/>
                </a:cubicBezTo>
                <a:cubicBezTo>
                  <a:pt x="910105" y="119155"/>
                  <a:pt x="900660" y="115409"/>
                  <a:pt x="893456" y="107916"/>
                </a:cubicBezTo>
                <a:cubicBezTo>
                  <a:pt x="886251" y="100423"/>
                  <a:pt x="882648" y="89629"/>
                  <a:pt x="882648" y="75533"/>
                </a:cubicBezTo>
                <a:moveTo>
                  <a:pt x="897189" y="75494"/>
                </a:moveTo>
                <a:cubicBezTo>
                  <a:pt x="897189" y="86144"/>
                  <a:pt x="899521" y="94118"/>
                  <a:pt x="904184" y="99417"/>
                </a:cubicBezTo>
                <a:cubicBezTo>
                  <a:pt x="908848" y="104716"/>
                  <a:pt x="914716" y="107366"/>
                  <a:pt x="921790" y="107366"/>
                </a:cubicBezTo>
                <a:cubicBezTo>
                  <a:pt x="928812" y="107366"/>
                  <a:pt x="934654" y="104703"/>
                  <a:pt x="939318" y="99378"/>
                </a:cubicBezTo>
                <a:cubicBezTo>
                  <a:pt x="943981" y="94053"/>
                  <a:pt x="946313" y="85935"/>
                  <a:pt x="946313" y="75025"/>
                </a:cubicBezTo>
                <a:cubicBezTo>
                  <a:pt x="946313" y="64740"/>
                  <a:pt x="943968" y="56948"/>
                  <a:pt x="939278" y="51649"/>
                </a:cubicBezTo>
                <a:cubicBezTo>
                  <a:pt x="934589" y="46350"/>
                  <a:pt x="928759" y="43701"/>
                  <a:pt x="921790" y="43701"/>
                </a:cubicBezTo>
                <a:cubicBezTo>
                  <a:pt x="914716" y="43701"/>
                  <a:pt x="908848" y="46337"/>
                  <a:pt x="904184" y="51610"/>
                </a:cubicBezTo>
                <a:cubicBezTo>
                  <a:pt x="899521" y="56882"/>
                  <a:pt x="897189" y="64844"/>
                  <a:pt x="897189" y="75494"/>
                </a:cubicBezTo>
                <a:close/>
                <a:moveTo>
                  <a:pt x="1032118" y="117269"/>
                </a:moveTo>
                <a:lnTo>
                  <a:pt x="1032118" y="105008"/>
                </a:lnTo>
                <a:cubicBezTo>
                  <a:pt x="1025621" y="114439"/>
                  <a:pt x="1016791" y="119155"/>
                  <a:pt x="1005630" y="119155"/>
                </a:cubicBezTo>
                <a:cubicBezTo>
                  <a:pt x="1000705" y="119155"/>
                  <a:pt x="996107" y="118212"/>
                  <a:pt x="991836" y="116326"/>
                </a:cubicBezTo>
                <a:cubicBezTo>
                  <a:pt x="987566" y="114439"/>
                  <a:pt x="984396" y="112068"/>
                  <a:pt x="982326" y="109213"/>
                </a:cubicBezTo>
                <a:cubicBezTo>
                  <a:pt x="980256" y="106357"/>
                  <a:pt x="978802" y="102859"/>
                  <a:pt x="977964" y="98720"/>
                </a:cubicBezTo>
                <a:cubicBezTo>
                  <a:pt x="977387" y="95943"/>
                  <a:pt x="977099" y="91541"/>
                  <a:pt x="977099" y="85515"/>
                </a:cubicBezTo>
                <a:lnTo>
                  <a:pt x="977099" y="33797"/>
                </a:lnTo>
                <a:lnTo>
                  <a:pt x="991247" y="33797"/>
                </a:lnTo>
                <a:lnTo>
                  <a:pt x="991247" y="80092"/>
                </a:lnTo>
                <a:cubicBezTo>
                  <a:pt x="991247" y="87480"/>
                  <a:pt x="991535" y="92458"/>
                  <a:pt x="992111" y="95026"/>
                </a:cubicBezTo>
                <a:cubicBezTo>
                  <a:pt x="993002" y="98746"/>
                  <a:pt x="994889" y="101667"/>
                  <a:pt x="997771" y="103789"/>
                </a:cubicBezTo>
                <a:cubicBezTo>
                  <a:pt x="1000652" y="105912"/>
                  <a:pt x="1004216" y="106973"/>
                  <a:pt x="1008460" y="106973"/>
                </a:cubicBezTo>
                <a:cubicBezTo>
                  <a:pt x="1012704" y="106973"/>
                  <a:pt x="1016687" y="105885"/>
                  <a:pt x="1020407" y="103711"/>
                </a:cubicBezTo>
                <a:cubicBezTo>
                  <a:pt x="1024127" y="101536"/>
                  <a:pt x="1026760" y="98576"/>
                  <a:pt x="1028306" y="94829"/>
                </a:cubicBezTo>
                <a:cubicBezTo>
                  <a:pt x="1029852" y="91083"/>
                  <a:pt x="1030625" y="85646"/>
                  <a:pt x="1030625" y="78520"/>
                </a:cubicBezTo>
                <a:lnTo>
                  <a:pt x="1030625" y="33797"/>
                </a:lnTo>
                <a:lnTo>
                  <a:pt x="1044772" y="33797"/>
                </a:lnTo>
                <a:lnTo>
                  <a:pt x="1044772" y="117269"/>
                </a:lnTo>
                <a:lnTo>
                  <a:pt x="1032118" y="117269"/>
                </a:lnTo>
                <a:close/>
                <a:moveTo>
                  <a:pt x="1066756" y="117269"/>
                </a:moveTo>
                <a:lnTo>
                  <a:pt x="1066756" y="33797"/>
                </a:lnTo>
                <a:lnTo>
                  <a:pt x="1079488" y="33797"/>
                </a:lnTo>
                <a:lnTo>
                  <a:pt x="1079488" y="46373"/>
                </a:lnTo>
                <a:cubicBezTo>
                  <a:pt x="1082737" y="40485"/>
                  <a:pt x="1085737" y="36602"/>
                  <a:pt x="1088488" y="34726"/>
                </a:cubicBezTo>
                <a:cubicBezTo>
                  <a:pt x="1091239" y="32849"/>
                  <a:pt x="1094265" y="31911"/>
                  <a:pt x="1097566" y="31911"/>
                </a:cubicBezTo>
                <a:cubicBezTo>
                  <a:pt x="1102334" y="31911"/>
                  <a:pt x="1107181" y="33424"/>
                  <a:pt x="1112107" y="36450"/>
                </a:cubicBezTo>
                <a:lnTo>
                  <a:pt x="1107234" y="49517"/>
                </a:lnTo>
                <a:cubicBezTo>
                  <a:pt x="1103775" y="47474"/>
                  <a:pt x="1100317" y="46452"/>
                  <a:pt x="1096859" y="46452"/>
                </a:cubicBezTo>
                <a:cubicBezTo>
                  <a:pt x="1093767" y="46452"/>
                  <a:pt x="1090990" y="47383"/>
                  <a:pt x="1088527" y="49247"/>
                </a:cubicBezTo>
                <a:cubicBezTo>
                  <a:pt x="1086065" y="51109"/>
                  <a:pt x="1084309" y="53692"/>
                  <a:pt x="1083261" y="56996"/>
                </a:cubicBezTo>
                <a:cubicBezTo>
                  <a:pt x="1081689" y="62031"/>
                  <a:pt x="1080903" y="67539"/>
                  <a:pt x="1080903" y="73519"/>
                </a:cubicBezTo>
                <a:lnTo>
                  <a:pt x="1080903" y="117269"/>
                </a:lnTo>
                <a:lnTo>
                  <a:pt x="1066756" y="117269"/>
                </a:lnTo>
                <a:close/>
                <a:moveTo>
                  <a:pt x="1174984" y="86616"/>
                </a:moveTo>
                <a:lnTo>
                  <a:pt x="1188896" y="88423"/>
                </a:lnTo>
                <a:cubicBezTo>
                  <a:pt x="1187377" y="98037"/>
                  <a:pt x="1183486" y="105563"/>
                  <a:pt x="1177225" y="111001"/>
                </a:cubicBezTo>
                <a:cubicBezTo>
                  <a:pt x="1170963" y="116437"/>
                  <a:pt x="1163273" y="119155"/>
                  <a:pt x="1154156" y="119155"/>
                </a:cubicBezTo>
                <a:cubicBezTo>
                  <a:pt x="1142733" y="119155"/>
                  <a:pt x="1133550" y="115422"/>
                  <a:pt x="1126607" y="107955"/>
                </a:cubicBezTo>
                <a:cubicBezTo>
                  <a:pt x="1119664" y="100488"/>
                  <a:pt x="1116193" y="89786"/>
                  <a:pt x="1116193" y="75848"/>
                </a:cubicBezTo>
                <a:cubicBezTo>
                  <a:pt x="1116193" y="66835"/>
                  <a:pt x="1117686" y="58949"/>
                  <a:pt x="1120673" y="52189"/>
                </a:cubicBezTo>
                <a:cubicBezTo>
                  <a:pt x="1123660" y="45430"/>
                  <a:pt x="1128205" y="40360"/>
                  <a:pt x="1134310" y="36981"/>
                </a:cubicBezTo>
                <a:cubicBezTo>
                  <a:pt x="1140414" y="33601"/>
                  <a:pt x="1147056" y="31911"/>
                  <a:pt x="1154234" y="31911"/>
                </a:cubicBezTo>
                <a:cubicBezTo>
                  <a:pt x="1163300" y="31911"/>
                  <a:pt x="1170714" y="34211"/>
                  <a:pt x="1176478" y="38810"/>
                </a:cubicBezTo>
                <a:cubicBezTo>
                  <a:pt x="1182242" y="43408"/>
                  <a:pt x="1185936" y="49938"/>
                  <a:pt x="1187560" y="58399"/>
                </a:cubicBezTo>
                <a:lnTo>
                  <a:pt x="1173806" y="60521"/>
                </a:lnTo>
                <a:cubicBezTo>
                  <a:pt x="1172496" y="54940"/>
                  <a:pt x="1170177" y="50742"/>
                  <a:pt x="1166850" y="47925"/>
                </a:cubicBezTo>
                <a:cubicBezTo>
                  <a:pt x="1163522" y="45109"/>
                  <a:pt x="1159501" y="43701"/>
                  <a:pt x="1154785" y="43701"/>
                </a:cubicBezTo>
                <a:cubicBezTo>
                  <a:pt x="1147658" y="43701"/>
                  <a:pt x="1141868" y="46243"/>
                  <a:pt x="1137414" y="51327"/>
                </a:cubicBezTo>
                <a:cubicBezTo>
                  <a:pt x="1132960" y="56410"/>
                  <a:pt x="1130734" y="64452"/>
                  <a:pt x="1130734" y="75455"/>
                </a:cubicBezTo>
                <a:cubicBezTo>
                  <a:pt x="1130734" y="86614"/>
                  <a:pt x="1132882" y="94723"/>
                  <a:pt x="1137179" y="99781"/>
                </a:cubicBezTo>
                <a:cubicBezTo>
                  <a:pt x="1141475" y="104837"/>
                  <a:pt x="1147082" y="107366"/>
                  <a:pt x="1153999" y="107366"/>
                </a:cubicBezTo>
                <a:cubicBezTo>
                  <a:pt x="1159553" y="107366"/>
                  <a:pt x="1164190" y="105669"/>
                  <a:pt x="1167911" y="102276"/>
                </a:cubicBezTo>
                <a:cubicBezTo>
                  <a:pt x="1171631" y="98884"/>
                  <a:pt x="1173989" y="93663"/>
                  <a:pt x="1174984" y="86616"/>
                </a:cubicBezTo>
                <a:close/>
                <a:moveTo>
                  <a:pt x="1258142" y="90388"/>
                </a:moveTo>
                <a:lnTo>
                  <a:pt x="1272761" y="92196"/>
                </a:lnTo>
                <a:cubicBezTo>
                  <a:pt x="1270456" y="100737"/>
                  <a:pt x="1266185" y="107366"/>
                  <a:pt x="1259950" y="112082"/>
                </a:cubicBezTo>
                <a:cubicBezTo>
                  <a:pt x="1253714" y="116797"/>
                  <a:pt x="1245749" y="119155"/>
                  <a:pt x="1236056" y="119155"/>
                </a:cubicBezTo>
                <a:cubicBezTo>
                  <a:pt x="1223847" y="119155"/>
                  <a:pt x="1214166" y="115396"/>
                  <a:pt x="1207013" y="107877"/>
                </a:cubicBezTo>
                <a:cubicBezTo>
                  <a:pt x="1199861" y="100357"/>
                  <a:pt x="1196285" y="89812"/>
                  <a:pt x="1196285" y="76241"/>
                </a:cubicBezTo>
                <a:cubicBezTo>
                  <a:pt x="1196285" y="62198"/>
                  <a:pt x="1199900" y="51299"/>
                  <a:pt x="1207131" y="43544"/>
                </a:cubicBezTo>
                <a:cubicBezTo>
                  <a:pt x="1214362" y="35789"/>
                  <a:pt x="1223742" y="31911"/>
                  <a:pt x="1235270" y="31911"/>
                </a:cubicBezTo>
                <a:cubicBezTo>
                  <a:pt x="1246431" y="31911"/>
                  <a:pt x="1255548" y="35704"/>
                  <a:pt x="1262622" y="43291"/>
                </a:cubicBezTo>
                <a:cubicBezTo>
                  <a:pt x="1269696" y="50875"/>
                  <a:pt x="1273233" y="61547"/>
                  <a:pt x="1273233" y="75305"/>
                </a:cubicBezTo>
                <a:cubicBezTo>
                  <a:pt x="1273233" y="76142"/>
                  <a:pt x="1273206" y="77397"/>
                  <a:pt x="1273154" y="79070"/>
                </a:cubicBezTo>
                <a:lnTo>
                  <a:pt x="1210904" y="79070"/>
                </a:lnTo>
                <a:cubicBezTo>
                  <a:pt x="1211428" y="88214"/>
                  <a:pt x="1214022" y="95216"/>
                  <a:pt x="1218685" y="100076"/>
                </a:cubicBezTo>
                <a:cubicBezTo>
                  <a:pt x="1223349" y="104936"/>
                  <a:pt x="1229165" y="107366"/>
                  <a:pt x="1236134" y="107366"/>
                </a:cubicBezTo>
                <a:cubicBezTo>
                  <a:pt x="1241322" y="107366"/>
                  <a:pt x="1245749" y="106016"/>
                  <a:pt x="1249417" y="103318"/>
                </a:cubicBezTo>
                <a:cubicBezTo>
                  <a:pt x="1253085" y="100618"/>
                  <a:pt x="1255993" y="96308"/>
                  <a:pt x="1258142" y="90388"/>
                </a:cubicBezTo>
                <a:moveTo>
                  <a:pt x="1211690" y="67280"/>
                </a:moveTo>
                <a:lnTo>
                  <a:pt x="1258299" y="67280"/>
                </a:lnTo>
                <a:cubicBezTo>
                  <a:pt x="1257670" y="60374"/>
                  <a:pt x="1255889" y="55193"/>
                  <a:pt x="1252954" y="51740"/>
                </a:cubicBezTo>
                <a:cubicBezTo>
                  <a:pt x="1248448" y="46381"/>
                  <a:pt x="1242605" y="43701"/>
                  <a:pt x="1235427" y="43701"/>
                </a:cubicBezTo>
                <a:cubicBezTo>
                  <a:pt x="1228929" y="43701"/>
                  <a:pt x="1223467" y="45840"/>
                  <a:pt x="1219039" y="50119"/>
                </a:cubicBezTo>
                <a:cubicBezTo>
                  <a:pt x="1214611" y="54396"/>
                  <a:pt x="1212162" y="60116"/>
                  <a:pt x="1211690" y="672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2.HasPRdiscussions">
            <a:extLst xmlns:a="http://schemas.openxmlformats.org/drawingml/2006/main">
              <a:ext uri="{FF2B5EF4-FFF2-40B4-BE49-F238E27FC236}">
                <a16:creationId xmlns:a16="http://schemas.microsoft.com/office/drawing/2014/main" id="{60E7B515-BF14-4BB1-82D5-20F2E07A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18" y="1905963"/>
            <a:ext cx="1599204" cy="117583"/>
          </a:xfrm>
          <a:custGeom xmlns:a="http://schemas.openxmlformats.org/drawingml/2006/main">
            <a:pathLst>
              <a:path w="1599204" h="117583">
                <a:moveTo>
                  <a:pt x="76267" y="102100"/>
                </a:moveTo>
                <a:lnTo>
                  <a:pt x="76267" y="115697"/>
                </a:lnTo>
                <a:lnTo>
                  <a:pt x="105" y="115697"/>
                </a:lnTo>
                <a:cubicBezTo>
                  <a:pt x="0" y="112293"/>
                  <a:pt x="550" y="109019"/>
                  <a:pt x="1755" y="105877"/>
                </a:cubicBezTo>
                <a:cubicBezTo>
                  <a:pt x="3694" y="100693"/>
                  <a:pt x="6799" y="95587"/>
                  <a:pt x="11069" y="90560"/>
                </a:cubicBezTo>
                <a:cubicBezTo>
                  <a:pt x="15340" y="85533"/>
                  <a:pt x="21510" y="79720"/>
                  <a:pt x="29579" y="73121"/>
                </a:cubicBezTo>
                <a:cubicBezTo>
                  <a:pt x="42103" y="62861"/>
                  <a:pt x="50565" y="54733"/>
                  <a:pt x="54967" y="48738"/>
                </a:cubicBezTo>
                <a:cubicBezTo>
                  <a:pt x="59368" y="42744"/>
                  <a:pt x="61569" y="37076"/>
                  <a:pt x="61569" y="31737"/>
                </a:cubicBezTo>
                <a:cubicBezTo>
                  <a:pt x="61569" y="26135"/>
                  <a:pt x="59565" y="21410"/>
                  <a:pt x="55556" y="17562"/>
                </a:cubicBezTo>
                <a:cubicBezTo>
                  <a:pt x="51548" y="13714"/>
                  <a:pt x="46321" y="11790"/>
                  <a:pt x="39876" y="11790"/>
                </a:cubicBezTo>
                <a:cubicBezTo>
                  <a:pt x="33064" y="11790"/>
                  <a:pt x="27614" y="13833"/>
                  <a:pt x="23527" y="17920"/>
                </a:cubicBezTo>
                <a:cubicBezTo>
                  <a:pt x="19440" y="22008"/>
                  <a:pt x="17370" y="27667"/>
                  <a:pt x="17318" y="34898"/>
                </a:cubicBezTo>
                <a:lnTo>
                  <a:pt x="2777" y="33402"/>
                </a:lnTo>
                <a:cubicBezTo>
                  <a:pt x="3773" y="22531"/>
                  <a:pt x="7519" y="14246"/>
                  <a:pt x="14017" y="8548"/>
                </a:cubicBezTo>
                <a:cubicBezTo>
                  <a:pt x="20514" y="2849"/>
                  <a:pt x="29239" y="0"/>
                  <a:pt x="40190" y="0"/>
                </a:cubicBezTo>
                <a:cubicBezTo>
                  <a:pt x="51246" y="0"/>
                  <a:pt x="59997" y="3066"/>
                  <a:pt x="66442" y="9198"/>
                </a:cubicBezTo>
                <a:cubicBezTo>
                  <a:pt x="72887" y="15331"/>
                  <a:pt x="76110" y="22931"/>
                  <a:pt x="76110" y="31999"/>
                </a:cubicBezTo>
                <a:cubicBezTo>
                  <a:pt x="76110" y="36612"/>
                  <a:pt x="75166" y="41146"/>
                  <a:pt x="73280" y="45602"/>
                </a:cubicBezTo>
                <a:cubicBezTo>
                  <a:pt x="71394" y="50057"/>
                  <a:pt x="68263" y="54749"/>
                  <a:pt x="63888" y="59676"/>
                </a:cubicBezTo>
                <a:cubicBezTo>
                  <a:pt x="59512" y="64601"/>
                  <a:pt x="52242" y="71363"/>
                  <a:pt x="42076" y="79959"/>
                </a:cubicBezTo>
                <a:cubicBezTo>
                  <a:pt x="33588" y="87077"/>
                  <a:pt x="28138" y="91906"/>
                  <a:pt x="25728" y="94446"/>
                </a:cubicBezTo>
                <a:cubicBezTo>
                  <a:pt x="23318" y="96984"/>
                  <a:pt x="21326" y="99535"/>
                  <a:pt x="19754" y="102100"/>
                </a:cubicBezTo>
                <a:lnTo>
                  <a:pt x="76267" y="102100"/>
                </a:lnTo>
                <a:close/>
                <a:moveTo>
                  <a:pt x="99350" y="115697"/>
                </a:moveTo>
                <a:lnTo>
                  <a:pt x="99350" y="99506"/>
                </a:lnTo>
                <a:lnTo>
                  <a:pt x="115463" y="99506"/>
                </a:lnTo>
                <a:lnTo>
                  <a:pt x="115463" y="115697"/>
                </a:lnTo>
                <a:lnTo>
                  <a:pt x="99350" y="115697"/>
                </a:lnTo>
                <a:close/>
                <a:moveTo>
                  <a:pt x="187120" y="115697"/>
                </a:moveTo>
                <a:lnTo>
                  <a:pt x="187120" y="472"/>
                </a:lnTo>
                <a:lnTo>
                  <a:pt x="202368" y="472"/>
                </a:lnTo>
                <a:lnTo>
                  <a:pt x="202368" y="47788"/>
                </a:lnTo>
                <a:lnTo>
                  <a:pt x="262260" y="47788"/>
                </a:lnTo>
                <a:lnTo>
                  <a:pt x="262260" y="472"/>
                </a:lnTo>
                <a:lnTo>
                  <a:pt x="277509" y="472"/>
                </a:lnTo>
                <a:lnTo>
                  <a:pt x="277509" y="115697"/>
                </a:lnTo>
                <a:lnTo>
                  <a:pt x="262260" y="115697"/>
                </a:lnTo>
                <a:lnTo>
                  <a:pt x="262260" y="61385"/>
                </a:lnTo>
                <a:lnTo>
                  <a:pt x="202368" y="61385"/>
                </a:lnTo>
                <a:lnTo>
                  <a:pt x="202368" y="115697"/>
                </a:lnTo>
                <a:lnTo>
                  <a:pt x="187120" y="115697"/>
                </a:lnTo>
                <a:close/>
                <a:moveTo>
                  <a:pt x="355530" y="105391"/>
                </a:moveTo>
                <a:cubicBezTo>
                  <a:pt x="350290" y="109848"/>
                  <a:pt x="345247" y="112994"/>
                  <a:pt x="340400" y="114830"/>
                </a:cubicBezTo>
                <a:cubicBezTo>
                  <a:pt x="335553" y="116666"/>
                  <a:pt x="330352" y="117583"/>
                  <a:pt x="324798" y="117583"/>
                </a:cubicBezTo>
                <a:cubicBezTo>
                  <a:pt x="315628" y="117583"/>
                  <a:pt x="308580" y="115342"/>
                  <a:pt x="303655" y="110858"/>
                </a:cubicBezTo>
                <a:cubicBezTo>
                  <a:pt x="298729" y="106375"/>
                  <a:pt x="296267" y="100646"/>
                  <a:pt x="296267" y="93672"/>
                </a:cubicBezTo>
                <a:cubicBezTo>
                  <a:pt x="296267" y="89584"/>
                  <a:pt x="297197" y="85848"/>
                  <a:pt x="299057" y="82467"/>
                </a:cubicBezTo>
                <a:cubicBezTo>
                  <a:pt x="300917" y="79084"/>
                  <a:pt x="303354" y="76370"/>
                  <a:pt x="306367" y="74325"/>
                </a:cubicBezTo>
                <a:cubicBezTo>
                  <a:pt x="309379" y="72280"/>
                  <a:pt x="312772" y="70733"/>
                  <a:pt x="316545" y="69685"/>
                </a:cubicBezTo>
                <a:cubicBezTo>
                  <a:pt x="319322" y="68950"/>
                  <a:pt x="323514" y="68242"/>
                  <a:pt x="329121" y="67560"/>
                </a:cubicBezTo>
                <a:cubicBezTo>
                  <a:pt x="340544" y="66208"/>
                  <a:pt x="348954" y="64595"/>
                  <a:pt x="354351" y="62722"/>
                </a:cubicBezTo>
                <a:cubicBezTo>
                  <a:pt x="354403" y="60791"/>
                  <a:pt x="354430" y="59565"/>
                  <a:pt x="354430" y="59042"/>
                </a:cubicBezTo>
                <a:cubicBezTo>
                  <a:pt x="354430" y="53300"/>
                  <a:pt x="353093" y="49254"/>
                  <a:pt x="350421" y="46906"/>
                </a:cubicBezTo>
                <a:cubicBezTo>
                  <a:pt x="346805" y="43721"/>
                  <a:pt x="341435" y="42129"/>
                  <a:pt x="334308" y="42129"/>
                </a:cubicBezTo>
                <a:cubicBezTo>
                  <a:pt x="327654" y="42129"/>
                  <a:pt x="322741" y="43295"/>
                  <a:pt x="319571" y="45626"/>
                </a:cubicBezTo>
                <a:cubicBezTo>
                  <a:pt x="316401" y="47958"/>
                  <a:pt x="314056" y="52085"/>
                  <a:pt x="312536" y="58006"/>
                </a:cubicBezTo>
                <a:lnTo>
                  <a:pt x="298703" y="56119"/>
                </a:lnTo>
                <a:cubicBezTo>
                  <a:pt x="299961" y="50180"/>
                  <a:pt x="302030" y="45384"/>
                  <a:pt x="304912" y="41731"/>
                </a:cubicBezTo>
                <a:cubicBezTo>
                  <a:pt x="307794" y="38078"/>
                  <a:pt x="311960" y="35266"/>
                  <a:pt x="317410" y="33296"/>
                </a:cubicBezTo>
                <a:cubicBezTo>
                  <a:pt x="322859" y="31325"/>
                  <a:pt x="329173" y="30339"/>
                  <a:pt x="336352" y="30339"/>
                </a:cubicBezTo>
                <a:cubicBezTo>
                  <a:pt x="343478" y="30339"/>
                  <a:pt x="349268" y="31177"/>
                  <a:pt x="353722" y="32854"/>
                </a:cubicBezTo>
                <a:cubicBezTo>
                  <a:pt x="358176" y="34531"/>
                  <a:pt x="361451" y="36640"/>
                  <a:pt x="363547" y="39181"/>
                </a:cubicBezTo>
                <a:cubicBezTo>
                  <a:pt x="365643" y="41723"/>
                  <a:pt x="367110" y="44932"/>
                  <a:pt x="367948" y="48810"/>
                </a:cubicBezTo>
                <a:cubicBezTo>
                  <a:pt x="368420" y="51220"/>
                  <a:pt x="368656" y="55569"/>
                  <a:pt x="368656" y="61857"/>
                </a:cubicBezTo>
                <a:lnTo>
                  <a:pt x="368656" y="80721"/>
                </a:lnTo>
                <a:cubicBezTo>
                  <a:pt x="368656" y="93873"/>
                  <a:pt x="368957" y="102191"/>
                  <a:pt x="369560" y="105676"/>
                </a:cubicBezTo>
                <a:cubicBezTo>
                  <a:pt x="370162" y="109160"/>
                  <a:pt x="371354" y="112501"/>
                  <a:pt x="373136" y="115697"/>
                </a:cubicBezTo>
                <a:lnTo>
                  <a:pt x="358359" y="115697"/>
                </a:lnTo>
                <a:cubicBezTo>
                  <a:pt x="356892" y="112759"/>
                  <a:pt x="355949" y="109324"/>
                  <a:pt x="355530" y="105391"/>
                </a:cubicBezTo>
                <a:moveTo>
                  <a:pt x="354351" y="73725"/>
                </a:moveTo>
                <a:cubicBezTo>
                  <a:pt x="349216" y="75839"/>
                  <a:pt x="341513" y="77636"/>
                  <a:pt x="331243" y="79114"/>
                </a:cubicBezTo>
                <a:cubicBezTo>
                  <a:pt x="325427" y="79956"/>
                  <a:pt x="321313" y="80903"/>
                  <a:pt x="318903" y="81956"/>
                </a:cubicBezTo>
                <a:cubicBezTo>
                  <a:pt x="316493" y="83007"/>
                  <a:pt x="314632" y="84547"/>
                  <a:pt x="313322" y="86574"/>
                </a:cubicBezTo>
                <a:cubicBezTo>
                  <a:pt x="312013" y="88599"/>
                  <a:pt x="311358" y="90848"/>
                  <a:pt x="311358" y="93321"/>
                </a:cubicBezTo>
                <a:cubicBezTo>
                  <a:pt x="311358" y="97109"/>
                  <a:pt x="312785" y="100266"/>
                  <a:pt x="315641" y="102792"/>
                </a:cubicBezTo>
                <a:cubicBezTo>
                  <a:pt x="318497" y="105317"/>
                  <a:pt x="322676" y="106580"/>
                  <a:pt x="328178" y="106580"/>
                </a:cubicBezTo>
                <a:cubicBezTo>
                  <a:pt x="333627" y="106580"/>
                  <a:pt x="338474" y="105382"/>
                  <a:pt x="342718" y="102986"/>
                </a:cubicBezTo>
                <a:cubicBezTo>
                  <a:pt x="346963" y="100591"/>
                  <a:pt x="350080" y="97313"/>
                  <a:pt x="352072" y="93154"/>
                </a:cubicBezTo>
                <a:cubicBezTo>
                  <a:pt x="353591" y="89941"/>
                  <a:pt x="354351" y="85202"/>
                  <a:pt x="354351" y="78938"/>
                </a:cubicBezTo>
                <a:lnTo>
                  <a:pt x="354351" y="73725"/>
                </a:lnTo>
                <a:close/>
                <a:moveTo>
                  <a:pt x="384901" y="90703"/>
                </a:moveTo>
                <a:lnTo>
                  <a:pt x="398892" y="88502"/>
                </a:lnTo>
                <a:cubicBezTo>
                  <a:pt x="399678" y="94084"/>
                  <a:pt x="401865" y="98362"/>
                  <a:pt x="405455" y="101336"/>
                </a:cubicBezTo>
                <a:cubicBezTo>
                  <a:pt x="409044" y="104308"/>
                  <a:pt x="414061" y="105794"/>
                  <a:pt x="420506" y="105794"/>
                </a:cubicBezTo>
                <a:cubicBezTo>
                  <a:pt x="427004" y="105794"/>
                  <a:pt x="431825" y="104481"/>
                  <a:pt x="434968" y="101856"/>
                </a:cubicBezTo>
                <a:cubicBezTo>
                  <a:pt x="438112" y="99230"/>
                  <a:pt x="439684" y="96150"/>
                  <a:pt x="439684" y="92616"/>
                </a:cubicBezTo>
                <a:cubicBezTo>
                  <a:pt x="439684" y="89444"/>
                  <a:pt x="438296" y="86949"/>
                  <a:pt x="435519" y="85130"/>
                </a:cubicBezTo>
                <a:cubicBezTo>
                  <a:pt x="433580" y="83882"/>
                  <a:pt x="428759" y="82296"/>
                  <a:pt x="421057" y="80372"/>
                </a:cubicBezTo>
                <a:cubicBezTo>
                  <a:pt x="410682" y="77750"/>
                  <a:pt x="403490" y="75482"/>
                  <a:pt x="399481" y="73568"/>
                </a:cubicBezTo>
                <a:cubicBezTo>
                  <a:pt x="395473" y="71654"/>
                  <a:pt x="392434" y="69005"/>
                  <a:pt x="390364" y="65622"/>
                </a:cubicBezTo>
                <a:cubicBezTo>
                  <a:pt x="388294" y="62239"/>
                  <a:pt x="387259" y="58503"/>
                  <a:pt x="387259" y="54412"/>
                </a:cubicBezTo>
                <a:cubicBezTo>
                  <a:pt x="387259" y="50689"/>
                  <a:pt x="388111" y="47240"/>
                  <a:pt x="389814" y="44067"/>
                </a:cubicBezTo>
                <a:cubicBezTo>
                  <a:pt x="391517" y="40893"/>
                  <a:pt x="393835" y="38258"/>
                  <a:pt x="396770" y="36160"/>
                </a:cubicBezTo>
                <a:cubicBezTo>
                  <a:pt x="398970" y="34534"/>
                  <a:pt x="401970" y="33158"/>
                  <a:pt x="405769" y="32031"/>
                </a:cubicBezTo>
                <a:cubicBezTo>
                  <a:pt x="409568" y="30903"/>
                  <a:pt x="413642" y="30339"/>
                  <a:pt x="417991" y="30339"/>
                </a:cubicBezTo>
                <a:cubicBezTo>
                  <a:pt x="424541" y="30339"/>
                  <a:pt x="430292" y="31289"/>
                  <a:pt x="435244" y="33188"/>
                </a:cubicBezTo>
                <a:cubicBezTo>
                  <a:pt x="440195" y="35086"/>
                  <a:pt x="443850" y="37658"/>
                  <a:pt x="446208" y="40903"/>
                </a:cubicBezTo>
                <a:cubicBezTo>
                  <a:pt x="448566" y="44147"/>
                  <a:pt x="450190" y="48485"/>
                  <a:pt x="451081" y="53919"/>
                </a:cubicBezTo>
                <a:lnTo>
                  <a:pt x="437248" y="55805"/>
                </a:lnTo>
                <a:cubicBezTo>
                  <a:pt x="436619" y="51508"/>
                  <a:pt x="434798" y="48155"/>
                  <a:pt x="431785" y="45744"/>
                </a:cubicBezTo>
                <a:cubicBezTo>
                  <a:pt x="428772" y="43334"/>
                  <a:pt x="424515" y="42129"/>
                  <a:pt x="419013" y="42129"/>
                </a:cubicBezTo>
                <a:cubicBezTo>
                  <a:pt x="412515" y="42129"/>
                  <a:pt x="407878" y="43198"/>
                  <a:pt x="405101" y="45337"/>
                </a:cubicBezTo>
                <a:cubicBezTo>
                  <a:pt x="402324" y="47474"/>
                  <a:pt x="400935" y="49976"/>
                  <a:pt x="400935" y="52845"/>
                </a:cubicBezTo>
                <a:cubicBezTo>
                  <a:pt x="400935" y="54669"/>
                  <a:pt x="401512" y="56312"/>
                  <a:pt x="402664" y="57772"/>
                </a:cubicBezTo>
                <a:cubicBezTo>
                  <a:pt x="403817" y="59284"/>
                  <a:pt x="405625" y="60535"/>
                  <a:pt x="408088" y="61525"/>
                </a:cubicBezTo>
                <a:cubicBezTo>
                  <a:pt x="409503" y="62048"/>
                  <a:pt x="413668" y="63247"/>
                  <a:pt x="420585" y="65124"/>
                </a:cubicBezTo>
                <a:cubicBezTo>
                  <a:pt x="430593" y="67795"/>
                  <a:pt x="437575" y="69981"/>
                  <a:pt x="441531" y="71682"/>
                </a:cubicBezTo>
                <a:cubicBezTo>
                  <a:pt x="445488" y="73383"/>
                  <a:pt x="448592" y="75857"/>
                  <a:pt x="450845" y="79105"/>
                </a:cubicBezTo>
                <a:cubicBezTo>
                  <a:pt x="453099" y="82350"/>
                  <a:pt x="454225" y="86381"/>
                  <a:pt x="454225" y="91196"/>
                </a:cubicBezTo>
                <a:cubicBezTo>
                  <a:pt x="454225" y="95909"/>
                  <a:pt x="452850" y="100347"/>
                  <a:pt x="450099" y="104509"/>
                </a:cubicBezTo>
                <a:cubicBezTo>
                  <a:pt x="447348" y="108670"/>
                  <a:pt x="443379" y="111889"/>
                  <a:pt x="438191" y="114167"/>
                </a:cubicBezTo>
                <a:cubicBezTo>
                  <a:pt x="433004" y="116445"/>
                  <a:pt x="427135" y="117583"/>
                  <a:pt x="420585" y="117583"/>
                </a:cubicBezTo>
                <a:cubicBezTo>
                  <a:pt x="409738" y="117583"/>
                  <a:pt x="401472" y="115324"/>
                  <a:pt x="395787" y="110804"/>
                </a:cubicBezTo>
                <a:cubicBezTo>
                  <a:pt x="390102" y="106285"/>
                  <a:pt x="386473" y="99584"/>
                  <a:pt x="384901" y="90703"/>
                </a:cubicBezTo>
                <a:close/>
                <a:moveTo>
                  <a:pt x="517603" y="115697"/>
                </a:moveTo>
                <a:lnTo>
                  <a:pt x="517603" y="472"/>
                </a:lnTo>
                <a:lnTo>
                  <a:pt x="561068" y="472"/>
                </a:lnTo>
                <a:cubicBezTo>
                  <a:pt x="568718" y="472"/>
                  <a:pt x="574560" y="838"/>
                  <a:pt x="578595" y="1570"/>
                </a:cubicBezTo>
                <a:cubicBezTo>
                  <a:pt x="584254" y="2513"/>
                  <a:pt x="588996" y="4306"/>
                  <a:pt x="592821" y="6949"/>
                </a:cubicBezTo>
                <a:cubicBezTo>
                  <a:pt x="596647" y="9591"/>
                  <a:pt x="599725" y="13295"/>
                  <a:pt x="602057" y="18058"/>
                </a:cubicBezTo>
                <a:cubicBezTo>
                  <a:pt x="604388" y="22820"/>
                  <a:pt x="605554" y="28053"/>
                  <a:pt x="605554" y="33758"/>
                </a:cubicBezTo>
                <a:cubicBezTo>
                  <a:pt x="605554" y="43547"/>
                  <a:pt x="602437" y="51830"/>
                  <a:pt x="596201" y="58608"/>
                </a:cubicBezTo>
                <a:cubicBezTo>
                  <a:pt x="589966" y="65385"/>
                  <a:pt x="578700" y="68774"/>
                  <a:pt x="562404" y="68774"/>
                </a:cubicBezTo>
                <a:lnTo>
                  <a:pt x="532851" y="68774"/>
                </a:lnTo>
                <a:lnTo>
                  <a:pt x="532851" y="115697"/>
                </a:lnTo>
                <a:lnTo>
                  <a:pt x="517603" y="115697"/>
                </a:lnTo>
                <a:moveTo>
                  <a:pt x="532851" y="55176"/>
                </a:moveTo>
                <a:lnTo>
                  <a:pt x="562640" y="55176"/>
                </a:lnTo>
                <a:cubicBezTo>
                  <a:pt x="572491" y="55176"/>
                  <a:pt x="579486" y="53346"/>
                  <a:pt x="583625" y="49687"/>
                </a:cubicBezTo>
                <a:cubicBezTo>
                  <a:pt x="587765" y="46025"/>
                  <a:pt x="589835" y="40873"/>
                  <a:pt x="589835" y="34230"/>
                </a:cubicBezTo>
                <a:cubicBezTo>
                  <a:pt x="589835" y="29419"/>
                  <a:pt x="588616" y="25301"/>
                  <a:pt x="586180" y="21875"/>
                </a:cubicBezTo>
                <a:cubicBezTo>
                  <a:pt x="583743" y="18449"/>
                  <a:pt x="580534" y="16187"/>
                  <a:pt x="576551" y="15088"/>
                </a:cubicBezTo>
                <a:cubicBezTo>
                  <a:pt x="573984" y="14409"/>
                  <a:pt x="569242" y="14069"/>
                  <a:pt x="562325" y="14069"/>
                </a:cubicBezTo>
                <a:lnTo>
                  <a:pt x="532851" y="14069"/>
                </a:lnTo>
                <a:lnTo>
                  <a:pt x="532851" y="55176"/>
                </a:lnTo>
                <a:close/>
                <a:moveTo>
                  <a:pt x="625205" y="115697"/>
                </a:moveTo>
                <a:lnTo>
                  <a:pt x="625205" y="472"/>
                </a:lnTo>
                <a:lnTo>
                  <a:pt x="676294" y="472"/>
                </a:lnTo>
                <a:cubicBezTo>
                  <a:pt x="686564" y="472"/>
                  <a:pt x="694372" y="1506"/>
                  <a:pt x="699717" y="3574"/>
                </a:cubicBezTo>
                <a:cubicBezTo>
                  <a:pt x="705061" y="5640"/>
                  <a:pt x="709332" y="9290"/>
                  <a:pt x="712528" y="14524"/>
                </a:cubicBezTo>
                <a:cubicBezTo>
                  <a:pt x="715725" y="19757"/>
                  <a:pt x="717323" y="25540"/>
                  <a:pt x="717323" y="31872"/>
                </a:cubicBezTo>
                <a:cubicBezTo>
                  <a:pt x="717323" y="40036"/>
                  <a:pt x="714677" y="46918"/>
                  <a:pt x="709384" y="52519"/>
                </a:cubicBezTo>
                <a:cubicBezTo>
                  <a:pt x="704092" y="58117"/>
                  <a:pt x="695918" y="61675"/>
                  <a:pt x="684862" y="63193"/>
                </a:cubicBezTo>
                <a:cubicBezTo>
                  <a:pt x="688896" y="65135"/>
                  <a:pt x="691962" y="67051"/>
                  <a:pt x="694058" y="68941"/>
                </a:cubicBezTo>
                <a:cubicBezTo>
                  <a:pt x="698511" y="73033"/>
                  <a:pt x="702730" y="78149"/>
                  <a:pt x="706712" y="84290"/>
                </a:cubicBezTo>
                <a:lnTo>
                  <a:pt x="726755" y="115697"/>
                </a:lnTo>
                <a:lnTo>
                  <a:pt x="707576" y="115697"/>
                </a:lnTo>
                <a:lnTo>
                  <a:pt x="692328" y="91688"/>
                </a:lnTo>
                <a:cubicBezTo>
                  <a:pt x="687874" y="84761"/>
                  <a:pt x="684207" y="79461"/>
                  <a:pt x="681325" y="75789"/>
                </a:cubicBezTo>
                <a:cubicBezTo>
                  <a:pt x="678443" y="72114"/>
                  <a:pt x="675862" y="69543"/>
                  <a:pt x="673583" y="68074"/>
                </a:cubicBezTo>
                <a:cubicBezTo>
                  <a:pt x="671303" y="66603"/>
                  <a:pt x="668985" y="65579"/>
                  <a:pt x="666627" y="65001"/>
                </a:cubicBezTo>
                <a:cubicBezTo>
                  <a:pt x="664897" y="64634"/>
                  <a:pt x="662068" y="64451"/>
                  <a:pt x="658138" y="64451"/>
                </a:cubicBezTo>
                <a:lnTo>
                  <a:pt x="640453" y="64451"/>
                </a:lnTo>
                <a:lnTo>
                  <a:pt x="640453" y="115697"/>
                </a:lnTo>
                <a:lnTo>
                  <a:pt x="625205" y="115697"/>
                </a:lnTo>
                <a:moveTo>
                  <a:pt x="640453" y="51246"/>
                </a:moveTo>
                <a:lnTo>
                  <a:pt x="673229" y="51246"/>
                </a:lnTo>
                <a:cubicBezTo>
                  <a:pt x="680198" y="51246"/>
                  <a:pt x="685647" y="50527"/>
                  <a:pt x="689577" y="49090"/>
                </a:cubicBezTo>
                <a:cubicBezTo>
                  <a:pt x="693507" y="47652"/>
                  <a:pt x="696494" y="45351"/>
                  <a:pt x="698538" y="42188"/>
                </a:cubicBezTo>
                <a:cubicBezTo>
                  <a:pt x="700581" y="39024"/>
                  <a:pt x="701603" y="35585"/>
                  <a:pt x="701603" y="31872"/>
                </a:cubicBezTo>
                <a:cubicBezTo>
                  <a:pt x="701603" y="26434"/>
                  <a:pt x="699625" y="21963"/>
                  <a:pt x="695669" y="18461"/>
                </a:cubicBezTo>
                <a:cubicBezTo>
                  <a:pt x="691713" y="14957"/>
                  <a:pt x="685464" y="13205"/>
                  <a:pt x="676923" y="13205"/>
                </a:cubicBezTo>
                <a:lnTo>
                  <a:pt x="640453" y="13205"/>
                </a:lnTo>
                <a:lnTo>
                  <a:pt x="640453" y="51246"/>
                </a:lnTo>
                <a:close/>
                <a:moveTo>
                  <a:pt x="838286" y="115697"/>
                </a:moveTo>
                <a:lnTo>
                  <a:pt x="838286" y="105165"/>
                </a:lnTo>
                <a:cubicBezTo>
                  <a:pt x="832994" y="113444"/>
                  <a:pt x="825212" y="117583"/>
                  <a:pt x="814942" y="117583"/>
                </a:cubicBezTo>
                <a:cubicBezTo>
                  <a:pt x="808287" y="117583"/>
                  <a:pt x="802170" y="115749"/>
                  <a:pt x="796589" y="112082"/>
                </a:cubicBezTo>
                <a:cubicBezTo>
                  <a:pt x="791009" y="108414"/>
                  <a:pt x="786686" y="103292"/>
                  <a:pt x="783621" y="96716"/>
                </a:cubicBezTo>
                <a:cubicBezTo>
                  <a:pt x="780555" y="90139"/>
                  <a:pt x="779023" y="82581"/>
                  <a:pt x="779023" y="74040"/>
                </a:cubicBezTo>
                <a:cubicBezTo>
                  <a:pt x="779023" y="65708"/>
                  <a:pt x="780411" y="58150"/>
                  <a:pt x="783188" y="51364"/>
                </a:cubicBezTo>
                <a:cubicBezTo>
                  <a:pt x="785965" y="44578"/>
                  <a:pt x="790131" y="39378"/>
                  <a:pt x="795685" y="35762"/>
                </a:cubicBezTo>
                <a:cubicBezTo>
                  <a:pt x="801240" y="32147"/>
                  <a:pt x="807449" y="30339"/>
                  <a:pt x="814313" y="30339"/>
                </a:cubicBezTo>
                <a:cubicBezTo>
                  <a:pt x="819344" y="30339"/>
                  <a:pt x="823824" y="31400"/>
                  <a:pt x="827754" y="33522"/>
                </a:cubicBezTo>
                <a:cubicBezTo>
                  <a:pt x="831684" y="35644"/>
                  <a:pt x="834880" y="38408"/>
                  <a:pt x="837343" y="41814"/>
                </a:cubicBezTo>
                <a:lnTo>
                  <a:pt x="837343" y="472"/>
                </a:lnTo>
                <a:lnTo>
                  <a:pt x="851412" y="472"/>
                </a:lnTo>
                <a:lnTo>
                  <a:pt x="851412" y="115697"/>
                </a:lnTo>
                <a:lnTo>
                  <a:pt x="838286" y="115697"/>
                </a:lnTo>
                <a:moveTo>
                  <a:pt x="793563" y="74001"/>
                </a:moveTo>
                <a:cubicBezTo>
                  <a:pt x="793563" y="84651"/>
                  <a:pt x="795816" y="92612"/>
                  <a:pt x="800323" y="97885"/>
                </a:cubicBezTo>
                <a:cubicBezTo>
                  <a:pt x="804829" y="103157"/>
                  <a:pt x="810148" y="105794"/>
                  <a:pt x="816278" y="105794"/>
                </a:cubicBezTo>
                <a:cubicBezTo>
                  <a:pt x="822461" y="105794"/>
                  <a:pt x="827714" y="103275"/>
                  <a:pt x="832037" y="98238"/>
                </a:cubicBezTo>
                <a:cubicBezTo>
                  <a:pt x="836360" y="93200"/>
                  <a:pt x="838522" y="85512"/>
                  <a:pt x="838522" y="75175"/>
                </a:cubicBezTo>
                <a:cubicBezTo>
                  <a:pt x="838522" y="63794"/>
                  <a:pt x="836321" y="55441"/>
                  <a:pt x="831919" y="50116"/>
                </a:cubicBezTo>
                <a:cubicBezTo>
                  <a:pt x="827518" y="44791"/>
                  <a:pt x="822095" y="42129"/>
                  <a:pt x="815650" y="42129"/>
                </a:cubicBezTo>
                <a:cubicBezTo>
                  <a:pt x="809362" y="42129"/>
                  <a:pt x="804109" y="44687"/>
                  <a:pt x="799890" y="49804"/>
                </a:cubicBezTo>
                <a:cubicBezTo>
                  <a:pt x="795672" y="54920"/>
                  <a:pt x="793563" y="62985"/>
                  <a:pt x="793563" y="74001"/>
                </a:cubicBezTo>
                <a:close/>
                <a:moveTo>
                  <a:pt x="873709" y="16820"/>
                </a:moveTo>
                <a:lnTo>
                  <a:pt x="873709" y="472"/>
                </a:lnTo>
                <a:lnTo>
                  <a:pt x="887857" y="472"/>
                </a:lnTo>
                <a:lnTo>
                  <a:pt x="887857" y="16820"/>
                </a:lnTo>
                <a:lnTo>
                  <a:pt x="873709" y="16820"/>
                </a:lnTo>
                <a:moveTo>
                  <a:pt x="873709" y="115697"/>
                </a:moveTo>
                <a:lnTo>
                  <a:pt x="873709" y="32225"/>
                </a:lnTo>
                <a:lnTo>
                  <a:pt x="887857" y="32225"/>
                </a:lnTo>
                <a:lnTo>
                  <a:pt x="887857" y="115697"/>
                </a:lnTo>
                <a:lnTo>
                  <a:pt x="873709" y="115697"/>
                </a:lnTo>
                <a:close/>
                <a:moveTo>
                  <a:pt x="903707" y="90703"/>
                </a:moveTo>
                <a:lnTo>
                  <a:pt x="917697" y="88502"/>
                </a:lnTo>
                <a:cubicBezTo>
                  <a:pt x="918483" y="94084"/>
                  <a:pt x="920671" y="98362"/>
                  <a:pt x="924260" y="101336"/>
                </a:cubicBezTo>
                <a:cubicBezTo>
                  <a:pt x="927850" y="104308"/>
                  <a:pt x="932867" y="105794"/>
                  <a:pt x="939312" y="105794"/>
                </a:cubicBezTo>
                <a:cubicBezTo>
                  <a:pt x="945810" y="105794"/>
                  <a:pt x="950630" y="104481"/>
                  <a:pt x="953774" y="101856"/>
                </a:cubicBezTo>
                <a:cubicBezTo>
                  <a:pt x="956918" y="99230"/>
                  <a:pt x="958490" y="96150"/>
                  <a:pt x="958490" y="92616"/>
                </a:cubicBezTo>
                <a:cubicBezTo>
                  <a:pt x="958490" y="89444"/>
                  <a:pt x="957102" y="86949"/>
                  <a:pt x="954324" y="85130"/>
                </a:cubicBezTo>
                <a:cubicBezTo>
                  <a:pt x="952386" y="83882"/>
                  <a:pt x="947565" y="82296"/>
                  <a:pt x="939862" y="80372"/>
                </a:cubicBezTo>
                <a:cubicBezTo>
                  <a:pt x="929487" y="77750"/>
                  <a:pt x="922295" y="75482"/>
                  <a:pt x="918287" y="73568"/>
                </a:cubicBezTo>
                <a:cubicBezTo>
                  <a:pt x="914278" y="71654"/>
                  <a:pt x="911239" y="69005"/>
                  <a:pt x="909169" y="65622"/>
                </a:cubicBezTo>
                <a:cubicBezTo>
                  <a:pt x="907100" y="62239"/>
                  <a:pt x="906065" y="58503"/>
                  <a:pt x="906065" y="54412"/>
                </a:cubicBezTo>
                <a:cubicBezTo>
                  <a:pt x="906065" y="50689"/>
                  <a:pt x="906916" y="47240"/>
                  <a:pt x="908619" y="44067"/>
                </a:cubicBezTo>
                <a:cubicBezTo>
                  <a:pt x="910322" y="40893"/>
                  <a:pt x="912641" y="38258"/>
                  <a:pt x="915575" y="36160"/>
                </a:cubicBezTo>
                <a:cubicBezTo>
                  <a:pt x="917776" y="34534"/>
                  <a:pt x="920776" y="33158"/>
                  <a:pt x="924575" y="32031"/>
                </a:cubicBezTo>
                <a:cubicBezTo>
                  <a:pt x="928374" y="30903"/>
                  <a:pt x="932448" y="30339"/>
                  <a:pt x="936797" y="30339"/>
                </a:cubicBezTo>
                <a:cubicBezTo>
                  <a:pt x="943347" y="30339"/>
                  <a:pt x="949098" y="31289"/>
                  <a:pt x="954049" y="33188"/>
                </a:cubicBezTo>
                <a:cubicBezTo>
                  <a:pt x="959001" y="35086"/>
                  <a:pt x="962656" y="37658"/>
                  <a:pt x="965014" y="40903"/>
                </a:cubicBezTo>
                <a:cubicBezTo>
                  <a:pt x="967372" y="44147"/>
                  <a:pt x="968996" y="48485"/>
                  <a:pt x="969887" y="53919"/>
                </a:cubicBezTo>
                <a:lnTo>
                  <a:pt x="956054" y="55805"/>
                </a:lnTo>
                <a:cubicBezTo>
                  <a:pt x="955425" y="51508"/>
                  <a:pt x="953604" y="48155"/>
                  <a:pt x="950591" y="45744"/>
                </a:cubicBezTo>
                <a:cubicBezTo>
                  <a:pt x="947578" y="43334"/>
                  <a:pt x="943321" y="42129"/>
                  <a:pt x="937819" y="42129"/>
                </a:cubicBezTo>
                <a:cubicBezTo>
                  <a:pt x="931321" y="42129"/>
                  <a:pt x="926684" y="43198"/>
                  <a:pt x="923907" y="45337"/>
                </a:cubicBezTo>
                <a:cubicBezTo>
                  <a:pt x="921130" y="47474"/>
                  <a:pt x="919741" y="49976"/>
                  <a:pt x="919741" y="52845"/>
                </a:cubicBezTo>
                <a:cubicBezTo>
                  <a:pt x="919741" y="54669"/>
                  <a:pt x="920317" y="56312"/>
                  <a:pt x="921470" y="57772"/>
                </a:cubicBezTo>
                <a:cubicBezTo>
                  <a:pt x="922623" y="59284"/>
                  <a:pt x="924431" y="60535"/>
                  <a:pt x="926893" y="61525"/>
                </a:cubicBezTo>
                <a:cubicBezTo>
                  <a:pt x="928308" y="62048"/>
                  <a:pt x="932474" y="63247"/>
                  <a:pt x="939391" y="65124"/>
                </a:cubicBezTo>
                <a:cubicBezTo>
                  <a:pt x="949399" y="67795"/>
                  <a:pt x="956381" y="69981"/>
                  <a:pt x="960337" y="71682"/>
                </a:cubicBezTo>
                <a:cubicBezTo>
                  <a:pt x="964293" y="73383"/>
                  <a:pt x="967398" y="75857"/>
                  <a:pt x="969651" y="79105"/>
                </a:cubicBezTo>
                <a:cubicBezTo>
                  <a:pt x="971904" y="82350"/>
                  <a:pt x="973031" y="86381"/>
                  <a:pt x="973031" y="91196"/>
                </a:cubicBezTo>
                <a:cubicBezTo>
                  <a:pt x="973031" y="95909"/>
                  <a:pt x="971655" y="100347"/>
                  <a:pt x="968904" y="104509"/>
                </a:cubicBezTo>
                <a:cubicBezTo>
                  <a:pt x="966153" y="108670"/>
                  <a:pt x="962184" y="111889"/>
                  <a:pt x="956997" y="114167"/>
                </a:cubicBezTo>
                <a:cubicBezTo>
                  <a:pt x="951809" y="116445"/>
                  <a:pt x="945941" y="117583"/>
                  <a:pt x="939391" y="117583"/>
                </a:cubicBezTo>
                <a:cubicBezTo>
                  <a:pt x="928544" y="117583"/>
                  <a:pt x="920278" y="115324"/>
                  <a:pt x="914593" y="110804"/>
                </a:cubicBezTo>
                <a:cubicBezTo>
                  <a:pt x="908907" y="106285"/>
                  <a:pt x="905279" y="99584"/>
                  <a:pt x="903707" y="90703"/>
                </a:cubicBezTo>
                <a:close/>
                <a:moveTo>
                  <a:pt x="1044320" y="85044"/>
                </a:moveTo>
                <a:lnTo>
                  <a:pt x="1058232" y="86851"/>
                </a:lnTo>
                <a:cubicBezTo>
                  <a:pt x="1056712" y="96465"/>
                  <a:pt x="1052821" y="103991"/>
                  <a:pt x="1046560" y="109429"/>
                </a:cubicBezTo>
                <a:cubicBezTo>
                  <a:pt x="1040298" y="114865"/>
                  <a:pt x="1032609" y="117583"/>
                  <a:pt x="1023491" y="117583"/>
                </a:cubicBezTo>
                <a:cubicBezTo>
                  <a:pt x="1012068" y="117583"/>
                  <a:pt x="1002885" y="113850"/>
                  <a:pt x="995942" y="106383"/>
                </a:cubicBezTo>
                <a:cubicBezTo>
                  <a:pt x="988999" y="98916"/>
                  <a:pt x="985528" y="88214"/>
                  <a:pt x="985528" y="74276"/>
                </a:cubicBezTo>
                <a:cubicBezTo>
                  <a:pt x="985528" y="65263"/>
                  <a:pt x="987021" y="57377"/>
                  <a:pt x="990008" y="50617"/>
                </a:cubicBezTo>
                <a:cubicBezTo>
                  <a:pt x="992995" y="43858"/>
                  <a:pt x="997540" y="38788"/>
                  <a:pt x="1003645" y="35409"/>
                </a:cubicBezTo>
                <a:cubicBezTo>
                  <a:pt x="1009749" y="32029"/>
                  <a:pt x="1016391" y="30339"/>
                  <a:pt x="1023570" y="30339"/>
                </a:cubicBezTo>
                <a:cubicBezTo>
                  <a:pt x="1032635" y="30339"/>
                  <a:pt x="1040049" y="32639"/>
                  <a:pt x="1045813" y="37239"/>
                </a:cubicBezTo>
                <a:cubicBezTo>
                  <a:pt x="1051577" y="41837"/>
                  <a:pt x="1055271" y="48366"/>
                  <a:pt x="1056895" y="56827"/>
                </a:cubicBezTo>
                <a:lnTo>
                  <a:pt x="1043141" y="58949"/>
                </a:lnTo>
                <a:cubicBezTo>
                  <a:pt x="1041831" y="53368"/>
                  <a:pt x="1039512" y="49170"/>
                  <a:pt x="1036185" y="46353"/>
                </a:cubicBezTo>
                <a:cubicBezTo>
                  <a:pt x="1032857" y="43537"/>
                  <a:pt x="1028836" y="42129"/>
                  <a:pt x="1024120" y="42129"/>
                </a:cubicBezTo>
                <a:cubicBezTo>
                  <a:pt x="1016994" y="42129"/>
                  <a:pt x="1011204" y="44671"/>
                  <a:pt x="1006750" y="49755"/>
                </a:cubicBezTo>
                <a:cubicBezTo>
                  <a:pt x="1002296" y="54838"/>
                  <a:pt x="1000069" y="62880"/>
                  <a:pt x="1000069" y="73883"/>
                </a:cubicBezTo>
                <a:cubicBezTo>
                  <a:pt x="1000069" y="85042"/>
                  <a:pt x="1002217" y="93151"/>
                  <a:pt x="1006514" y="98209"/>
                </a:cubicBezTo>
                <a:cubicBezTo>
                  <a:pt x="1010811" y="103265"/>
                  <a:pt x="1016417" y="105794"/>
                  <a:pt x="1023334" y="105794"/>
                </a:cubicBezTo>
                <a:cubicBezTo>
                  <a:pt x="1028888" y="105794"/>
                  <a:pt x="1033526" y="104097"/>
                  <a:pt x="1037246" y="100704"/>
                </a:cubicBezTo>
                <a:cubicBezTo>
                  <a:pt x="1040966" y="97312"/>
                  <a:pt x="1043324" y="92091"/>
                  <a:pt x="1044320" y="85044"/>
                </a:cubicBezTo>
                <a:close/>
                <a:moveTo>
                  <a:pt x="1125040" y="115697"/>
                </a:moveTo>
                <a:lnTo>
                  <a:pt x="1125040" y="103436"/>
                </a:lnTo>
                <a:cubicBezTo>
                  <a:pt x="1118543" y="112868"/>
                  <a:pt x="1109714" y="117583"/>
                  <a:pt x="1098553" y="117583"/>
                </a:cubicBezTo>
                <a:cubicBezTo>
                  <a:pt x="1093627" y="117583"/>
                  <a:pt x="1089029" y="116640"/>
                  <a:pt x="1084759" y="114754"/>
                </a:cubicBezTo>
                <a:cubicBezTo>
                  <a:pt x="1080488" y="112868"/>
                  <a:pt x="1077318" y="110496"/>
                  <a:pt x="1075248" y="107641"/>
                </a:cubicBezTo>
                <a:cubicBezTo>
                  <a:pt x="1073179" y="104785"/>
                  <a:pt x="1071724" y="101287"/>
                  <a:pt x="1070886" y="97148"/>
                </a:cubicBezTo>
                <a:cubicBezTo>
                  <a:pt x="1070310" y="94371"/>
                  <a:pt x="1070021" y="89969"/>
                  <a:pt x="1070021" y="83943"/>
                </a:cubicBezTo>
                <a:lnTo>
                  <a:pt x="1070021" y="32225"/>
                </a:lnTo>
                <a:lnTo>
                  <a:pt x="1084169" y="32225"/>
                </a:lnTo>
                <a:lnTo>
                  <a:pt x="1084169" y="78520"/>
                </a:lnTo>
                <a:cubicBezTo>
                  <a:pt x="1084169" y="85908"/>
                  <a:pt x="1084457" y="90886"/>
                  <a:pt x="1085034" y="93454"/>
                </a:cubicBezTo>
                <a:cubicBezTo>
                  <a:pt x="1085925" y="97174"/>
                  <a:pt x="1087811" y="100095"/>
                  <a:pt x="1090693" y="102217"/>
                </a:cubicBezTo>
                <a:cubicBezTo>
                  <a:pt x="1093575" y="104340"/>
                  <a:pt x="1097138" y="105401"/>
                  <a:pt x="1101382" y="105401"/>
                </a:cubicBezTo>
                <a:cubicBezTo>
                  <a:pt x="1105627" y="105401"/>
                  <a:pt x="1109609" y="104313"/>
                  <a:pt x="1113329" y="102139"/>
                </a:cubicBezTo>
                <a:cubicBezTo>
                  <a:pt x="1117050" y="99964"/>
                  <a:pt x="1119683" y="97004"/>
                  <a:pt x="1121228" y="93257"/>
                </a:cubicBezTo>
                <a:cubicBezTo>
                  <a:pt x="1122774" y="89511"/>
                  <a:pt x="1123547" y="84074"/>
                  <a:pt x="1123547" y="76948"/>
                </a:cubicBezTo>
                <a:lnTo>
                  <a:pt x="1123547" y="32225"/>
                </a:lnTo>
                <a:lnTo>
                  <a:pt x="1137695" y="32225"/>
                </a:lnTo>
                <a:lnTo>
                  <a:pt x="1137695" y="115697"/>
                </a:lnTo>
                <a:lnTo>
                  <a:pt x="1125040" y="115697"/>
                </a:lnTo>
                <a:close/>
                <a:moveTo>
                  <a:pt x="1154176" y="90703"/>
                </a:moveTo>
                <a:lnTo>
                  <a:pt x="1168166" y="88502"/>
                </a:lnTo>
                <a:cubicBezTo>
                  <a:pt x="1168952" y="94084"/>
                  <a:pt x="1171140" y="98362"/>
                  <a:pt x="1174729" y="101336"/>
                </a:cubicBezTo>
                <a:cubicBezTo>
                  <a:pt x="1178319" y="104308"/>
                  <a:pt x="1183336" y="105794"/>
                  <a:pt x="1189781" y="105794"/>
                </a:cubicBezTo>
                <a:cubicBezTo>
                  <a:pt x="1196279" y="105794"/>
                  <a:pt x="1201099" y="104481"/>
                  <a:pt x="1204243" y="101856"/>
                </a:cubicBezTo>
                <a:cubicBezTo>
                  <a:pt x="1207387" y="99230"/>
                  <a:pt x="1208959" y="96150"/>
                  <a:pt x="1208959" y="92616"/>
                </a:cubicBezTo>
                <a:cubicBezTo>
                  <a:pt x="1208959" y="89444"/>
                  <a:pt x="1207571" y="86949"/>
                  <a:pt x="1204793" y="85130"/>
                </a:cubicBezTo>
                <a:cubicBezTo>
                  <a:pt x="1202855" y="83882"/>
                  <a:pt x="1198034" y="82296"/>
                  <a:pt x="1190331" y="80372"/>
                </a:cubicBezTo>
                <a:cubicBezTo>
                  <a:pt x="1179956" y="77750"/>
                  <a:pt x="1172765" y="75482"/>
                  <a:pt x="1168756" y="73568"/>
                </a:cubicBezTo>
                <a:cubicBezTo>
                  <a:pt x="1164747" y="71654"/>
                  <a:pt x="1161708" y="69005"/>
                  <a:pt x="1159639" y="65622"/>
                </a:cubicBezTo>
                <a:cubicBezTo>
                  <a:pt x="1157569" y="62239"/>
                  <a:pt x="1156534" y="58503"/>
                  <a:pt x="1156534" y="54412"/>
                </a:cubicBezTo>
                <a:cubicBezTo>
                  <a:pt x="1156534" y="50689"/>
                  <a:pt x="1157385" y="47240"/>
                  <a:pt x="1159088" y="44067"/>
                </a:cubicBezTo>
                <a:cubicBezTo>
                  <a:pt x="1160791" y="40893"/>
                  <a:pt x="1163110" y="38258"/>
                  <a:pt x="1166044" y="36160"/>
                </a:cubicBezTo>
                <a:cubicBezTo>
                  <a:pt x="1168245" y="34534"/>
                  <a:pt x="1171245" y="33158"/>
                  <a:pt x="1175044" y="32031"/>
                </a:cubicBezTo>
                <a:cubicBezTo>
                  <a:pt x="1178843" y="30903"/>
                  <a:pt x="1182917" y="30339"/>
                  <a:pt x="1187266" y="30339"/>
                </a:cubicBezTo>
                <a:cubicBezTo>
                  <a:pt x="1193816" y="30339"/>
                  <a:pt x="1199567" y="31289"/>
                  <a:pt x="1204518" y="33188"/>
                </a:cubicBezTo>
                <a:cubicBezTo>
                  <a:pt x="1209470" y="35086"/>
                  <a:pt x="1213125" y="37658"/>
                  <a:pt x="1215483" y="40903"/>
                </a:cubicBezTo>
                <a:cubicBezTo>
                  <a:pt x="1217841" y="44147"/>
                  <a:pt x="1219465" y="48485"/>
                  <a:pt x="1220356" y="53919"/>
                </a:cubicBezTo>
                <a:lnTo>
                  <a:pt x="1206523" y="55805"/>
                </a:lnTo>
                <a:cubicBezTo>
                  <a:pt x="1205894" y="51508"/>
                  <a:pt x="1204073" y="48155"/>
                  <a:pt x="1201060" y="45744"/>
                </a:cubicBezTo>
                <a:cubicBezTo>
                  <a:pt x="1198047" y="43334"/>
                  <a:pt x="1193790" y="42129"/>
                  <a:pt x="1188288" y="42129"/>
                </a:cubicBezTo>
                <a:cubicBezTo>
                  <a:pt x="1181790" y="42129"/>
                  <a:pt x="1177153" y="43198"/>
                  <a:pt x="1174376" y="45337"/>
                </a:cubicBezTo>
                <a:cubicBezTo>
                  <a:pt x="1171599" y="47474"/>
                  <a:pt x="1170210" y="49976"/>
                  <a:pt x="1170210" y="52845"/>
                </a:cubicBezTo>
                <a:cubicBezTo>
                  <a:pt x="1170210" y="54669"/>
                  <a:pt x="1170786" y="56312"/>
                  <a:pt x="1171939" y="57772"/>
                </a:cubicBezTo>
                <a:cubicBezTo>
                  <a:pt x="1173092" y="59284"/>
                  <a:pt x="1174900" y="60535"/>
                  <a:pt x="1177363" y="61525"/>
                </a:cubicBezTo>
                <a:cubicBezTo>
                  <a:pt x="1178777" y="62048"/>
                  <a:pt x="1182943" y="63247"/>
                  <a:pt x="1189860" y="65124"/>
                </a:cubicBezTo>
                <a:cubicBezTo>
                  <a:pt x="1199868" y="67795"/>
                  <a:pt x="1206850" y="69981"/>
                  <a:pt x="1210806" y="71682"/>
                </a:cubicBezTo>
                <a:cubicBezTo>
                  <a:pt x="1214762" y="73383"/>
                  <a:pt x="1217867" y="75857"/>
                  <a:pt x="1220120" y="79105"/>
                </a:cubicBezTo>
                <a:cubicBezTo>
                  <a:pt x="1222373" y="82350"/>
                  <a:pt x="1223500" y="86381"/>
                  <a:pt x="1223500" y="91196"/>
                </a:cubicBezTo>
                <a:cubicBezTo>
                  <a:pt x="1223500" y="95909"/>
                  <a:pt x="1222124" y="100347"/>
                  <a:pt x="1219373" y="104509"/>
                </a:cubicBezTo>
                <a:cubicBezTo>
                  <a:pt x="1216622" y="108670"/>
                  <a:pt x="1212653" y="111889"/>
                  <a:pt x="1207466" y="114167"/>
                </a:cubicBezTo>
                <a:cubicBezTo>
                  <a:pt x="1202278" y="116445"/>
                  <a:pt x="1196410" y="117583"/>
                  <a:pt x="1189860" y="117583"/>
                </a:cubicBezTo>
                <a:cubicBezTo>
                  <a:pt x="1179013" y="117583"/>
                  <a:pt x="1170747" y="115324"/>
                  <a:pt x="1165062" y="110804"/>
                </a:cubicBezTo>
                <a:cubicBezTo>
                  <a:pt x="1159377" y="106285"/>
                  <a:pt x="1155748" y="99584"/>
                  <a:pt x="1154176" y="90703"/>
                </a:cubicBezTo>
                <a:close/>
                <a:moveTo>
                  <a:pt x="1234661" y="90703"/>
                </a:moveTo>
                <a:lnTo>
                  <a:pt x="1248651" y="88502"/>
                </a:lnTo>
                <a:cubicBezTo>
                  <a:pt x="1249437" y="94084"/>
                  <a:pt x="1251625" y="98362"/>
                  <a:pt x="1255214" y="101336"/>
                </a:cubicBezTo>
                <a:cubicBezTo>
                  <a:pt x="1258804" y="104308"/>
                  <a:pt x="1263821" y="105794"/>
                  <a:pt x="1270266" y="105794"/>
                </a:cubicBezTo>
                <a:cubicBezTo>
                  <a:pt x="1276763" y="105794"/>
                  <a:pt x="1281584" y="104481"/>
                  <a:pt x="1284728" y="101856"/>
                </a:cubicBezTo>
                <a:cubicBezTo>
                  <a:pt x="1287872" y="99230"/>
                  <a:pt x="1289444" y="96150"/>
                  <a:pt x="1289444" y="92616"/>
                </a:cubicBezTo>
                <a:cubicBezTo>
                  <a:pt x="1289444" y="89444"/>
                  <a:pt x="1288055" y="86949"/>
                  <a:pt x="1285278" y="85130"/>
                </a:cubicBezTo>
                <a:cubicBezTo>
                  <a:pt x="1283340" y="83882"/>
                  <a:pt x="1278519" y="82296"/>
                  <a:pt x="1270816" y="80372"/>
                </a:cubicBezTo>
                <a:cubicBezTo>
                  <a:pt x="1260441" y="77750"/>
                  <a:pt x="1253249" y="75482"/>
                  <a:pt x="1249241" y="73568"/>
                </a:cubicBezTo>
                <a:cubicBezTo>
                  <a:pt x="1245232" y="71654"/>
                  <a:pt x="1242193" y="69005"/>
                  <a:pt x="1240123" y="65622"/>
                </a:cubicBezTo>
                <a:cubicBezTo>
                  <a:pt x="1238054" y="62239"/>
                  <a:pt x="1237019" y="58503"/>
                  <a:pt x="1237019" y="54412"/>
                </a:cubicBezTo>
                <a:cubicBezTo>
                  <a:pt x="1237019" y="50689"/>
                  <a:pt x="1237870" y="47240"/>
                  <a:pt x="1239573" y="44067"/>
                </a:cubicBezTo>
                <a:cubicBezTo>
                  <a:pt x="1241276" y="40893"/>
                  <a:pt x="1243595" y="38258"/>
                  <a:pt x="1246529" y="36160"/>
                </a:cubicBezTo>
                <a:cubicBezTo>
                  <a:pt x="1248730" y="34534"/>
                  <a:pt x="1251730" y="33158"/>
                  <a:pt x="1255529" y="32031"/>
                </a:cubicBezTo>
                <a:cubicBezTo>
                  <a:pt x="1259328" y="30903"/>
                  <a:pt x="1263402" y="30339"/>
                  <a:pt x="1267751" y="30339"/>
                </a:cubicBezTo>
                <a:cubicBezTo>
                  <a:pt x="1274301" y="30339"/>
                  <a:pt x="1280052" y="31289"/>
                  <a:pt x="1285003" y="33188"/>
                </a:cubicBezTo>
                <a:cubicBezTo>
                  <a:pt x="1289955" y="35086"/>
                  <a:pt x="1293610" y="37658"/>
                  <a:pt x="1295968" y="40903"/>
                </a:cubicBezTo>
                <a:cubicBezTo>
                  <a:pt x="1298326" y="44147"/>
                  <a:pt x="1299950" y="48485"/>
                  <a:pt x="1300841" y="53919"/>
                </a:cubicBezTo>
                <a:lnTo>
                  <a:pt x="1287007" y="55805"/>
                </a:lnTo>
                <a:cubicBezTo>
                  <a:pt x="1286379" y="51508"/>
                  <a:pt x="1284558" y="48155"/>
                  <a:pt x="1281545" y="45744"/>
                </a:cubicBezTo>
                <a:cubicBezTo>
                  <a:pt x="1278532" y="43334"/>
                  <a:pt x="1274275" y="42129"/>
                  <a:pt x="1268773" y="42129"/>
                </a:cubicBezTo>
                <a:cubicBezTo>
                  <a:pt x="1262275" y="42129"/>
                  <a:pt x="1257638" y="43198"/>
                  <a:pt x="1254861" y="45337"/>
                </a:cubicBezTo>
                <a:cubicBezTo>
                  <a:pt x="1252084" y="47474"/>
                  <a:pt x="1250695" y="49976"/>
                  <a:pt x="1250695" y="52845"/>
                </a:cubicBezTo>
                <a:cubicBezTo>
                  <a:pt x="1250695" y="54669"/>
                  <a:pt x="1251271" y="56312"/>
                  <a:pt x="1252424" y="57772"/>
                </a:cubicBezTo>
                <a:cubicBezTo>
                  <a:pt x="1253577" y="59284"/>
                  <a:pt x="1255385" y="60535"/>
                  <a:pt x="1257847" y="61525"/>
                </a:cubicBezTo>
                <a:cubicBezTo>
                  <a:pt x="1259262" y="62048"/>
                  <a:pt x="1263428" y="63247"/>
                  <a:pt x="1270345" y="65124"/>
                </a:cubicBezTo>
                <a:cubicBezTo>
                  <a:pt x="1280353" y="67795"/>
                  <a:pt x="1287335" y="69981"/>
                  <a:pt x="1291291" y="71682"/>
                </a:cubicBezTo>
                <a:cubicBezTo>
                  <a:pt x="1295247" y="73383"/>
                  <a:pt x="1298352" y="75857"/>
                  <a:pt x="1300605" y="79105"/>
                </a:cubicBezTo>
                <a:cubicBezTo>
                  <a:pt x="1302858" y="82350"/>
                  <a:pt x="1303985" y="86381"/>
                  <a:pt x="1303985" y="91196"/>
                </a:cubicBezTo>
                <a:cubicBezTo>
                  <a:pt x="1303985" y="95909"/>
                  <a:pt x="1302609" y="100347"/>
                  <a:pt x="1299858" y="104509"/>
                </a:cubicBezTo>
                <a:cubicBezTo>
                  <a:pt x="1297107" y="108670"/>
                  <a:pt x="1293138" y="111889"/>
                  <a:pt x="1287951" y="114167"/>
                </a:cubicBezTo>
                <a:cubicBezTo>
                  <a:pt x="1282763" y="116445"/>
                  <a:pt x="1276894" y="117583"/>
                  <a:pt x="1270345" y="117583"/>
                </a:cubicBezTo>
                <a:cubicBezTo>
                  <a:pt x="1259498" y="117583"/>
                  <a:pt x="1251232" y="115324"/>
                  <a:pt x="1245547" y="110804"/>
                </a:cubicBezTo>
                <a:cubicBezTo>
                  <a:pt x="1239861" y="106285"/>
                  <a:pt x="1236233" y="99584"/>
                  <a:pt x="1234661" y="90703"/>
                </a:cubicBezTo>
                <a:close/>
                <a:moveTo>
                  <a:pt x="1320883" y="16820"/>
                </a:moveTo>
                <a:lnTo>
                  <a:pt x="1320883" y="472"/>
                </a:lnTo>
                <a:lnTo>
                  <a:pt x="1335031" y="472"/>
                </a:lnTo>
                <a:lnTo>
                  <a:pt x="1335031" y="16820"/>
                </a:lnTo>
                <a:lnTo>
                  <a:pt x="1320883" y="16820"/>
                </a:lnTo>
                <a:moveTo>
                  <a:pt x="1320883" y="115697"/>
                </a:moveTo>
                <a:lnTo>
                  <a:pt x="1320883" y="32225"/>
                </a:lnTo>
                <a:lnTo>
                  <a:pt x="1335031" y="32225"/>
                </a:lnTo>
                <a:lnTo>
                  <a:pt x="1335031" y="115697"/>
                </a:lnTo>
                <a:lnTo>
                  <a:pt x="1320883" y="115697"/>
                </a:lnTo>
                <a:close/>
                <a:moveTo>
                  <a:pt x="1351274" y="73961"/>
                </a:moveTo>
                <a:cubicBezTo>
                  <a:pt x="1351274" y="58504"/>
                  <a:pt x="1355571" y="47054"/>
                  <a:pt x="1364164" y="39614"/>
                </a:cubicBezTo>
                <a:cubicBezTo>
                  <a:pt x="1371343" y="33431"/>
                  <a:pt x="1380094" y="30339"/>
                  <a:pt x="1390416" y="30339"/>
                </a:cubicBezTo>
                <a:cubicBezTo>
                  <a:pt x="1401892" y="30339"/>
                  <a:pt x="1411271" y="34099"/>
                  <a:pt x="1418554" y="41618"/>
                </a:cubicBezTo>
                <a:cubicBezTo>
                  <a:pt x="1425838" y="49137"/>
                  <a:pt x="1429480" y="59525"/>
                  <a:pt x="1429480" y="72782"/>
                </a:cubicBezTo>
                <a:cubicBezTo>
                  <a:pt x="1429480" y="83524"/>
                  <a:pt x="1427868" y="91973"/>
                  <a:pt x="1424646" y="98130"/>
                </a:cubicBezTo>
                <a:cubicBezTo>
                  <a:pt x="1421423" y="104287"/>
                  <a:pt x="1416734" y="109069"/>
                  <a:pt x="1410577" y="112475"/>
                </a:cubicBezTo>
                <a:cubicBezTo>
                  <a:pt x="1404420" y="115880"/>
                  <a:pt x="1397700" y="117583"/>
                  <a:pt x="1390416" y="117583"/>
                </a:cubicBezTo>
                <a:cubicBezTo>
                  <a:pt x="1378731" y="117583"/>
                  <a:pt x="1369286" y="113837"/>
                  <a:pt x="1362081" y="106344"/>
                </a:cubicBezTo>
                <a:cubicBezTo>
                  <a:pt x="1354877" y="98851"/>
                  <a:pt x="1351274" y="88057"/>
                  <a:pt x="1351274" y="73961"/>
                </a:cubicBezTo>
                <a:moveTo>
                  <a:pt x="1365815" y="73922"/>
                </a:moveTo>
                <a:cubicBezTo>
                  <a:pt x="1365815" y="84572"/>
                  <a:pt x="1368147" y="92547"/>
                  <a:pt x="1372810" y="97845"/>
                </a:cubicBezTo>
                <a:cubicBezTo>
                  <a:pt x="1377474" y="103144"/>
                  <a:pt x="1383342" y="105794"/>
                  <a:pt x="1390416" y="105794"/>
                </a:cubicBezTo>
                <a:cubicBezTo>
                  <a:pt x="1397438" y="105794"/>
                  <a:pt x="1403280" y="103131"/>
                  <a:pt x="1407944" y="97806"/>
                </a:cubicBezTo>
                <a:cubicBezTo>
                  <a:pt x="1412607" y="92481"/>
                  <a:pt x="1414939" y="84363"/>
                  <a:pt x="1414939" y="73453"/>
                </a:cubicBezTo>
                <a:cubicBezTo>
                  <a:pt x="1414939" y="63168"/>
                  <a:pt x="1412594" y="55376"/>
                  <a:pt x="1407904" y="50077"/>
                </a:cubicBezTo>
                <a:cubicBezTo>
                  <a:pt x="1403215" y="44778"/>
                  <a:pt x="1397385" y="42129"/>
                  <a:pt x="1390416" y="42129"/>
                </a:cubicBezTo>
                <a:cubicBezTo>
                  <a:pt x="1383342" y="42129"/>
                  <a:pt x="1377474" y="44765"/>
                  <a:pt x="1372810" y="50038"/>
                </a:cubicBezTo>
                <a:cubicBezTo>
                  <a:pt x="1368147" y="55310"/>
                  <a:pt x="1365815" y="63272"/>
                  <a:pt x="1365815" y="73922"/>
                </a:cubicBezTo>
                <a:close/>
                <a:moveTo>
                  <a:pt x="1446040" y="115697"/>
                </a:moveTo>
                <a:lnTo>
                  <a:pt x="1446040" y="32225"/>
                </a:lnTo>
                <a:lnTo>
                  <a:pt x="1458773" y="32225"/>
                </a:lnTo>
                <a:lnTo>
                  <a:pt x="1458773" y="44015"/>
                </a:lnTo>
                <a:cubicBezTo>
                  <a:pt x="1464903" y="34898"/>
                  <a:pt x="1473759" y="30339"/>
                  <a:pt x="1485339" y="30339"/>
                </a:cubicBezTo>
                <a:cubicBezTo>
                  <a:pt x="1490369" y="30339"/>
                  <a:pt x="1494993" y="31243"/>
                  <a:pt x="1499212" y="33051"/>
                </a:cubicBezTo>
                <a:cubicBezTo>
                  <a:pt x="1503430" y="34858"/>
                  <a:pt x="1506587" y="37230"/>
                  <a:pt x="1508683" y="40164"/>
                </a:cubicBezTo>
                <a:cubicBezTo>
                  <a:pt x="1510779" y="43098"/>
                  <a:pt x="1512246" y="46583"/>
                  <a:pt x="1513084" y="50617"/>
                </a:cubicBezTo>
                <a:cubicBezTo>
                  <a:pt x="1513608" y="53237"/>
                  <a:pt x="1513870" y="57822"/>
                  <a:pt x="1513870" y="64372"/>
                </a:cubicBezTo>
                <a:lnTo>
                  <a:pt x="1513870" y="115697"/>
                </a:lnTo>
                <a:lnTo>
                  <a:pt x="1499722" y="115697"/>
                </a:lnTo>
                <a:lnTo>
                  <a:pt x="1499722" y="64868"/>
                </a:lnTo>
                <a:cubicBezTo>
                  <a:pt x="1499722" y="59098"/>
                  <a:pt x="1499172" y="54783"/>
                  <a:pt x="1498072" y="51924"/>
                </a:cubicBezTo>
                <a:cubicBezTo>
                  <a:pt x="1496971" y="49065"/>
                  <a:pt x="1495020" y="46783"/>
                  <a:pt x="1492216" y="45079"/>
                </a:cubicBezTo>
                <a:cubicBezTo>
                  <a:pt x="1489413" y="43374"/>
                  <a:pt x="1486125" y="42522"/>
                  <a:pt x="1482352" y="42522"/>
                </a:cubicBezTo>
                <a:cubicBezTo>
                  <a:pt x="1476326" y="42522"/>
                  <a:pt x="1471126" y="44437"/>
                  <a:pt x="1466750" y="48267"/>
                </a:cubicBezTo>
                <a:cubicBezTo>
                  <a:pt x="1462375" y="52095"/>
                  <a:pt x="1460187" y="59360"/>
                  <a:pt x="1460187" y="70061"/>
                </a:cubicBezTo>
                <a:lnTo>
                  <a:pt x="1460187" y="115697"/>
                </a:lnTo>
                <a:lnTo>
                  <a:pt x="1446040" y="115697"/>
                </a:lnTo>
                <a:close/>
                <a:moveTo>
                  <a:pt x="1529880" y="90703"/>
                </a:moveTo>
                <a:lnTo>
                  <a:pt x="1543870" y="88502"/>
                </a:lnTo>
                <a:cubicBezTo>
                  <a:pt x="1544656" y="94084"/>
                  <a:pt x="1546844" y="98362"/>
                  <a:pt x="1550433" y="101336"/>
                </a:cubicBezTo>
                <a:cubicBezTo>
                  <a:pt x="1554023" y="104308"/>
                  <a:pt x="1559040" y="105794"/>
                  <a:pt x="1565485" y="105794"/>
                </a:cubicBezTo>
                <a:cubicBezTo>
                  <a:pt x="1571982" y="105794"/>
                  <a:pt x="1576803" y="104481"/>
                  <a:pt x="1579947" y="101856"/>
                </a:cubicBezTo>
                <a:cubicBezTo>
                  <a:pt x="1583091" y="99230"/>
                  <a:pt x="1584663" y="96150"/>
                  <a:pt x="1584663" y="92616"/>
                </a:cubicBezTo>
                <a:cubicBezTo>
                  <a:pt x="1584663" y="89444"/>
                  <a:pt x="1583274" y="86949"/>
                  <a:pt x="1580497" y="85130"/>
                </a:cubicBezTo>
                <a:cubicBezTo>
                  <a:pt x="1578558" y="83882"/>
                  <a:pt x="1573738" y="82296"/>
                  <a:pt x="1566035" y="80372"/>
                </a:cubicBezTo>
                <a:cubicBezTo>
                  <a:pt x="1555660" y="77750"/>
                  <a:pt x="1548468" y="75482"/>
                  <a:pt x="1544460" y="73568"/>
                </a:cubicBezTo>
                <a:cubicBezTo>
                  <a:pt x="1540451" y="71654"/>
                  <a:pt x="1537412" y="69005"/>
                  <a:pt x="1535342" y="65622"/>
                </a:cubicBezTo>
                <a:cubicBezTo>
                  <a:pt x="1533273" y="62239"/>
                  <a:pt x="1532238" y="58503"/>
                  <a:pt x="1532238" y="54412"/>
                </a:cubicBezTo>
                <a:cubicBezTo>
                  <a:pt x="1532238" y="50689"/>
                  <a:pt x="1533089" y="47240"/>
                  <a:pt x="1534792" y="44067"/>
                </a:cubicBezTo>
                <a:cubicBezTo>
                  <a:pt x="1536495" y="40893"/>
                  <a:pt x="1538814" y="38258"/>
                  <a:pt x="1541748" y="36160"/>
                </a:cubicBezTo>
                <a:cubicBezTo>
                  <a:pt x="1543949" y="34534"/>
                  <a:pt x="1546949" y="33158"/>
                  <a:pt x="1550748" y="32031"/>
                </a:cubicBezTo>
                <a:cubicBezTo>
                  <a:pt x="1554547" y="30903"/>
                  <a:pt x="1558621" y="30339"/>
                  <a:pt x="1562970" y="30339"/>
                </a:cubicBezTo>
                <a:cubicBezTo>
                  <a:pt x="1569520" y="30339"/>
                  <a:pt x="1575270" y="31289"/>
                  <a:pt x="1580222" y="33188"/>
                </a:cubicBezTo>
                <a:cubicBezTo>
                  <a:pt x="1585174" y="35086"/>
                  <a:pt x="1588829" y="37658"/>
                  <a:pt x="1591187" y="40903"/>
                </a:cubicBezTo>
                <a:cubicBezTo>
                  <a:pt x="1593545" y="44147"/>
                  <a:pt x="1595169" y="48485"/>
                  <a:pt x="1596060" y="53919"/>
                </a:cubicBezTo>
                <a:lnTo>
                  <a:pt x="1582226" y="55805"/>
                </a:lnTo>
                <a:cubicBezTo>
                  <a:pt x="1581598" y="51508"/>
                  <a:pt x="1579777" y="48155"/>
                  <a:pt x="1576764" y="45744"/>
                </a:cubicBezTo>
                <a:cubicBezTo>
                  <a:pt x="1573751" y="43334"/>
                  <a:pt x="1569493" y="42129"/>
                  <a:pt x="1563991" y="42129"/>
                </a:cubicBezTo>
                <a:cubicBezTo>
                  <a:pt x="1557494" y="42129"/>
                  <a:pt x="1552857" y="43198"/>
                  <a:pt x="1550080" y="45337"/>
                </a:cubicBezTo>
                <a:cubicBezTo>
                  <a:pt x="1547302" y="47474"/>
                  <a:pt x="1545914" y="49976"/>
                  <a:pt x="1545914" y="52845"/>
                </a:cubicBezTo>
                <a:cubicBezTo>
                  <a:pt x="1545914" y="54669"/>
                  <a:pt x="1546490" y="56312"/>
                  <a:pt x="1547643" y="57772"/>
                </a:cubicBezTo>
                <a:cubicBezTo>
                  <a:pt x="1548796" y="59284"/>
                  <a:pt x="1550604" y="60535"/>
                  <a:pt x="1553066" y="61525"/>
                </a:cubicBezTo>
                <a:cubicBezTo>
                  <a:pt x="1554481" y="62048"/>
                  <a:pt x="1558647" y="63247"/>
                  <a:pt x="1565563" y="65124"/>
                </a:cubicBezTo>
                <a:cubicBezTo>
                  <a:pt x="1575572" y="67795"/>
                  <a:pt x="1582554" y="69981"/>
                  <a:pt x="1586510" y="71682"/>
                </a:cubicBezTo>
                <a:cubicBezTo>
                  <a:pt x="1590466" y="73383"/>
                  <a:pt x="1593571" y="75857"/>
                  <a:pt x="1595824" y="79105"/>
                </a:cubicBezTo>
                <a:cubicBezTo>
                  <a:pt x="1598077" y="82350"/>
                  <a:pt x="1599204" y="86381"/>
                  <a:pt x="1599204" y="91196"/>
                </a:cubicBezTo>
                <a:cubicBezTo>
                  <a:pt x="1599204" y="95909"/>
                  <a:pt x="1597828" y="100347"/>
                  <a:pt x="1595077" y="104509"/>
                </a:cubicBezTo>
                <a:cubicBezTo>
                  <a:pt x="1592326" y="108670"/>
                  <a:pt x="1588357" y="111889"/>
                  <a:pt x="1583170" y="114167"/>
                </a:cubicBezTo>
                <a:cubicBezTo>
                  <a:pt x="1577982" y="116445"/>
                  <a:pt x="1572113" y="117583"/>
                  <a:pt x="1565563" y="117583"/>
                </a:cubicBezTo>
                <a:cubicBezTo>
                  <a:pt x="1554717" y="117583"/>
                  <a:pt x="1546451" y="115324"/>
                  <a:pt x="1540766" y="110804"/>
                </a:cubicBezTo>
                <a:cubicBezTo>
                  <a:pt x="1535080" y="106285"/>
                  <a:pt x="1531452" y="99584"/>
                  <a:pt x="1529880" y="907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3.IsfromSpringcommunity">
            <a:extLst xmlns:a="http://schemas.openxmlformats.org/drawingml/2006/main">
              <a:ext uri="{FF2B5EF4-FFF2-40B4-BE49-F238E27FC236}">
                <a16:creationId xmlns:a16="http://schemas.microsoft.com/office/drawing/2014/main" id="{EBDFAA4F-2439-455F-97A6-3ED76BC6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09" y="2105599"/>
            <a:ext cx="1995578" cy="151224"/>
          </a:xfrm>
          <a:custGeom xmlns:a="http://schemas.openxmlformats.org/drawingml/2006/main">
            <a:pathLst>
              <a:path w="1995578" h="151224">
                <a:moveTo>
                  <a:pt x="0" y="86616"/>
                </a:moveTo>
                <a:lnTo>
                  <a:pt x="14148" y="84729"/>
                </a:lnTo>
                <a:cubicBezTo>
                  <a:pt x="15772" y="92746"/>
                  <a:pt x="18536" y="98523"/>
                  <a:pt x="22440" y="102060"/>
                </a:cubicBezTo>
                <a:cubicBezTo>
                  <a:pt x="26344" y="105597"/>
                  <a:pt x="31099" y="107366"/>
                  <a:pt x="36706" y="107366"/>
                </a:cubicBezTo>
                <a:cubicBezTo>
                  <a:pt x="43360" y="107366"/>
                  <a:pt x="48980" y="105064"/>
                  <a:pt x="53565" y="100461"/>
                </a:cubicBezTo>
                <a:cubicBezTo>
                  <a:pt x="58150" y="95858"/>
                  <a:pt x="60442" y="90157"/>
                  <a:pt x="60442" y="83356"/>
                </a:cubicBezTo>
                <a:cubicBezTo>
                  <a:pt x="60442" y="76869"/>
                  <a:pt x="58320" y="71520"/>
                  <a:pt x="54076" y="67310"/>
                </a:cubicBezTo>
                <a:cubicBezTo>
                  <a:pt x="49831" y="63098"/>
                  <a:pt x="44434" y="60992"/>
                  <a:pt x="37885" y="60992"/>
                </a:cubicBezTo>
                <a:cubicBezTo>
                  <a:pt x="35212" y="60992"/>
                  <a:pt x="31885" y="61516"/>
                  <a:pt x="27902" y="62564"/>
                </a:cubicBezTo>
                <a:lnTo>
                  <a:pt x="29474" y="50146"/>
                </a:lnTo>
                <a:cubicBezTo>
                  <a:pt x="30418" y="50251"/>
                  <a:pt x="31177" y="50303"/>
                  <a:pt x="31754" y="50303"/>
                </a:cubicBezTo>
                <a:cubicBezTo>
                  <a:pt x="37780" y="50303"/>
                  <a:pt x="43203" y="48744"/>
                  <a:pt x="48024" y="45626"/>
                </a:cubicBezTo>
                <a:cubicBezTo>
                  <a:pt x="52844" y="42509"/>
                  <a:pt x="55255" y="37703"/>
                  <a:pt x="55255" y="31209"/>
                </a:cubicBezTo>
                <a:cubicBezTo>
                  <a:pt x="55255" y="26065"/>
                  <a:pt x="53499" y="21805"/>
                  <a:pt x="49989" y="18429"/>
                </a:cubicBezTo>
                <a:cubicBezTo>
                  <a:pt x="46478" y="15051"/>
                  <a:pt x="41945" y="13362"/>
                  <a:pt x="36391" y="13362"/>
                </a:cubicBezTo>
                <a:cubicBezTo>
                  <a:pt x="30889" y="13362"/>
                  <a:pt x="26304" y="15091"/>
                  <a:pt x="22636" y="18549"/>
                </a:cubicBezTo>
                <a:cubicBezTo>
                  <a:pt x="18968" y="22008"/>
                  <a:pt x="16610" y="27195"/>
                  <a:pt x="15563" y="34112"/>
                </a:cubicBezTo>
                <a:lnTo>
                  <a:pt x="1415" y="31597"/>
                </a:lnTo>
                <a:cubicBezTo>
                  <a:pt x="3144" y="22063"/>
                  <a:pt x="7074" y="14676"/>
                  <a:pt x="13205" y="9434"/>
                </a:cubicBezTo>
                <a:cubicBezTo>
                  <a:pt x="19335" y="4193"/>
                  <a:pt x="26959" y="1572"/>
                  <a:pt x="36077" y="1572"/>
                </a:cubicBezTo>
                <a:cubicBezTo>
                  <a:pt x="42365" y="1572"/>
                  <a:pt x="48155" y="2917"/>
                  <a:pt x="53447" y="5608"/>
                </a:cubicBezTo>
                <a:cubicBezTo>
                  <a:pt x="58739" y="8298"/>
                  <a:pt x="62787" y="11968"/>
                  <a:pt x="65590" y="16619"/>
                </a:cubicBezTo>
                <a:cubicBezTo>
                  <a:pt x="68394" y="21267"/>
                  <a:pt x="69796" y="26204"/>
                  <a:pt x="69796" y="31430"/>
                </a:cubicBezTo>
                <a:cubicBezTo>
                  <a:pt x="69796" y="36393"/>
                  <a:pt x="68459" y="40912"/>
                  <a:pt x="65787" y="44988"/>
                </a:cubicBezTo>
                <a:cubicBezTo>
                  <a:pt x="63115" y="49062"/>
                  <a:pt x="59159" y="52301"/>
                  <a:pt x="53919" y="54705"/>
                </a:cubicBezTo>
                <a:cubicBezTo>
                  <a:pt x="60730" y="56277"/>
                  <a:pt x="66023" y="59538"/>
                  <a:pt x="69796" y="64490"/>
                </a:cubicBezTo>
                <a:cubicBezTo>
                  <a:pt x="73568" y="69442"/>
                  <a:pt x="75455" y="75638"/>
                  <a:pt x="75455" y="83079"/>
                </a:cubicBezTo>
                <a:cubicBezTo>
                  <a:pt x="75455" y="93139"/>
                  <a:pt x="71787" y="101667"/>
                  <a:pt x="64451" y="108662"/>
                </a:cubicBezTo>
                <a:cubicBezTo>
                  <a:pt x="57115" y="115658"/>
                  <a:pt x="47840" y="119155"/>
                  <a:pt x="36627" y="119155"/>
                </a:cubicBezTo>
                <a:cubicBezTo>
                  <a:pt x="26514" y="119155"/>
                  <a:pt x="18117" y="116135"/>
                  <a:pt x="11436" y="110094"/>
                </a:cubicBezTo>
                <a:cubicBezTo>
                  <a:pt x="4755" y="104054"/>
                  <a:pt x="943" y="96228"/>
                  <a:pt x="0" y="86616"/>
                </a:cubicBezTo>
                <a:close/>
                <a:moveTo>
                  <a:pt x="97359" y="117269"/>
                </a:moveTo>
                <a:lnTo>
                  <a:pt x="97359" y="101078"/>
                </a:lnTo>
                <a:lnTo>
                  <a:pt x="113472" y="101078"/>
                </a:lnTo>
                <a:lnTo>
                  <a:pt x="113472" y="117269"/>
                </a:lnTo>
                <a:lnTo>
                  <a:pt x="97359" y="117269"/>
                </a:lnTo>
                <a:close/>
                <a:moveTo>
                  <a:pt x="187251" y="117269"/>
                </a:moveTo>
                <a:lnTo>
                  <a:pt x="187251" y="2044"/>
                </a:lnTo>
                <a:lnTo>
                  <a:pt x="202499" y="2044"/>
                </a:lnTo>
                <a:lnTo>
                  <a:pt x="202499" y="117269"/>
                </a:lnTo>
                <a:lnTo>
                  <a:pt x="187251" y="117269"/>
                </a:lnTo>
                <a:close/>
                <a:moveTo>
                  <a:pt x="221940" y="92275"/>
                </a:moveTo>
                <a:lnTo>
                  <a:pt x="235931" y="90074"/>
                </a:lnTo>
                <a:cubicBezTo>
                  <a:pt x="236717" y="95656"/>
                  <a:pt x="238904" y="99934"/>
                  <a:pt x="242494" y="102908"/>
                </a:cubicBezTo>
                <a:cubicBezTo>
                  <a:pt x="246083" y="105880"/>
                  <a:pt x="251100" y="107366"/>
                  <a:pt x="257545" y="107366"/>
                </a:cubicBezTo>
                <a:cubicBezTo>
                  <a:pt x="264043" y="107366"/>
                  <a:pt x="268864" y="106053"/>
                  <a:pt x="272008" y="103428"/>
                </a:cubicBezTo>
                <a:cubicBezTo>
                  <a:pt x="275151" y="100802"/>
                  <a:pt x="276723" y="97722"/>
                  <a:pt x="276723" y="94188"/>
                </a:cubicBezTo>
                <a:cubicBezTo>
                  <a:pt x="276723" y="91016"/>
                  <a:pt x="275335" y="88521"/>
                  <a:pt x="272558" y="86702"/>
                </a:cubicBezTo>
                <a:cubicBezTo>
                  <a:pt x="270619" y="85454"/>
                  <a:pt x="265798" y="83868"/>
                  <a:pt x="258096" y="81944"/>
                </a:cubicBezTo>
                <a:cubicBezTo>
                  <a:pt x="247721" y="79322"/>
                  <a:pt x="240529" y="77054"/>
                  <a:pt x="236520" y="75140"/>
                </a:cubicBezTo>
                <a:cubicBezTo>
                  <a:pt x="232512" y="73226"/>
                  <a:pt x="229473" y="70577"/>
                  <a:pt x="227403" y="67194"/>
                </a:cubicBezTo>
                <a:cubicBezTo>
                  <a:pt x="225333" y="63811"/>
                  <a:pt x="224298" y="60075"/>
                  <a:pt x="224298" y="55984"/>
                </a:cubicBezTo>
                <a:cubicBezTo>
                  <a:pt x="224298" y="52261"/>
                  <a:pt x="225150" y="48812"/>
                  <a:pt x="226853" y="45639"/>
                </a:cubicBezTo>
                <a:cubicBezTo>
                  <a:pt x="228556" y="42465"/>
                  <a:pt x="230874" y="39830"/>
                  <a:pt x="233809" y="37732"/>
                </a:cubicBezTo>
                <a:cubicBezTo>
                  <a:pt x="236009" y="36106"/>
                  <a:pt x="239009" y="34730"/>
                  <a:pt x="242808" y="33603"/>
                </a:cubicBezTo>
                <a:cubicBezTo>
                  <a:pt x="246607" y="32475"/>
                  <a:pt x="250681" y="31911"/>
                  <a:pt x="255030" y="31911"/>
                </a:cubicBezTo>
                <a:cubicBezTo>
                  <a:pt x="261580" y="31911"/>
                  <a:pt x="267331" y="32861"/>
                  <a:pt x="272283" y="34760"/>
                </a:cubicBezTo>
                <a:cubicBezTo>
                  <a:pt x="277234" y="36658"/>
                  <a:pt x="280889" y="39230"/>
                  <a:pt x="283247" y="42475"/>
                </a:cubicBezTo>
                <a:cubicBezTo>
                  <a:pt x="285605" y="45719"/>
                  <a:pt x="287229" y="50057"/>
                  <a:pt x="288120" y="55491"/>
                </a:cubicBezTo>
                <a:lnTo>
                  <a:pt x="274287" y="57377"/>
                </a:lnTo>
                <a:cubicBezTo>
                  <a:pt x="273658" y="53080"/>
                  <a:pt x="271837" y="49727"/>
                  <a:pt x="268824" y="47316"/>
                </a:cubicBezTo>
                <a:cubicBezTo>
                  <a:pt x="265811" y="44906"/>
                  <a:pt x="261554" y="43701"/>
                  <a:pt x="256052" y="43701"/>
                </a:cubicBezTo>
                <a:cubicBezTo>
                  <a:pt x="249555" y="43701"/>
                  <a:pt x="244917" y="44770"/>
                  <a:pt x="242140" y="46909"/>
                </a:cubicBezTo>
                <a:cubicBezTo>
                  <a:pt x="239363" y="49045"/>
                  <a:pt x="237974" y="51548"/>
                  <a:pt x="237974" y="54417"/>
                </a:cubicBezTo>
                <a:cubicBezTo>
                  <a:pt x="237974" y="56241"/>
                  <a:pt x="238551" y="57884"/>
                  <a:pt x="239703" y="59344"/>
                </a:cubicBezTo>
                <a:cubicBezTo>
                  <a:pt x="240856" y="60856"/>
                  <a:pt x="242664" y="62107"/>
                  <a:pt x="245127" y="63097"/>
                </a:cubicBezTo>
                <a:cubicBezTo>
                  <a:pt x="246542" y="63620"/>
                  <a:pt x="250707" y="64819"/>
                  <a:pt x="257624" y="66696"/>
                </a:cubicBezTo>
                <a:cubicBezTo>
                  <a:pt x="267632" y="69366"/>
                  <a:pt x="274614" y="71553"/>
                  <a:pt x="278570" y="73254"/>
                </a:cubicBezTo>
                <a:cubicBezTo>
                  <a:pt x="282527" y="74955"/>
                  <a:pt x="285631" y="77429"/>
                  <a:pt x="287884" y="80676"/>
                </a:cubicBezTo>
                <a:cubicBezTo>
                  <a:pt x="290138" y="83922"/>
                  <a:pt x="291264" y="87953"/>
                  <a:pt x="291264" y="92768"/>
                </a:cubicBezTo>
                <a:cubicBezTo>
                  <a:pt x="291264" y="97481"/>
                  <a:pt x="289889" y="101919"/>
                  <a:pt x="287138" y="106081"/>
                </a:cubicBezTo>
                <a:cubicBezTo>
                  <a:pt x="284387" y="110242"/>
                  <a:pt x="280418" y="113461"/>
                  <a:pt x="275230" y="115739"/>
                </a:cubicBezTo>
                <a:cubicBezTo>
                  <a:pt x="270043" y="118017"/>
                  <a:pt x="264174" y="119155"/>
                  <a:pt x="257624" y="119155"/>
                </a:cubicBezTo>
                <a:cubicBezTo>
                  <a:pt x="246777" y="119155"/>
                  <a:pt x="238511" y="116896"/>
                  <a:pt x="232826" y="112376"/>
                </a:cubicBezTo>
                <a:cubicBezTo>
                  <a:pt x="227141" y="107857"/>
                  <a:pt x="223512" y="101156"/>
                  <a:pt x="221940" y="92275"/>
                </a:cubicBezTo>
                <a:close/>
                <a:moveTo>
                  <a:pt x="356214" y="117269"/>
                </a:moveTo>
                <a:lnTo>
                  <a:pt x="356214" y="44801"/>
                </a:lnTo>
                <a:lnTo>
                  <a:pt x="343716" y="44801"/>
                </a:lnTo>
                <a:lnTo>
                  <a:pt x="343716" y="33797"/>
                </a:lnTo>
                <a:lnTo>
                  <a:pt x="356214" y="33797"/>
                </a:lnTo>
                <a:lnTo>
                  <a:pt x="356214" y="24935"/>
                </a:lnTo>
                <a:cubicBezTo>
                  <a:pt x="356214" y="19342"/>
                  <a:pt x="356711" y="15186"/>
                  <a:pt x="357707" y="12468"/>
                </a:cubicBezTo>
                <a:cubicBezTo>
                  <a:pt x="359069" y="8810"/>
                  <a:pt x="361467" y="5843"/>
                  <a:pt x="364899" y="3569"/>
                </a:cubicBezTo>
                <a:cubicBezTo>
                  <a:pt x="368331" y="1294"/>
                  <a:pt x="373138" y="157"/>
                  <a:pt x="379322" y="157"/>
                </a:cubicBezTo>
                <a:cubicBezTo>
                  <a:pt x="383304" y="157"/>
                  <a:pt x="387705" y="629"/>
                  <a:pt x="392526" y="1572"/>
                </a:cubicBezTo>
                <a:lnTo>
                  <a:pt x="390404" y="13912"/>
                </a:lnTo>
                <a:cubicBezTo>
                  <a:pt x="387470" y="13388"/>
                  <a:pt x="384692" y="13126"/>
                  <a:pt x="382072" y="13126"/>
                </a:cubicBezTo>
                <a:cubicBezTo>
                  <a:pt x="377776" y="13126"/>
                  <a:pt x="374737" y="14040"/>
                  <a:pt x="372955" y="15867"/>
                </a:cubicBezTo>
                <a:cubicBezTo>
                  <a:pt x="371173" y="17694"/>
                  <a:pt x="370283" y="21114"/>
                  <a:pt x="370283" y="26124"/>
                </a:cubicBezTo>
                <a:lnTo>
                  <a:pt x="370283" y="33797"/>
                </a:lnTo>
                <a:lnTo>
                  <a:pt x="386553" y="33797"/>
                </a:lnTo>
                <a:lnTo>
                  <a:pt x="386553" y="44801"/>
                </a:lnTo>
                <a:lnTo>
                  <a:pt x="370283" y="44801"/>
                </a:lnTo>
                <a:lnTo>
                  <a:pt x="370283" y="117269"/>
                </a:lnTo>
                <a:lnTo>
                  <a:pt x="356214" y="117269"/>
                </a:lnTo>
                <a:close/>
                <a:moveTo>
                  <a:pt x="397426" y="117269"/>
                </a:moveTo>
                <a:lnTo>
                  <a:pt x="397426" y="33797"/>
                </a:lnTo>
                <a:lnTo>
                  <a:pt x="410159" y="33797"/>
                </a:lnTo>
                <a:lnTo>
                  <a:pt x="410159" y="46373"/>
                </a:lnTo>
                <a:cubicBezTo>
                  <a:pt x="413408" y="40485"/>
                  <a:pt x="416408" y="36602"/>
                  <a:pt x="419159" y="34726"/>
                </a:cubicBezTo>
                <a:cubicBezTo>
                  <a:pt x="421910" y="32849"/>
                  <a:pt x="424936" y="31911"/>
                  <a:pt x="428237" y="31911"/>
                </a:cubicBezTo>
                <a:cubicBezTo>
                  <a:pt x="433005" y="31911"/>
                  <a:pt x="437852" y="33424"/>
                  <a:pt x="442778" y="36450"/>
                </a:cubicBezTo>
                <a:lnTo>
                  <a:pt x="437904" y="49517"/>
                </a:lnTo>
                <a:cubicBezTo>
                  <a:pt x="434446" y="47474"/>
                  <a:pt x="430988" y="46452"/>
                  <a:pt x="427529" y="46452"/>
                </a:cubicBezTo>
                <a:cubicBezTo>
                  <a:pt x="424438" y="46452"/>
                  <a:pt x="421661" y="47383"/>
                  <a:pt x="419198" y="49247"/>
                </a:cubicBezTo>
                <a:cubicBezTo>
                  <a:pt x="416735" y="51109"/>
                  <a:pt x="414980" y="53692"/>
                  <a:pt x="413932" y="56996"/>
                </a:cubicBezTo>
                <a:cubicBezTo>
                  <a:pt x="412360" y="62031"/>
                  <a:pt x="411574" y="67539"/>
                  <a:pt x="411574" y="73519"/>
                </a:cubicBezTo>
                <a:lnTo>
                  <a:pt x="411574" y="117269"/>
                </a:lnTo>
                <a:lnTo>
                  <a:pt x="397426" y="117269"/>
                </a:lnTo>
                <a:close/>
                <a:moveTo>
                  <a:pt x="445920" y="75533"/>
                </a:moveTo>
                <a:cubicBezTo>
                  <a:pt x="445920" y="60075"/>
                  <a:pt x="450217" y="48626"/>
                  <a:pt x="458810" y="41186"/>
                </a:cubicBezTo>
                <a:cubicBezTo>
                  <a:pt x="465989" y="35003"/>
                  <a:pt x="474740" y="31911"/>
                  <a:pt x="485062" y="31911"/>
                </a:cubicBezTo>
                <a:cubicBezTo>
                  <a:pt x="496538" y="31911"/>
                  <a:pt x="505917" y="35671"/>
                  <a:pt x="513201" y="43190"/>
                </a:cubicBezTo>
                <a:cubicBezTo>
                  <a:pt x="520484" y="50709"/>
                  <a:pt x="524126" y="61097"/>
                  <a:pt x="524126" y="74354"/>
                </a:cubicBezTo>
                <a:cubicBezTo>
                  <a:pt x="524126" y="85096"/>
                  <a:pt x="522515" y="93545"/>
                  <a:pt x="519292" y="99702"/>
                </a:cubicBezTo>
                <a:cubicBezTo>
                  <a:pt x="516069" y="105859"/>
                  <a:pt x="511380" y="110641"/>
                  <a:pt x="505223" y="114046"/>
                </a:cubicBezTo>
                <a:cubicBezTo>
                  <a:pt x="499066" y="117452"/>
                  <a:pt x="492346" y="119155"/>
                  <a:pt x="485062" y="119155"/>
                </a:cubicBezTo>
                <a:cubicBezTo>
                  <a:pt x="473377" y="119155"/>
                  <a:pt x="463932" y="115409"/>
                  <a:pt x="456728" y="107916"/>
                </a:cubicBezTo>
                <a:cubicBezTo>
                  <a:pt x="449523" y="100423"/>
                  <a:pt x="445920" y="89629"/>
                  <a:pt x="445920" y="75533"/>
                </a:cubicBezTo>
                <a:moveTo>
                  <a:pt x="460461" y="75494"/>
                </a:moveTo>
                <a:cubicBezTo>
                  <a:pt x="460461" y="86144"/>
                  <a:pt x="462793" y="94118"/>
                  <a:pt x="467456" y="99417"/>
                </a:cubicBezTo>
                <a:cubicBezTo>
                  <a:pt x="472120" y="104716"/>
                  <a:pt x="477988" y="107366"/>
                  <a:pt x="485062" y="107366"/>
                </a:cubicBezTo>
                <a:cubicBezTo>
                  <a:pt x="492084" y="107366"/>
                  <a:pt x="497926" y="104703"/>
                  <a:pt x="502590" y="99378"/>
                </a:cubicBezTo>
                <a:cubicBezTo>
                  <a:pt x="507253" y="94053"/>
                  <a:pt x="509585" y="85935"/>
                  <a:pt x="509585" y="75025"/>
                </a:cubicBezTo>
                <a:cubicBezTo>
                  <a:pt x="509585" y="64740"/>
                  <a:pt x="507240" y="56948"/>
                  <a:pt x="502551" y="51649"/>
                </a:cubicBezTo>
                <a:cubicBezTo>
                  <a:pt x="497861" y="46350"/>
                  <a:pt x="492031" y="43701"/>
                  <a:pt x="485062" y="43701"/>
                </a:cubicBezTo>
                <a:cubicBezTo>
                  <a:pt x="477988" y="43701"/>
                  <a:pt x="472120" y="46337"/>
                  <a:pt x="467456" y="51610"/>
                </a:cubicBezTo>
                <a:cubicBezTo>
                  <a:pt x="462793" y="56882"/>
                  <a:pt x="460461" y="64844"/>
                  <a:pt x="460461" y="75494"/>
                </a:cubicBezTo>
                <a:close/>
                <a:moveTo>
                  <a:pt x="540686" y="117269"/>
                </a:moveTo>
                <a:lnTo>
                  <a:pt x="540686" y="33797"/>
                </a:lnTo>
                <a:lnTo>
                  <a:pt x="553340" y="33797"/>
                </a:lnTo>
                <a:lnTo>
                  <a:pt x="553340" y="45430"/>
                </a:lnTo>
                <a:cubicBezTo>
                  <a:pt x="555960" y="41366"/>
                  <a:pt x="559444" y="38097"/>
                  <a:pt x="563794" y="35622"/>
                </a:cubicBezTo>
                <a:cubicBezTo>
                  <a:pt x="568143" y="33148"/>
                  <a:pt x="573094" y="31911"/>
                  <a:pt x="578649" y="31911"/>
                </a:cubicBezTo>
                <a:cubicBezTo>
                  <a:pt x="584832" y="31911"/>
                  <a:pt x="589901" y="33188"/>
                  <a:pt x="593857" y="35743"/>
                </a:cubicBezTo>
                <a:cubicBezTo>
                  <a:pt x="597814" y="38296"/>
                  <a:pt x="600604" y="41865"/>
                  <a:pt x="602228" y="46452"/>
                </a:cubicBezTo>
                <a:cubicBezTo>
                  <a:pt x="608831" y="36758"/>
                  <a:pt x="617424" y="31911"/>
                  <a:pt x="628009" y="31911"/>
                </a:cubicBezTo>
                <a:cubicBezTo>
                  <a:pt x="636288" y="31911"/>
                  <a:pt x="642654" y="34203"/>
                  <a:pt x="647108" y="38788"/>
                </a:cubicBezTo>
                <a:cubicBezTo>
                  <a:pt x="651562" y="43373"/>
                  <a:pt x="653789" y="50434"/>
                  <a:pt x="653789" y="59971"/>
                </a:cubicBezTo>
                <a:lnTo>
                  <a:pt x="653789" y="117269"/>
                </a:lnTo>
                <a:lnTo>
                  <a:pt x="639720" y="117269"/>
                </a:lnTo>
                <a:lnTo>
                  <a:pt x="639720" y="64630"/>
                </a:lnTo>
                <a:cubicBezTo>
                  <a:pt x="639720" y="58964"/>
                  <a:pt x="639261" y="54886"/>
                  <a:pt x="638344" y="52396"/>
                </a:cubicBezTo>
                <a:cubicBezTo>
                  <a:pt x="637427" y="49904"/>
                  <a:pt x="635764" y="47897"/>
                  <a:pt x="633353" y="46376"/>
                </a:cubicBezTo>
                <a:cubicBezTo>
                  <a:pt x="630943" y="44854"/>
                  <a:pt x="628113" y="44094"/>
                  <a:pt x="624865" y="44094"/>
                </a:cubicBezTo>
                <a:cubicBezTo>
                  <a:pt x="618996" y="44094"/>
                  <a:pt x="614123" y="46048"/>
                  <a:pt x="610245" y="49957"/>
                </a:cubicBezTo>
                <a:cubicBezTo>
                  <a:pt x="606368" y="53864"/>
                  <a:pt x="604429" y="60119"/>
                  <a:pt x="604429" y="68722"/>
                </a:cubicBezTo>
                <a:lnTo>
                  <a:pt x="604429" y="117269"/>
                </a:lnTo>
                <a:lnTo>
                  <a:pt x="590281" y="117269"/>
                </a:lnTo>
                <a:lnTo>
                  <a:pt x="590281" y="62977"/>
                </a:lnTo>
                <a:cubicBezTo>
                  <a:pt x="590281" y="56683"/>
                  <a:pt x="589128" y="51962"/>
                  <a:pt x="586823" y="48815"/>
                </a:cubicBezTo>
                <a:cubicBezTo>
                  <a:pt x="584517" y="45667"/>
                  <a:pt x="580745" y="44094"/>
                  <a:pt x="575505" y="44094"/>
                </a:cubicBezTo>
                <a:cubicBezTo>
                  <a:pt x="571522" y="44094"/>
                  <a:pt x="567841" y="45143"/>
                  <a:pt x="564462" y="47243"/>
                </a:cubicBezTo>
                <a:cubicBezTo>
                  <a:pt x="561082" y="49340"/>
                  <a:pt x="558632" y="52409"/>
                  <a:pt x="557113" y="56448"/>
                </a:cubicBezTo>
                <a:cubicBezTo>
                  <a:pt x="555593" y="60486"/>
                  <a:pt x="554833" y="66309"/>
                  <a:pt x="554833" y="73915"/>
                </a:cubicBezTo>
                <a:lnTo>
                  <a:pt x="554833" y="117269"/>
                </a:lnTo>
                <a:lnTo>
                  <a:pt x="540686" y="117269"/>
                </a:lnTo>
                <a:close/>
                <a:moveTo>
                  <a:pt x="716143" y="80171"/>
                </a:moveTo>
                <a:lnTo>
                  <a:pt x="730527" y="78913"/>
                </a:lnTo>
                <a:cubicBezTo>
                  <a:pt x="731208" y="84677"/>
                  <a:pt x="732793" y="89406"/>
                  <a:pt x="735282" y="93100"/>
                </a:cubicBezTo>
                <a:cubicBezTo>
                  <a:pt x="737771" y="96794"/>
                  <a:pt x="741635" y="99781"/>
                  <a:pt x="746875" y="102060"/>
                </a:cubicBezTo>
                <a:cubicBezTo>
                  <a:pt x="752115" y="104340"/>
                  <a:pt x="758010" y="105479"/>
                  <a:pt x="764560" y="105479"/>
                </a:cubicBezTo>
                <a:cubicBezTo>
                  <a:pt x="770376" y="105479"/>
                  <a:pt x="775511" y="104615"/>
                  <a:pt x="779965" y="102885"/>
                </a:cubicBezTo>
                <a:cubicBezTo>
                  <a:pt x="784419" y="101156"/>
                  <a:pt x="787734" y="98785"/>
                  <a:pt x="789908" y="95772"/>
                </a:cubicBezTo>
                <a:cubicBezTo>
                  <a:pt x="792083" y="92759"/>
                  <a:pt x="793170" y="89471"/>
                  <a:pt x="793170" y="85908"/>
                </a:cubicBezTo>
                <a:cubicBezTo>
                  <a:pt x="793170" y="82293"/>
                  <a:pt x="792122" y="79136"/>
                  <a:pt x="790026" y="76437"/>
                </a:cubicBezTo>
                <a:cubicBezTo>
                  <a:pt x="787930" y="73739"/>
                  <a:pt x="784472" y="71472"/>
                  <a:pt x="779651" y="69638"/>
                </a:cubicBezTo>
                <a:cubicBezTo>
                  <a:pt x="776559" y="68433"/>
                  <a:pt x="769721" y="66560"/>
                  <a:pt x="759137" y="64019"/>
                </a:cubicBezTo>
                <a:cubicBezTo>
                  <a:pt x="748552" y="61477"/>
                  <a:pt x="741138" y="59080"/>
                  <a:pt x="736893" y="56827"/>
                </a:cubicBezTo>
                <a:cubicBezTo>
                  <a:pt x="731391" y="53945"/>
                  <a:pt x="727291" y="50369"/>
                  <a:pt x="724593" y="46098"/>
                </a:cubicBezTo>
                <a:cubicBezTo>
                  <a:pt x="721894" y="41828"/>
                  <a:pt x="720545" y="37046"/>
                  <a:pt x="720545" y="31754"/>
                </a:cubicBezTo>
                <a:cubicBezTo>
                  <a:pt x="720545" y="25938"/>
                  <a:pt x="722195" y="20501"/>
                  <a:pt x="725497" y="15445"/>
                </a:cubicBezTo>
                <a:cubicBezTo>
                  <a:pt x="728798" y="10388"/>
                  <a:pt x="733618" y="6550"/>
                  <a:pt x="739959" y="3930"/>
                </a:cubicBezTo>
                <a:cubicBezTo>
                  <a:pt x="746299" y="1310"/>
                  <a:pt x="753347" y="0"/>
                  <a:pt x="761102" y="0"/>
                </a:cubicBezTo>
                <a:cubicBezTo>
                  <a:pt x="769643" y="0"/>
                  <a:pt x="777175" y="1375"/>
                  <a:pt x="783699" y="4126"/>
                </a:cubicBezTo>
                <a:cubicBezTo>
                  <a:pt x="790222" y="6877"/>
                  <a:pt x="795240" y="10925"/>
                  <a:pt x="798750" y="16270"/>
                </a:cubicBezTo>
                <a:cubicBezTo>
                  <a:pt x="802261" y="21615"/>
                  <a:pt x="804148" y="27667"/>
                  <a:pt x="804409" y="34426"/>
                </a:cubicBezTo>
                <a:lnTo>
                  <a:pt x="789790" y="35527"/>
                </a:lnTo>
                <a:cubicBezTo>
                  <a:pt x="789004" y="28217"/>
                  <a:pt x="786345" y="22695"/>
                  <a:pt x="781812" y="18962"/>
                </a:cubicBezTo>
                <a:cubicBezTo>
                  <a:pt x="777280" y="15228"/>
                  <a:pt x="770586" y="13362"/>
                  <a:pt x="761730" y="13362"/>
                </a:cubicBezTo>
                <a:cubicBezTo>
                  <a:pt x="752508" y="13362"/>
                  <a:pt x="745788" y="15053"/>
                  <a:pt x="741570" y="18436"/>
                </a:cubicBezTo>
                <a:cubicBezTo>
                  <a:pt x="737352" y="21818"/>
                  <a:pt x="735243" y="25894"/>
                  <a:pt x="735243" y="30666"/>
                </a:cubicBezTo>
                <a:cubicBezTo>
                  <a:pt x="735243" y="34809"/>
                  <a:pt x="736736" y="38217"/>
                  <a:pt x="739723" y="40891"/>
                </a:cubicBezTo>
                <a:cubicBezTo>
                  <a:pt x="742657" y="43567"/>
                  <a:pt x="750321" y="46307"/>
                  <a:pt x="762713" y="49112"/>
                </a:cubicBezTo>
                <a:cubicBezTo>
                  <a:pt x="775105" y="51917"/>
                  <a:pt x="783607" y="54368"/>
                  <a:pt x="788218" y="56466"/>
                </a:cubicBezTo>
                <a:cubicBezTo>
                  <a:pt x="794925" y="59559"/>
                  <a:pt x="799877" y="63479"/>
                  <a:pt x="803073" y="68226"/>
                </a:cubicBezTo>
                <a:cubicBezTo>
                  <a:pt x="806270" y="72971"/>
                  <a:pt x="807868" y="78438"/>
                  <a:pt x="807868" y="84626"/>
                </a:cubicBezTo>
                <a:cubicBezTo>
                  <a:pt x="807868" y="90760"/>
                  <a:pt x="806112" y="96541"/>
                  <a:pt x="802602" y="101969"/>
                </a:cubicBezTo>
                <a:cubicBezTo>
                  <a:pt x="799091" y="107396"/>
                  <a:pt x="794048" y="111617"/>
                  <a:pt x="787472" y="114634"/>
                </a:cubicBezTo>
                <a:cubicBezTo>
                  <a:pt x="780895" y="117648"/>
                  <a:pt x="773494" y="119155"/>
                  <a:pt x="765267" y="119155"/>
                </a:cubicBezTo>
                <a:cubicBezTo>
                  <a:pt x="754840" y="119155"/>
                  <a:pt x="746102" y="117636"/>
                  <a:pt x="739055" y="114597"/>
                </a:cubicBezTo>
                <a:cubicBezTo>
                  <a:pt x="732007" y="111558"/>
                  <a:pt x="726479" y="106986"/>
                  <a:pt x="722471" y="100881"/>
                </a:cubicBezTo>
                <a:cubicBezTo>
                  <a:pt x="718462" y="94777"/>
                  <a:pt x="716353" y="87873"/>
                  <a:pt x="716143" y="80171"/>
                </a:cubicBezTo>
                <a:close/>
                <a:moveTo>
                  <a:pt x="826890" y="149337"/>
                </a:moveTo>
                <a:lnTo>
                  <a:pt x="826890" y="33797"/>
                </a:lnTo>
                <a:lnTo>
                  <a:pt x="839780" y="33797"/>
                </a:lnTo>
                <a:lnTo>
                  <a:pt x="839780" y="44565"/>
                </a:lnTo>
                <a:cubicBezTo>
                  <a:pt x="842819" y="40347"/>
                  <a:pt x="846251" y="37184"/>
                  <a:pt x="850076" y="35075"/>
                </a:cubicBezTo>
                <a:cubicBezTo>
                  <a:pt x="853902" y="32966"/>
                  <a:pt x="858539" y="31911"/>
                  <a:pt x="863988" y="31911"/>
                </a:cubicBezTo>
                <a:cubicBezTo>
                  <a:pt x="871115" y="31911"/>
                  <a:pt x="877403" y="33745"/>
                  <a:pt x="882852" y="37413"/>
                </a:cubicBezTo>
                <a:cubicBezTo>
                  <a:pt x="888302" y="41081"/>
                  <a:pt x="892415" y="46255"/>
                  <a:pt x="895192" y="52936"/>
                </a:cubicBezTo>
                <a:cubicBezTo>
                  <a:pt x="897969" y="59617"/>
                  <a:pt x="899358" y="66940"/>
                  <a:pt x="899358" y="74904"/>
                </a:cubicBezTo>
                <a:cubicBezTo>
                  <a:pt x="899358" y="83445"/>
                  <a:pt x="897825" y="91135"/>
                  <a:pt x="894760" y="97973"/>
                </a:cubicBezTo>
                <a:cubicBezTo>
                  <a:pt x="891694" y="104811"/>
                  <a:pt x="887240" y="110051"/>
                  <a:pt x="881398" y="113693"/>
                </a:cubicBezTo>
                <a:cubicBezTo>
                  <a:pt x="875556" y="117335"/>
                  <a:pt x="869412" y="119155"/>
                  <a:pt x="862967" y="119155"/>
                </a:cubicBezTo>
                <a:cubicBezTo>
                  <a:pt x="858251" y="119155"/>
                  <a:pt x="854020" y="118147"/>
                  <a:pt x="850273" y="116129"/>
                </a:cubicBezTo>
                <a:cubicBezTo>
                  <a:pt x="846526" y="114110"/>
                  <a:pt x="843448" y="111561"/>
                  <a:pt x="841038" y="108481"/>
                </a:cubicBezTo>
                <a:lnTo>
                  <a:pt x="841038" y="149337"/>
                </a:lnTo>
                <a:lnTo>
                  <a:pt x="826890" y="149337"/>
                </a:lnTo>
                <a:moveTo>
                  <a:pt x="839701" y="75887"/>
                </a:moveTo>
                <a:cubicBezTo>
                  <a:pt x="839701" y="86616"/>
                  <a:pt x="841876" y="94544"/>
                  <a:pt x="846225" y="99673"/>
                </a:cubicBezTo>
                <a:cubicBezTo>
                  <a:pt x="850574" y="104801"/>
                  <a:pt x="855840" y="107366"/>
                  <a:pt x="862023" y="107366"/>
                </a:cubicBezTo>
                <a:cubicBezTo>
                  <a:pt x="868311" y="107366"/>
                  <a:pt x="873695" y="104710"/>
                  <a:pt x="878175" y="99398"/>
                </a:cubicBezTo>
                <a:cubicBezTo>
                  <a:pt x="882656" y="94086"/>
                  <a:pt x="884896" y="85856"/>
                  <a:pt x="884896" y="74708"/>
                </a:cubicBezTo>
                <a:cubicBezTo>
                  <a:pt x="884896" y="64084"/>
                  <a:pt x="882708" y="56129"/>
                  <a:pt x="878333" y="50843"/>
                </a:cubicBezTo>
                <a:cubicBezTo>
                  <a:pt x="873957" y="45558"/>
                  <a:pt x="868731" y="42915"/>
                  <a:pt x="862652" y="42915"/>
                </a:cubicBezTo>
                <a:cubicBezTo>
                  <a:pt x="856626" y="42915"/>
                  <a:pt x="851295" y="45728"/>
                  <a:pt x="846657" y="51354"/>
                </a:cubicBezTo>
                <a:cubicBezTo>
                  <a:pt x="842020" y="56981"/>
                  <a:pt x="839701" y="65158"/>
                  <a:pt x="839701" y="75887"/>
                </a:cubicBezTo>
                <a:close/>
                <a:moveTo>
                  <a:pt x="916232" y="117269"/>
                </a:moveTo>
                <a:lnTo>
                  <a:pt x="916232" y="33797"/>
                </a:lnTo>
                <a:lnTo>
                  <a:pt x="928965" y="33797"/>
                </a:lnTo>
                <a:lnTo>
                  <a:pt x="928965" y="46373"/>
                </a:lnTo>
                <a:cubicBezTo>
                  <a:pt x="932214" y="40485"/>
                  <a:pt x="935213" y="36602"/>
                  <a:pt x="937964" y="34726"/>
                </a:cubicBezTo>
                <a:cubicBezTo>
                  <a:pt x="940715" y="32849"/>
                  <a:pt x="943741" y="31911"/>
                  <a:pt x="947043" y="31911"/>
                </a:cubicBezTo>
                <a:cubicBezTo>
                  <a:pt x="951811" y="31911"/>
                  <a:pt x="956658" y="33424"/>
                  <a:pt x="961583" y="36450"/>
                </a:cubicBezTo>
                <a:lnTo>
                  <a:pt x="956710" y="49517"/>
                </a:lnTo>
                <a:cubicBezTo>
                  <a:pt x="953252" y="47474"/>
                  <a:pt x="949793" y="46452"/>
                  <a:pt x="946335" y="46452"/>
                </a:cubicBezTo>
                <a:cubicBezTo>
                  <a:pt x="943244" y="46452"/>
                  <a:pt x="940466" y="47383"/>
                  <a:pt x="938004" y="49247"/>
                </a:cubicBezTo>
                <a:cubicBezTo>
                  <a:pt x="935541" y="51109"/>
                  <a:pt x="933786" y="53692"/>
                  <a:pt x="932738" y="56996"/>
                </a:cubicBezTo>
                <a:cubicBezTo>
                  <a:pt x="931166" y="62031"/>
                  <a:pt x="930380" y="67539"/>
                  <a:pt x="930380" y="73519"/>
                </a:cubicBezTo>
                <a:lnTo>
                  <a:pt x="930380" y="117269"/>
                </a:lnTo>
                <a:lnTo>
                  <a:pt x="916232" y="117269"/>
                </a:lnTo>
                <a:close/>
                <a:moveTo>
                  <a:pt x="970071" y="18392"/>
                </a:moveTo>
                <a:lnTo>
                  <a:pt x="970071" y="2044"/>
                </a:lnTo>
                <a:lnTo>
                  <a:pt x="984218" y="2044"/>
                </a:lnTo>
                <a:lnTo>
                  <a:pt x="984218" y="18392"/>
                </a:lnTo>
                <a:lnTo>
                  <a:pt x="970071" y="18392"/>
                </a:lnTo>
                <a:moveTo>
                  <a:pt x="970071" y="117269"/>
                </a:moveTo>
                <a:lnTo>
                  <a:pt x="970071" y="33797"/>
                </a:lnTo>
                <a:lnTo>
                  <a:pt x="984218" y="33797"/>
                </a:lnTo>
                <a:lnTo>
                  <a:pt x="984218" y="117269"/>
                </a:lnTo>
                <a:lnTo>
                  <a:pt x="970071" y="117269"/>
                </a:lnTo>
                <a:close/>
                <a:moveTo>
                  <a:pt x="1005727" y="117269"/>
                </a:moveTo>
                <a:lnTo>
                  <a:pt x="1005727" y="33797"/>
                </a:lnTo>
                <a:lnTo>
                  <a:pt x="1018460" y="33797"/>
                </a:lnTo>
                <a:lnTo>
                  <a:pt x="1018460" y="45587"/>
                </a:lnTo>
                <a:cubicBezTo>
                  <a:pt x="1024591" y="36470"/>
                  <a:pt x="1033447" y="31911"/>
                  <a:pt x="1045027" y="31911"/>
                </a:cubicBezTo>
                <a:cubicBezTo>
                  <a:pt x="1050057" y="31911"/>
                  <a:pt x="1054681" y="32815"/>
                  <a:pt x="1058899" y="34623"/>
                </a:cubicBezTo>
                <a:cubicBezTo>
                  <a:pt x="1063117" y="36430"/>
                  <a:pt x="1066275" y="38801"/>
                  <a:pt x="1068370" y="41736"/>
                </a:cubicBezTo>
                <a:cubicBezTo>
                  <a:pt x="1070466" y="44670"/>
                  <a:pt x="1071934" y="48155"/>
                  <a:pt x="1072772" y="52189"/>
                </a:cubicBezTo>
                <a:cubicBezTo>
                  <a:pt x="1073296" y="54809"/>
                  <a:pt x="1073558" y="59394"/>
                  <a:pt x="1073558" y="65944"/>
                </a:cubicBezTo>
                <a:lnTo>
                  <a:pt x="1073558" y="117269"/>
                </a:lnTo>
                <a:lnTo>
                  <a:pt x="1059410" y="117269"/>
                </a:lnTo>
                <a:lnTo>
                  <a:pt x="1059410" y="66440"/>
                </a:lnTo>
                <a:cubicBezTo>
                  <a:pt x="1059410" y="60670"/>
                  <a:pt x="1058860" y="56355"/>
                  <a:pt x="1057760" y="53496"/>
                </a:cubicBezTo>
                <a:cubicBezTo>
                  <a:pt x="1056659" y="50637"/>
                  <a:pt x="1054707" y="48355"/>
                  <a:pt x="1051904" y="46651"/>
                </a:cubicBezTo>
                <a:cubicBezTo>
                  <a:pt x="1049101" y="44946"/>
                  <a:pt x="1045813" y="44094"/>
                  <a:pt x="1042040" y="44094"/>
                </a:cubicBezTo>
                <a:cubicBezTo>
                  <a:pt x="1036014" y="44094"/>
                  <a:pt x="1030813" y="46009"/>
                  <a:pt x="1026438" y="49839"/>
                </a:cubicBezTo>
                <a:cubicBezTo>
                  <a:pt x="1022063" y="53667"/>
                  <a:pt x="1019875" y="60932"/>
                  <a:pt x="1019875" y="71633"/>
                </a:cubicBezTo>
                <a:lnTo>
                  <a:pt x="1019875" y="117269"/>
                </a:lnTo>
                <a:lnTo>
                  <a:pt x="1005727" y="117269"/>
                </a:lnTo>
                <a:close/>
                <a:moveTo>
                  <a:pt x="1092633" y="124186"/>
                </a:moveTo>
                <a:lnTo>
                  <a:pt x="1106388" y="126229"/>
                </a:lnTo>
                <a:cubicBezTo>
                  <a:pt x="1106964" y="130474"/>
                  <a:pt x="1108562" y="133565"/>
                  <a:pt x="1111182" y="135504"/>
                </a:cubicBezTo>
                <a:cubicBezTo>
                  <a:pt x="1114693" y="138124"/>
                  <a:pt x="1119487" y="139434"/>
                  <a:pt x="1125566" y="139434"/>
                </a:cubicBezTo>
                <a:cubicBezTo>
                  <a:pt x="1132116" y="139434"/>
                  <a:pt x="1137172" y="138121"/>
                  <a:pt x="1140735" y="135494"/>
                </a:cubicBezTo>
                <a:cubicBezTo>
                  <a:pt x="1144298" y="132869"/>
                  <a:pt x="1146709" y="129193"/>
                  <a:pt x="1147966" y="124466"/>
                </a:cubicBezTo>
                <a:cubicBezTo>
                  <a:pt x="1148700" y="121579"/>
                  <a:pt x="1149040" y="115514"/>
                  <a:pt x="1148988" y="106270"/>
                </a:cubicBezTo>
                <a:cubicBezTo>
                  <a:pt x="1142805" y="113603"/>
                  <a:pt x="1135102" y="117269"/>
                  <a:pt x="1125880" y="117269"/>
                </a:cubicBezTo>
                <a:cubicBezTo>
                  <a:pt x="1114405" y="117269"/>
                  <a:pt x="1105523" y="113130"/>
                  <a:pt x="1099235" y="104850"/>
                </a:cubicBezTo>
                <a:cubicBezTo>
                  <a:pt x="1092947" y="96571"/>
                  <a:pt x="1089803" y="86642"/>
                  <a:pt x="1089803" y="75062"/>
                </a:cubicBezTo>
                <a:cubicBezTo>
                  <a:pt x="1089803" y="67097"/>
                  <a:pt x="1091244" y="59748"/>
                  <a:pt x="1094126" y="53015"/>
                </a:cubicBezTo>
                <a:cubicBezTo>
                  <a:pt x="1097008" y="46281"/>
                  <a:pt x="1101187" y="41081"/>
                  <a:pt x="1106663" y="37413"/>
                </a:cubicBezTo>
                <a:cubicBezTo>
                  <a:pt x="1112138" y="33745"/>
                  <a:pt x="1118570" y="31911"/>
                  <a:pt x="1125959" y="31911"/>
                </a:cubicBezTo>
                <a:cubicBezTo>
                  <a:pt x="1135810" y="31911"/>
                  <a:pt x="1143932" y="35920"/>
                  <a:pt x="1150324" y="43937"/>
                </a:cubicBezTo>
                <a:lnTo>
                  <a:pt x="1150324" y="33797"/>
                </a:lnTo>
                <a:lnTo>
                  <a:pt x="1163372" y="33797"/>
                </a:lnTo>
                <a:lnTo>
                  <a:pt x="1163372" y="106000"/>
                </a:lnTo>
                <a:cubicBezTo>
                  <a:pt x="1163372" y="119003"/>
                  <a:pt x="1162048" y="128218"/>
                  <a:pt x="1159402" y="133645"/>
                </a:cubicBezTo>
                <a:cubicBezTo>
                  <a:pt x="1156756" y="139071"/>
                  <a:pt x="1152564" y="143357"/>
                  <a:pt x="1146827" y="146503"/>
                </a:cubicBezTo>
                <a:cubicBezTo>
                  <a:pt x="1141089" y="149650"/>
                  <a:pt x="1134028" y="151224"/>
                  <a:pt x="1125644" y="151224"/>
                </a:cubicBezTo>
                <a:cubicBezTo>
                  <a:pt x="1115688" y="151224"/>
                  <a:pt x="1107645" y="148977"/>
                  <a:pt x="1101515" y="144484"/>
                </a:cubicBezTo>
                <a:cubicBezTo>
                  <a:pt x="1095384" y="139991"/>
                  <a:pt x="1092423" y="133225"/>
                  <a:pt x="1092633" y="124186"/>
                </a:cubicBezTo>
                <a:moveTo>
                  <a:pt x="1104344" y="74042"/>
                </a:moveTo>
                <a:cubicBezTo>
                  <a:pt x="1104344" y="84966"/>
                  <a:pt x="1106519" y="92936"/>
                  <a:pt x="1110868" y="97953"/>
                </a:cubicBezTo>
                <a:cubicBezTo>
                  <a:pt x="1115217" y="102971"/>
                  <a:pt x="1120666" y="105479"/>
                  <a:pt x="1127216" y="105479"/>
                </a:cubicBezTo>
                <a:cubicBezTo>
                  <a:pt x="1133714" y="105479"/>
                  <a:pt x="1139163" y="102984"/>
                  <a:pt x="1143565" y="97993"/>
                </a:cubicBezTo>
                <a:cubicBezTo>
                  <a:pt x="1147966" y="93002"/>
                  <a:pt x="1150167" y="85175"/>
                  <a:pt x="1150167" y="74511"/>
                </a:cubicBezTo>
                <a:cubicBezTo>
                  <a:pt x="1150167" y="64320"/>
                  <a:pt x="1147901" y="56637"/>
                  <a:pt x="1143368" y="51462"/>
                </a:cubicBezTo>
                <a:cubicBezTo>
                  <a:pt x="1138836" y="46288"/>
                  <a:pt x="1133373" y="43701"/>
                  <a:pt x="1126980" y="43701"/>
                </a:cubicBezTo>
                <a:cubicBezTo>
                  <a:pt x="1120693" y="43701"/>
                  <a:pt x="1115348" y="46249"/>
                  <a:pt x="1110946" y="51344"/>
                </a:cubicBezTo>
                <a:cubicBezTo>
                  <a:pt x="1106545" y="56440"/>
                  <a:pt x="1104344" y="64006"/>
                  <a:pt x="1104344" y="74042"/>
                </a:cubicBezTo>
                <a:close/>
                <a:moveTo>
                  <a:pt x="1283944" y="86616"/>
                </a:moveTo>
                <a:lnTo>
                  <a:pt x="1297856" y="88423"/>
                </a:lnTo>
                <a:cubicBezTo>
                  <a:pt x="1296337" y="98037"/>
                  <a:pt x="1292446" y="105563"/>
                  <a:pt x="1286184" y="111001"/>
                </a:cubicBezTo>
                <a:cubicBezTo>
                  <a:pt x="1279923" y="116437"/>
                  <a:pt x="1272233" y="119155"/>
                  <a:pt x="1263116" y="119155"/>
                </a:cubicBezTo>
                <a:cubicBezTo>
                  <a:pt x="1251693" y="119155"/>
                  <a:pt x="1242510" y="115422"/>
                  <a:pt x="1235567" y="107955"/>
                </a:cubicBezTo>
                <a:cubicBezTo>
                  <a:pt x="1228624" y="100488"/>
                  <a:pt x="1225152" y="89786"/>
                  <a:pt x="1225152" y="75848"/>
                </a:cubicBezTo>
                <a:cubicBezTo>
                  <a:pt x="1225152" y="66835"/>
                  <a:pt x="1226646" y="58949"/>
                  <a:pt x="1229633" y="52189"/>
                </a:cubicBezTo>
                <a:cubicBezTo>
                  <a:pt x="1232619" y="45430"/>
                  <a:pt x="1237165" y="40360"/>
                  <a:pt x="1243269" y="36981"/>
                </a:cubicBezTo>
                <a:cubicBezTo>
                  <a:pt x="1249374" y="33601"/>
                  <a:pt x="1256016" y="31911"/>
                  <a:pt x="1263194" y="31911"/>
                </a:cubicBezTo>
                <a:cubicBezTo>
                  <a:pt x="1272259" y="31911"/>
                  <a:pt x="1279674" y="34211"/>
                  <a:pt x="1285438" y="38810"/>
                </a:cubicBezTo>
                <a:cubicBezTo>
                  <a:pt x="1291201" y="43408"/>
                  <a:pt x="1294896" y="49938"/>
                  <a:pt x="1296520" y="58399"/>
                </a:cubicBezTo>
                <a:lnTo>
                  <a:pt x="1282765" y="60521"/>
                </a:lnTo>
                <a:cubicBezTo>
                  <a:pt x="1281455" y="54940"/>
                  <a:pt x="1279137" y="50742"/>
                  <a:pt x="1275809" y="47925"/>
                </a:cubicBezTo>
                <a:cubicBezTo>
                  <a:pt x="1272482" y="45109"/>
                  <a:pt x="1268460" y="43701"/>
                  <a:pt x="1263744" y="43701"/>
                </a:cubicBezTo>
                <a:cubicBezTo>
                  <a:pt x="1256618" y="43701"/>
                  <a:pt x="1250828" y="46243"/>
                  <a:pt x="1246374" y="51327"/>
                </a:cubicBezTo>
                <a:cubicBezTo>
                  <a:pt x="1241920" y="56410"/>
                  <a:pt x="1239693" y="64452"/>
                  <a:pt x="1239693" y="75455"/>
                </a:cubicBezTo>
                <a:cubicBezTo>
                  <a:pt x="1239693" y="86614"/>
                  <a:pt x="1241842" y="94723"/>
                  <a:pt x="1246138" y="99781"/>
                </a:cubicBezTo>
                <a:cubicBezTo>
                  <a:pt x="1250435" y="104837"/>
                  <a:pt x="1256042" y="107366"/>
                  <a:pt x="1262958" y="107366"/>
                </a:cubicBezTo>
                <a:cubicBezTo>
                  <a:pt x="1268513" y="107366"/>
                  <a:pt x="1273150" y="105669"/>
                  <a:pt x="1276870" y="102276"/>
                </a:cubicBezTo>
                <a:cubicBezTo>
                  <a:pt x="1280591" y="98884"/>
                  <a:pt x="1282949" y="93663"/>
                  <a:pt x="1283944" y="86616"/>
                </a:cubicBezTo>
                <a:close/>
                <a:moveTo>
                  <a:pt x="1304694" y="75533"/>
                </a:moveTo>
                <a:cubicBezTo>
                  <a:pt x="1304694" y="60075"/>
                  <a:pt x="1308991" y="48626"/>
                  <a:pt x="1317584" y="41186"/>
                </a:cubicBezTo>
                <a:cubicBezTo>
                  <a:pt x="1324763" y="35003"/>
                  <a:pt x="1333514" y="31911"/>
                  <a:pt x="1343836" y="31911"/>
                </a:cubicBezTo>
                <a:cubicBezTo>
                  <a:pt x="1355312" y="31911"/>
                  <a:pt x="1364691" y="35671"/>
                  <a:pt x="1371975" y="43190"/>
                </a:cubicBezTo>
                <a:cubicBezTo>
                  <a:pt x="1379258" y="50709"/>
                  <a:pt x="1382900" y="61097"/>
                  <a:pt x="1382900" y="74354"/>
                </a:cubicBezTo>
                <a:cubicBezTo>
                  <a:pt x="1382900" y="85096"/>
                  <a:pt x="1381288" y="93545"/>
                  <a:pt x="1378066" y="99702"/>
                </a:cubicBezTo>
                <a:cubicBezTo>
                  <a:pt x="1374843" y="105859"/>
                  <a:pt x="1370154" y="110641"/>
                  <a:pt x="1363997" y="114046"/>
                </a:cubicBezTo>
                <a:cubicBezTo>
                  <a:pt x="1357840" y="117452"/>
                  <a:pt x="1351120" y="119155"/>
                  <a:pt x="1343836" y="119155"/>
                </a:cubicBezTo>
                <a:cubicBezTo>
                  <a:pt x="1332151" y="119155"/>
                  <a:pt x="1322706" y="115409"/>
                  <a:pt x="1315502" y="107916"/>
                </a:cubicBezTo>
                <a:cubicBezTo>
                  <a:pt x="1308297" y="100423"/>
                  <a:pt x="1304694" y="89629"/>
                  <a:pt x="1304694" y="75533"/>
                </a:cubicBezTo>
                <a:moveTo>
                  <a:pt x="1319235" y="75494"/>
                </a:moveTo>
                <a:cubicBezTo>
                  <a:pt x="1319235" y="86144"/>
                  <a:pt x="1321567" y="94118"/>
                  <a:pt x="1326230" y="99417"/>
                </a:cubicBezTo>
                <a:cubicBezTo>
                  <a:pt x="1330894" y="104716"/>
                  <a:pt x="1336762" y="107366"/>
                  <a:pt x="1343836" y="107366"/>
                </a:cubicBezTo>
                <a:cubicBezTo>
                  <a:pt x="1350858" y="107366"/>
                  <a:pt x="1356700" y="104703"/>
                  <a:pt x="1361364" y="99378"/>
                </a:cubicBezTo>
                <a:cubicBezTo>
                  <a:pt x="1366027" y="94053"/>
                  <a:pt x="1368359" y="85935"/>
                  <a:pt x="1368359" y="75025"/>
                </a:cubicBezTo>
                <a:cubicBezTo>
                  <a:pt x="1368359" y="64740"/>
                  <a:pt x="1366014" y="56948"/>
                  <a:pt x="1361324" y="51649"/>
                </a:cubicBezTo>
                <a:cubicBezTo>
                  <a:pt x="1356635" y="46350"/>
                  <a:pt x="1350805" y="43701"/>
                  <a:pt x="1343836" y="43701"/>
                </a:cubicBezTo>
                <a:cubicBezTo>
                  <a:pt x="1336762" y="43701"/>
                  <a:pt x="1330894" y="46337"/>
                  <a:pt x="1326230" y="51610"/>
                </a:cubicBezTo>
                <a:cubicBezTo>
                  <a:pt x="1321567" y="56882"/>
                  <a:pt x="1319235" y="64844"/>
                  <a:pt x="1319235" y="75494"/>
                </a:cubicBezTo>
                <a:close/>
                <a:moveTo>
                  <a:pt x="1399460" y="117269"/>
                </a:moveTo>
                <a:lnTo>
                  <a:pt x="1399460" y="33797"/>
                </a:lnTo>
                <a:lnTo>
                  <a:pt x="1412114" y="33797"/>
                </a:lnTo>
                <a:lnTo>
                  <a:pt x="1412114" y="45430"/>
                </a:lnTo>
                <a:cubicBezTo>
                  <a:pt x="1414734" y="41366"/>
                  <a:pt x="1418218" y="38097"/>
                  <a:pt x="1422567" y="35622"/>
                </a:cubicBezTo>
                <a:cubicBezTo>
                  <a:pt x="1426917" y="33148"/>
                  <a:pt x="1431868" y="31911"/>
                  <a:pt x="1437423" y="31911"/>
                </a:cubicBezTo>
                <a:cubicBezTo>
                  <a:pt x="1443606" y="31911"/>
                  <a:pt x="1448675" y="33188"/>
                  <a:pt x="1452631" y="35743"/>
                </a:cubicBezTo>
                <a:cubicBezTo>
                  <a:pt x="1456588" y="38296"/>
                  <a:pt x="1459378" y="41865"/>
                  <a:pt x="1461002" y="46452"/>
                </a:cubicBezTo>
                <a:cubicBezTo>
                  <a:pt x="1467604" y="36758"/>
                  <a:pt x="1476198" y="31911"/>
                  <a:pt x="1486782" y="31911"/>
                </a:cubicBezTo>
                <a:cubicBezTo>
                  <a:pt x="1495062" y="31911"/>
                  <a:pt x="1501428" y="34203"/>
                  <a:pt x="1505882" y="38788"/>
                </a:cubicBezTo>
                <a:cubicBezTo>
                  <a:pt x="1510336" y="43373"/>
                  <a:pt x="1512563" y="50434"/>
                  <a:pt x="1512563" y="59971"/>
                </a:cubicBezTo>
                <a:lnTo>
                  <a:pt x="1512563" y="117269"/>
                </a:lnTo>
                <a:lnTo>
                  <a:pt x="1498494" y="117269"/>
                </a:lnTo>
                <a:lnTo>
                  <a:pt x="1498494" y="64630"/>
                </a:lnTo>
                <a:cubicBezTo>
                  <a:pt x="1498494" y="58964"/>
                  <a:pt x="1498035" y="54886"/>
                  <a:pt x="1497118" y="52396"/>
                </a:cubicBezTo>
                <a:cubicBezTo>
                  <a:pt x="1496201" y="49904"/>
                  <a:pt x="1494538" y="47897"/>
                  <a:pt x="1492127" y="46376"/>
                </a:cubicBezTo>
                <a:cubicBezTo>
                  <a:pt x="1489717" y="44854"/>
                  <a:pt x="1486887" y="44094"/>
                  <a:pt x="1483639" y="44094"/>
                </a:cubicBezTo>
                <a:cubicBezTo>
                  <a:pt x="1477770" y="44094"/>
                  <a:pt x="1472897" y="46048"/>
                  <a:pt x="1469019" y="49957"/>
                </a:cubicBezTo>
                <a:cubicBezTo>
                  <a:pt x="1465142" y="53864"/>
                  <a:pt x="1463203" y="60119"/>
                  <a:pt x="1463203" y="68722"/>
                </a:cubicBezTo>
                <a:lnTo>
                  <a:pt x="1463203" y="117269"/>
                </a:lnTo>
                <a:lnTo>
                  <a:pt x="1449055" y="117269"/>
                </a:lnTo>
                <a:lnTo>
                  <a:pt x="1449055" y="62977"/>
                </a:lnTo>
                <a:cubicBezTo>
                  <a:pt x="1449055" y="56683"/>
                  <a:pt x="1447902" y="51962"/>
                  <a:pt x="1445597" y="48815"/>
                </a:cubicBezTo>
                <a:cubicBezTo>
                  <a:pt x="1443291" y="45667"/>
                  <a:pt x="1439519" y="44094"/>
                  <a:pt x="1434279" y="44094"/>
                </a:cubicBezTo>
                <a:cubicBezTo>
                  <a:pt x="1430296" y="44094"/>
                  <a:pt x="1426615" y="45143"/>
                  <a:pt x="1423236" y="47243"/>
                </a:cubicBezTo>
                <a:cubicBezTo>
                  <a:pt x="1419856" y="49340"/>
                  <a:pt x="1417406" y="52409"/>
                  <a:pt x="1415887" y="56448"/>
                </a:cubicBezTo>
                <a:cubicBezTo>
                  <a:pt x="1414367" y="60486"/>
                  <a:pt x="1413607" y="66309"/>
                  <a:pt x="1413607" y="73915"/>
                </a:cubicBezTo>
                <a:lnTo>
                  <a:pt x="1413607" y="117269"/>
                </a:lnTo>
                <a:lnTo>
                  <a:pt x="1399460" y="117269"/>
                </a:lnTo>
                <a:close/>
                <a:moveTo>
                  <a:pt x="1533548" y="117269"/>
                </a:moveTo>
                <a:lnTo>
                  <a:pt x="1533548" y="33797"/>
                </a:lnTo>
                <a:lnTo>
                  <a:pt x="1546202" y="33797"/>
                </a:lnTo>
                <a:lnTo>
                  <a:pt x="1546202" y="45430"/>
                </a:lnTo>
                <a:cubicBezTo>
                  <a:pt x="1548822" y="41366"/>
                  <a:pt x="1552306" y="38097"/>
                  <a:pt x="1556656" y="35622"/>
                </a:cubicBezTo>
                <a:cubicBezTo>
                  <a:pt x="1561005" y="33148"/>
                  <a:pt x="1565956" y="31911"/>
                  <a:pt x="1571511" y="31911"/>
                </a:cubicBezTo>
                <a:cubicBezTo>
                  <a:pt x="1577694" y="31911"/>
                  <a:pt x="1582763" y="33188"/>
                  <a:pt x="1586720" y="35743"/>
                </a:cubicBezTo>
                <a:cubicBezTo>
                  <a:pt x="1590676" y="38296"/>
                  <a:pt x="1593466" y="41865"/>
                  <a:pt x="1595090" y="46452"/>
                </a:cubicBezTo>
                <a:cubicBezTo>
                  <a:pt x="1601693" y="36758"/>
                  <a:pt x="1610286" y="31911"/>
                  <a:pt x="1620871" y="31911"/>
                </a:cubicBezTo>
                <a:cubicBezTo>
                  <a:pt x="1629150" y="31911"/>
                  <a:pt x="1635516" y="34203"/>
                  <a:pt x="1639970" y="38788"/>
                </a:cubicBezTo>
                <a:cubicBezTo>
                  <a:pt x="1644424" y="43373"/>
                  <a:pt x="1646651" y="50434"/>
                  <a:pt x="1646651" y="59971"/>
                </a:cubicBezTo>
                <a:lnTo>
                  <a:pt x="1646651" y="117269"/>
                </a:lnTo>
                <a:lnTo>
                  <a:pt x="1632582" y="117269"/>
                </a:lnTo>
                <a:lnTo>
                  <a:pt x="1632582" y="64630"/>
                </a:lnTo>
                <a:cubicBezTo>
                  <a:pt x="1632582" y="58964"/>
                  <a:pt x="1632123" y="54886"/>
                  <a:pt x="1631206" y="52396"/>
                </a:cubicBezTo>
                <a:cubicBezTo>
                  <a:pt x="1630289" y="49904"/>
                  <a:pt x="1628626" y="47897"/>
                  <a:pt x="1626215" y="46376"/>
                </a:cubicBezTo>
                <a:cubicBezTo>
                  <a:pt x="1623805" y="44854"/>
                  <a:pt x="1620975" y="44094"/>
                  <a:pt x="1617727" y="44094"/>
                </a:cubicBezTo>
                <a:cubicBezTo>
                  <a:pt x="1611858" y="44094"/>
                  <a:pt x="1606985" y="46048"/>
                  <a:pt x="1603107" y="49957"/>
                </a:cubicBezTo>
                <a:cubicBezTo>
                  <a:pt x="1599230" y="53864"/>
                  <a:pt x="1597291" y="60119"/>
                  <a:pt x="1597291" y="68722"/>
                </a:cubicBezTo>
                <a:lnTo>
                  <a:pt x="1597291" y="117269"/>
                </a:lnTo>
                <a:lnTo>
                  <a:pt x="1583143" y="117269"/>
                </a:lnTo>
                <a:lnTo>
                  <a:pt x="1583143" y="62977"/>
                </a:lnTo>
                <a:cubicBezTo>
                  <a:pt x="1583143" y="56683"/>
                  <a:pt x="1581991" y="51962"/>
                  <a:pt x="1579685" y="48815"/>
                </a:cubicBezTo>
                <a:cubicBezTo>
                  <a:pt x="1577379" y="45667"/>
                  <a:pt x="1573607" y="44094"/>
                  <a:pt x="1568367" y="44094"/>
                </a:cubicBezTo>
                <a:cubicBezTo>
                  <a:pt x="1564384" y="44094"/>
                  <a:pt x="1560703" y="45143"/>
                  <a:pt x="1557324" y="47243"/>
                </a:cubicBezTo>
                <a:cubicBezTo>
                  <a:pt x="1553944" y="49340"/>
                  <a:pt x="1551494" y="52409"/>
                  <a:pt x="1549975" y="56448"/>
                </a:cubicBezTo>
                <a:cubicBezTo>
                  <a:pt x="1548455" y="60486"/>
                  <a:pt x="1547695" y="66309"/>
                  <a:pt x="1547695" y="73915"/>
                </a:cubicBezTo>
                <a:lnTo>
                  <a:pt x="1547695" y="117269"/>
                </a:lnTo>
                <a:lnTo>
                  <a:pt x="1533548" y="117269"/>
                </a:lnTo>
                <a:close/>
                <a:moveTo>
                  <a:pt x="1722340" y="117269"/>
                </a:moveTo>
                <a:lnTo>
                  <a:pt x="1722340" y="105008"/>
                </a:lnTo>
                <a:cubicBezTo>
                  <a:pt x="1715843" y="114439"/>
                  <a:pt x="1707013" y="119155"/>
                  <a:pt x="1695852" y="119155"/>
                </a:cubicBezTo>
                <a:cubicBezTo>
                  <a:pt x="1690927" y="119155"/>
                  <a:pt x="1686329" y="118212"/>
                  <a:pt x="1682058" y="116326"/>
                </a:cubicBezTo>
                <a:cubicBezTo>
                  <a:pt x="1677788" y="114439"/>
                  <a:pt x="1674618" y="112068"/>
                  <a:pt x="1672548" y="109213"/>
                </a:cubicBezTo>
                <a:cubicBezTo>
                  <a:pt x="1670478" y="106357"/>
                  <a:pt x="1669024" y="102859"/>
                  <a:pt x="1668186" y="98720"/>
                </a:cubicBezTo>
                <a:cubicBezTo>
                  <a:pt x="1667609" y="95943"/>
                  <a:pt x="1667321" y="91541"/>
                  <a:pt x="1667321" y="85515"/>
                </a:cubicBezTo>
                <a:lnTo>
                  <a:pt x="1667321" y="33797"/>
                </a:lnTo>
                <a:lnTo>
                  <a:pt x="1681469" y="33797"/>
                </a:lnTo>
                <a:lnTo>
                  <a:pt x="1681469" y="80092"/>
                </a:lnTo>
                <a:cubicBezTo>
                  <a:pt x="1681469" y="87480"/>
                  <a:pt x="1681757" y="92458"/>
                  <a:pt x="1682333" y="95026"/>
                </a:cubicBezTo>
                <a:cubicBezTo>
                  <a:pt x="1683224" y="98746"/>
                  <a:pt x="1685111" y="101667"/>
                  <a:pt x="1687993" y="103789"/>
                </a:cubicBezTo>
                <a:cubicBezTo>
                  <a:pt x="1690875" y="105912"/>
                  <a:pt x="1694438" y="106973"/>
                  <a:pt x="1698682" y="106973"/>
                </a:cubicBezTo>
                <a:cubicBezTo>
                  <a:pt x="1702926" y="106973"/>
                  <a:pt x="1706909" y="105885"/>
                  <a:pt x="1710629" y="103711"/>
                </a:cubicBezTo>
                <a:cubicBezTo>
                  <a:pt x="1714349" y="101536"/>
                  <a:pt x="1716982" y="98576"/>
                  <a:pt x="1718528" y="94829"/>
                </a:cubicBezTo>
                <a:cubicBezTo>
                  <a:pt x="1720074" y="91083"/>
                  <a:pt x="1720847" y="85646"/>
                  <a:pt x="1720847" y="78520"/>
                </a:cubicBezTo>
                <a:lnTo>
                  <a:pt x="1720847" y="33797"/>
                </a:lnTo>
                <a:lnTo>
                  <a:pt x="1734994" y="33797"/>
                </a:lnTo>
                <a:lnTo>
                  <a:pt x="1734994" y="117269"/>
                </a:lnTo>
                <a:lnTo>
                  <a:pt x="1722340" y="117269"/>
                </a:lnTo>
                <a:close/>
                <a:moveTo>
                  <a:pt x="1757135" y="117269"/>
                </a:moveTo>
                <a:lnTo>
                  <a:pt x="1757135" y="33797"/>
                </a:lnTo>
                <a:lnTo>
                  <a:pt x="1769868" y="33797"/>
                </a:lnTo>
                <a:lnTo>
                  <a:pt x="1769868" y="45587"/>
                </a:lnTo>
                <a:cubicBezTo>
                  <a:pt x="1775998" y="36470"/>
                  <a:pt x="1784854" y="31911"/>
                  <a:pt x="1796434" y="31911"/>
                </a:cubicBezTo>
                <a:cubicBezTo>
                  <a:pt x="1801464" y="31911"/>
                  <a:pt x="1806089" y="32815"/>
                  <a:pt x="1810307" y="34623"/>
                </a:cubicBezTo>
                <a:cubicBezTo>
                  <a:pt x="1814525" y="36430"/>
                  <a:pt x="1817682" y="38801"/>
                  <a:pt x="1819778" y="41736"/>
                </a:cubicBezTo>
                <a:cubicBezTo>
                  <a:pt x="1821874" y="44670"/>
                  <a:pt x="1823341" y="48155"/>
                  <a:pt x="1824179" y="52189"/>
                </a:cubicBezTo>
                <a:cubicBezTo>
                  <a:pt x="1824703" y="54809"/>
                  <a:pt x="1824965" y="59394"/>
                  <a:pt x="1824965" y="65944"/>
                </a:cubicBezTo>
                <a:lnTo>
                  <a:pt x="1824965" y="117269"/>
                </a:lnTo>
                <a:lnTo>
                  <a:pt x="1810818" y="117269"/>
                </a:lnTo>
                <a:lnTo>
                  <a:pt x="1810818" y="66440"/>
                </a:lnTo>
                <a:cubicBezTo>
                  <a:pt x="1810818" y="60670"/>
                  <a:pt x="1810267" y="56355"/>
                  <a:pt x="1809167" y="53496"/>
                </a:cubicBezTo>
                <a:cubicBezTo>
                  <a:pt x="1808067" y="50637"/>
                  <a:pt x="1806115" y="48355"/>
                  <a:pt x="1803311" y="46651"/>
                </a:cubicBezTo>
                <a:cubicBezTo>
                  <a:pt x="1800508" y="44946"/>
                  <a:pt x="1797220" y="44094"/>
                  <a:pt x="1793447" y="44094"/>
                </a:cubicBezTo>
                <a:cubicBezTo>
                  <a:pt x="1787421" y="44094"/>
                  <a:pt x="1782221" y="46009"/>
                  <a:pt x="1777845" y="49839"/>
                </a:cubicBezTo>
                <a:cubicBezTo>
                  <a:pt x="1773470" y="53667"/>
                  <a:pt x="1771282" y="60932"/>
                  <a:pt x="1771282" y="71633"/>
                </a:cubicBezTo>
                <a:lnTo>
                  <a:pt x="1771282" y="117269"/>
                </a:lnTo>
                <a:lnTo>
                  <a:pt x="1757135" y="117269"/>
                </a:lnTo>
                <a:close/>
                <a:moveTo>
                  <a:pt x="1846713" y="18392"/>
                </a:moveTo>
                <a:lnTo>
                  <a:pt x="1846713" y="2044"/>
                </a:lnTo>
                <a:lnTo>
                  <a:pt x="1860860" y="2044"/>
                </a:lnTo>
                <a:lnTo>
                  <a:pt x="1860860" y="18392"/>
                </a:lnTo>
                <a:lnTo>
                  <a:pt x="1846713" y="18392"/>
                </a:lnTo>
                <a:moveTo>
                  <a:pt x="1846713" y="117269"/>
                </a:moveTo>
                <a:lnTo>
                  <a:pt x="1846713" y="33797"/>
                </a:lnTo>
                <a:lnTo>
                  <a:pt x="1860860" y="33797"/>
                </a:lnTo>
                <a:lnTo>
                  <a:pt x="1860860" y="117269"/>
                </a:lnTo>
                <a:lnTo>
                  <a:pt x="1846713" y="117269"/>
                </a:lnTo>
                <a:close/>
                <a:moveTo>
                  <a:pt x="1913258" y="104772"/>
                </a:moveTo>
                <a:lnTo>
                  <a:pt x="1915302" y="117269"/>
                </a:lnTo>
                <a:cubicBezTo>
                  <a:pt x="1911320" y="118003"/>
                  <a:pt x="1907757" y="118369"/>
                  <a:pt x="1904613" y="118369"/>
                </a:cubicBezTo>
                <a:cubicBezTo>
                  <a:pt x="1899478" y="118369"/>
                  <a:pt x="1895495" y="117557"/>
                  <a:pt x="1892666" y="115933"/>
                </a:cubicBezTo>
                <a:cubicBezTo>
                  <a:pt x="1889836" y="114308"/>
                  <a:pt x="1887845" y="112173"/>
                  <a:pt x="1886692" y="109527"/>
                </a:cubicBezTo>
                <a:cubicBezTo>
                  <a:pt x="1885539" y="106881"/>
                  <a:pt x="1884963" y="101314"/>
                  <a:pt x="1884963" y="92825"/>
                </a:cubicBezTo>
                <a:lnTo>
                  <a:pt x="1884963" y="44801"/>
                </a:lnTo>
                <a:lnTo>
                  <a:pt x="1874588" y="44801"/>
                </a:lnTo>
                <a:lnTo>
                  <a:pt x="1874588" y="33797"/>
                </a:lnTo>
                <a:lnTo>
                  <a:pt x="1884963" y="33797"/>
                </a:lnTo>
                <a:lnTo>
                  <a:pt x="1884963" y="13069"/>
                </a:lnTo>
                <a:lnTo>
                  <a:pt x="1899032" y="4559"/>
                </a:lnTo>
                <a:lnTo>
                  <a:pt x="1899032" y="33797"/>
                </a:lnTo>
                <a:lnTo>
                  <a:pt x="1913258" y="33797"/>
                </a:lnTo>
                <a:lnTo>
                  <a:pt x="1913258" y="44801"/>
                </a:lnTo>
                <a:lnTo>
                  <a:pt x="1899032" y="44801"/>
                </a:lnTo>
                <a:lnTo>
                  <a:pt x="1899032" y="93611"/>
                </a:lnTo>
                <a:cubicBezTo>
                  <a:pt x="1899032" y="97646"/>
                  <a:pt x="1899281" y="100239"/>
                  <a:pt x="1899779" y="101392"/>
                </a:cubicBezTo>
                <a:cubicBezTo>
                  <a:pt x="1900277" y="102545"/>
                  <a:pt x="1901089" y="103462"/>
                  <a:pt x="1902215" y="104143"/>
                </a:cubicBezTo>
                <a:cubicBezTo>
                  <a:pt x="1903342" y="104824"/>
                  <a:pt x="1904953" y="105165"/>
                  <a:pt x="1907049" y="105165"/>
                </a:cubicBezTo>
                <a:cubicBezTo>
                  <a:pt x="1908621" y="105165"/>
                  <a:pt x="1910691" y="105034"/>
                  <a:pt x="1913258" y="104772"/>
                </a:cubicBezTo>
                <a:close/>
                <a:moveTo>
                  <a:pt x="1926490" y="149494"/>
                </a:moveTo>
                <a:lnTo>
                  <a:pt x="1924918" y="136211"/>
                </a:lnTo>
                <a:cubicBezTo>
                  <a:pt x="1928010" y="137050"/>
                  <a:pt x="1930708" y="137469"/>
                  <a:pt x="1933014" y="137469"/>
                </a:cubicBezTo>
                <a:cubicBezTo>
                  <a:pt x="1936158" y="137469"/>
                  <a:pt x="1938673" y="136938"/>
                  <a:pt x="1940559" y="135877"/>
                </a:cubicBezTo>
                <a:cubicBezTo>
                  <a:pt x="1942446" y="134818"/>
                  <a:pt x="1943991" y="133333"/>
                  <a:pt x="1945196" y="131424"/>
                </a:cubicBezTo>
                <a:cubicBezTo>
                  <a:pt x="1946087" y="129993"/>
                  <a:pt x="1947528" y="126441"/>
                  <a:pt x="1949519" y="120769"/>
                </a:cubicBezTo>
                <a:cubicBezTo>
                  <a:pt x="1949781" y="119973"/>
                  <a:pt x="1950201" y="118807"/>
                  <a:pt x="1950777" y="117269"/>
                </a:cubicBezTo>
                <a:lnTo>
                  <a:pt x="1919102" y="33797"/>
                </a:lnTo>
                <a:lnTo>
                  <a:pt x="1934350" y="33797"/>
                </a:lnTo>
                <a:lnTo>
                  <a:pt x="1951720" y="82022"/>
                </a:lnTo>
                <a:cubicBezTo>
                  <a:pt x="1953973" y="88140"/>
                  <a:pt x="1955991" y="94570"/>
                  <a:pt x="1957772" y="101314"/>
                </a:cubicBezTo>
                <a:cubicBezTo>
                  <a:pt x="1959397" y="94831"/>
                  <a:pt x="1961335" y="88505"/>
                  <a:pt x="1963589" y="82337"/>
                </a:cubicBezTo>
                <a:lnTo>
                  <a:pt x="1981430" y="33797"/>
                </a:lnTo>
                <a:lnTo>
                  <a:pt x="1995578" y="33797"/>
                </a:lnTo>
                <a:lnTo>
                  <a:pt x="1963824" y="118740"/>
                </a:lnTo>
                <a:cubicBezTo>
                  <a:pt x="1960418" y="127917"/>
                  <a:pt x="1957772" y="134235"/>
                  <a:pt x="1955886" y="137695"/>
                </a:cubicBezTo>
                <a:cubicBezTo>
                  <a:pt x="1953371" y="142362"/>
                  <a:pt x="1950489" y="145783"/>
                  <a:pt x="1947240" y="147959"/>
                </a:cubicBezTo>
                <a:cubicBezTo>
                  <a:pt x="1943991" y="150136"/>
                  <a:pt x="1940114" y="151224"/>
                  <a:pt x="1935607" y="151224"/>
                </a:cubicBezTo>
                <a:cubicBezTo>
                  <a:pt x="1932883" y="151224"/>
                  <a:pt x="1929844" y="150647"/>
                  <a:pt x="1926490" y="149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4.Isactive">
            <a:extLst xmlns:a="http://schemas.openxmlformats.org/drawingml/2006/main">
              <a:ext uri="{FF2B5EF4-FFF2-40B4-BE49-F238E27FC236}">
                <a16:creationId xmlns:a16="http://schemas.microsoft.com/office/drawing/2014/main" id="{651B66BF-7BD4-49AD-8B64-AB516037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94" y="2295445"/>
            <a:ext cx="760736" cy="117112"/>
          </a:xfrm>
          <a:custGeom xmlns:a="http://schemas.openxmlformats.org/drawingml/2006/main">
            <a:pathLst>
              <a:path w="760736" h="117112">
                <a:moveTo>
                  <a:pt x="49989" y="115225"/>
                </a:moveTo>
                <a:lnTo>
                  <a:pt x="49989" y="87637"/>
                </a:lnTo>
                <a:lnTo>
                  <a:pt x="0" y="87637"/>
                </a:lnTo>
                <a:lnTo>
                  <a:pt x="0" y="74669"/>
                </a:lnTo>
                <a:lnTo>
                  <a:pt x="52582" y="0"/>
                </a:lnTo>
                <a:lnTo>
                  <a:pt x="64136" y="0"/>
                </a:lnTo>
                <a:lnTo>
                  <a:pt x="64136" y="74669"/>
                </a:lnTo>
                <a:lnTo>
                  <a:pt x="79699" y="74669"/>
                </a:lnTo>
                <a:lnTo>
                  <a:pt x="79699" y="87637"/>
                </a:lnTo>
                <a:lnTo>
                  <a:pt x="64136" y="87637"/>
                </a:lnTo>
                <a:lnTo>
                  <a:pt x="64136" y="115225"/>
                </a:lnTo>
                <a:lnTo>
                  <a:pt x="49989" y="115225"/>
                </a:lnTo>
                <a:moveTo>
                  <a:pt x="49989" y="74669"/>
                </a:moveTo>
                <a:lnTo>
                  <a:pt x="49989" y="22715"/>
                </a:lnTo>
                <a:lnTo>
                  <a:pt x="13912" y="74669"/>
                </a:lnTo>
                <a:lnTo>
                  <a:pt x="49989" y="74669"/>
                </a:lnTo>
                <a:close/>
                <a:moveTo>
                  <a:pt x="102075" y="115225"/>
                </a:moveTo>
                <a:lnTo>
                  <a:pt x="102075" y="99034"/>
                </a:lnTo>
                <a:lnTo>
                  <a:pt x="118188" y="99034"/>
                </a:lnTo>
                <a:lnTo>
                  <a:pt x="118188" y="115225"/>
                </a:lnTo>
                <a:lnTo>
                  <a:pt x="102075" y="115225"/>
                </a:lnTo>
                <a:close/>
                <a:moveTo>
                  <a:pt x="191967" y="115225"/>
                </a:moveTo>
                <a:lnTo>
                  <a:pt x="191967" y="0"/>
                </a:lnTo>
                <a:lnTo>
                  <a:pt x="207215" y="0"/>
                </a:lnTo>
                <a:lnTo>
                  <a:pt x="207215" y="115225"/>
                </a:lnTo>
                <a:lnTo>
                  <a:pt x="191967" y="115225"/>
                </a:lnTo>
                <a:close/>
                <a:moveTo>
                  <a:pt x="226656" y="90231"/>
                </a:moveTo>
                <a:lnTo>
                  <a:pt x="240647" y="88030"/>
                </a:lnTo>
                <a:cubicBezTo>
                  <a:pt x="241433" y="93613"/>
                  <a:pt x="243620" y="97890"/>
                  <a:pt x="247210" y="100864"/>
                </a:cubicBezTo>
                <a:cubicBezTo>
                  <a:pt x="250799" y="103836"/>
                  <a:pt x="255816" y="105322"/>
                  <a:pt x="262261" y="105322"/>
                </a:cubicBezTo>
                <a:cubicBezTo>
                  <a:pt x="268759" y="105322"/>
                  <a:pt x="273579" y="104010"/>
                  <a:pt x="276723" y="101385"/>
                </a:cubicBezTo>
                <a:cubicBezTo>
                  <a:pt x="279867" y="98758"/>
                  <a:pt x="281439" y="95678"/>
                  <a:pt x="281439" y="92145"/>
                </a:cubicBezTo>
                <a:cubicBezTo>
                  <a:pt x="281439" y="88973"/>
                  <a:pt x="280051" y="86477"/>
                  <a:pt x="277274" y="84658"/>
                </a:cubicBezTo>
                <a:cubicBezTo>
                  <a:pt x="275335" y="83410"/>
                  <a:pt x="270514" y="81824"/>
                  <a:pt x="262811" y="79900"/>
                </a:cubicBezTo>
                <a:cubicBezTo>
                  <a:pt x="252436" y="77279"/>
                  <a:pt x="245245" y="75011"/>
                  <a:pt x="241236" y="73097"/>
                </a:cubicBezTo>
                <a:cubicBezTo>
                  <a:pt x="237228" y="71182"/>
                  <a:pt x="234189" y="68534"/>
                  <a:pt x="232119" y="65151"/>
                </a:cubicBezTo>
                <a:cubicBezTo>
                  <a:pt x="230049" y="61768"/>
                  <a:pt x="229014" y="58031"/>
                  <a:pt x="229014" y="53941"/>
                </a:cubicBezTo>
                <a:cubicBezTo>
                  <a:pt x="229014" y="50217"/>
                  <a:pt x="229866" y="46769"/>
                  <a:pt x="231569" y="43595"/>
                </a:cubicBezTo>
                <a:cubicBezTo>
                  <a:pt x="233272" y="40422"/>
                  <a:pt x="235590" y="37786"/>
                  <a:pt x="238525" y="35689"/>
                </a:cubicBezTo>
                <a:cubicBezTo>
                  <a:pt x="240725" y="34063"/>
                  <a:pt x="243725" y="32686"/>
                  <a:pt x="247524" y="31560"/>
                </a:cubicBezTo>
                <a:cubicBezTo>
                  <a:pt x="251323" y="30432"/>
                  <a:pt x="255397" y="29867"/>
                  <a:pt x="259746" y="29867"/>
                </a:cubicBezTo>
                <a:cubicBezTo>
                  <a:pt x="266296" y="29867"/>
                  <a:pt x="272047" y="30817"/>
                  <a:pt x="276999" y="32717"/>
                </a:cubicBezTo>
                <a:cubicBezTo>
                  <a:pt x="281950" y="34614"/>
                  <a:pt x="285605" y="37186"/>
                  <a:pt x="287963" y="40432"/>
                </a:cubicBezTo>
                <a:cubicBezTo>
                  <a:pt x="290321" y="43675"/>
                  <a:pt x="291945" y="48014"/>
                  <a:pt x="292836" y="53447"/>
                </a:cubicBezTo>
                <a:lnTo>
                  <a:pt x="279003" y="55333"/>
                </a:lnTo>
                <a:cubicBezTo>
                  <a:pt x="278374" y="51037"/>
                  <a:pt x="276553" y="47683"/>
                  <a:pt x="273540" y="45273"/>
                </a:cubicBezTo>
                <a:cubicBezTo>
                  <a:pt x="270527" y="42862"/>
                  <a:pt x="266270" y="41657"/>
                  <a:pt x="260768" y="41657"/>
                </a:cubicBezTo>
                <a:cubicBezTo>
                  <a:pt x="254270" y="41657"/>
                  <a:pt x="249633" y="42726"/>
                  <a:pt x="246856" y="44865"/>
                </a:cubicBezTo>
                <a:cubicBezTo>
                  <a:pt x="244079" y="47002"/>
                  <a:pt x="242690" y="49505"/>
                  <a:pt x="242690" y="52374"/>
                </a:cubicBezTo>
                <a:cubicBezTo>
                  <a:pt x="242690" y="54198"/>
                  <a:pt x="243267" y="55840"/>
                  <a:pt x="244419" y="57301"/>
                </a:cubicBezTo>
                <a:cubicBezTo>
                  <a:pt x="245572" y="58812"/>
                  <a:pt x="247380" y="60063"/>
                  <a:pt x="249843" y="61054"/>
                </a:cubicBezTo>
                <a:cubicBezTo>
                  <a:pt x="251257" y="61576"/>
                  <a:pt x="255423" y="62776"/>
                  <a:pt x="262340" y="64652"/>
                </a:cubicBezTo>
                <a:cubicBezTo>
                  <a:pt x="272348" y="67323"/>
                  <a:pt x="279330" y="69509"/>
                  <a:pt x="283286" y="71210"/>
                </a:cubicBezTo>
                <a:cubicBezTo>
                  <a:pt x="287243" y="72912"/>
                  <a:pt x="290347" y="75386"/>
                  <a:pt x="292600" y="78633"/>
                </a:cubicBezTo>
                <a:cubicBezTo>
                  <a:pt x="294853" y="81878"/>
                  <a:pt x="295980" y="85909"/>
                  <a:pt x="295980" y="90725"/>
                </a:cubicBezTo>
                <a:cubicBezTo>
                  <a:pt x="295980" y="95437"/>
                  <a:pt x="294605" y="99875"/>
                  <a:pt x="291854" y="104037"/>
                </a:cubicBezTo>
                <a:cubicBezTo>
                  <a:pt x="289103" y="108198"/>
                  <a:pt x="285133" y="111418"/>
                  <a:pt x="279946" y="113695"/>
                </a:cubicBezTo>
                <a:cubicBezTo>
                  <a:pt x="274758" y="115973"/>
                  <a:pt x="268890" y="117112"/>
                  <a:pt x="262340" y="117112"/>
                </a:cubicBezTo>
                <a:cubicBezTo>
                  <a:pt x="251493" y="117112"/>
                  <a:pt x="243227" y="114852"/>
                  <a:pt x="237542" y="110333"/>
                </a:cubicBezTo>
                <a:cubicBezTo>
                  <a:pt x="231857" y="105813"/>
                  <a:pt x="228228" y="99113"/>
                  <a:pt x="226656" y="90231"/>
                </a:cubicBezTo>
                <a:close/>
                <a:moveTo>
                  <a:pt x="412019" y="104919"/>
                </a:moveTo>
                <a:cubicBezTo>
                  <a:pt x="406779" y="109376"/>
                  <a:pt x="401735" y="112523"/>
                  <a:pt x="396888" y="114358"/>
                </a:cubicBezTo>
                <a:cubicBezTo>
                  <a:pt x="392041" y="116194"/>
                  <a:pt x="386841" y="117112"/>
                  <a:pt x="381287" y="117112"/>
                </a:cubicBezTo>
                <a:cubicBezTo>
                  <a:pt x="372117" y="117112"/>
                  <a:pt x="365069" y="114870"/>
                  <a:pt x="360143" y="110387"/>
                </a:cubicBezTo>
                <a:cubicBezTo>
                  <a:pt x="355218" y="105903"/>
                  <a:pt x="352755" y="100175"/>
                  <a:pt x="352755" y="93201"/>
                </a:cubicBezTo>
                <a:cubicBezTo>
                  <a:pt x="352755" y="89112"/>
                  <a:pt x="353685" y="85377"/>
                  <a:pt x="355545" y="81995"/>
                </a:cubicBezTo>
                <a:cubicBezTo>
                  <a:pt x="357406" y="78612"/>
                  <a:pt x="359842" y="75898"/>
                  <a:pt x="362855" y="73853"/>
                </a:cubicBezTo>
                <a:cubicBezTo>
                  <a:pt x="365868" y="71808"/>
                  <a:pt x="369261" y="70261"/>
                  <a:pt x="373034" y="69213"/>
                </a:cubicBezTo>
                <a:cubicBezTo>
                  <a:pt x="375811" y="68478"/>
                  <a:pt x="380003" y="67770"/>
                  <a:pt x="385609" y="67089"/>
                </a:cubicBezTo>
                <a:cubicBezTo>
                  <a:pt x="397032" y="65736"/>
                  <a:pt x="405442" y="64123"/>
                  <a:pt x="410840" y="62250"/>
                </a:cubicBezTo>
                <a:cubicBezTo>
                  <a:pt x="410892" y="60319"/>
                  <a:pt x="410918" y="59093"/>
                  <a:pt x="410918" y="58571"/>
                </a:cubicBezTo>
                <a:cubicBezTo>
                  <a:pt x="410918" y="52828"/>
                  <a:pt x="409582" y="48783"/>
                  <a:pt x="406910" y="46435"/>
                </a:cubicBezTo>
                <a:cubicBezTo>
                  <a:pt x="403294" y="43250"/>
                  <a:pt x="397923" y="41657"/>
                  <a:pt x="390797" y="41657"/>
                </a:cubicBezTo>
                <a:cubicBezTo>
                  <a:pt x="384142" y="41657"/>
                  <a:pt x="379230" y="42823"/>
                  <a:pt x="376060" y="45155"/>
                </a:cubicBezTo>
                <a:cubicBezTo>
                  <a:pt x="372890" y="47487"/>
                  <a:pt x="370545" y="51613"/>
                  <a:pt x="369025" y="57534"/>
                </a:cubicBezTo>
                <a:lnTo>
                  <a:pt x="355192" y="55648"/>
                </a:lnTo>
                <a:cubicBezTo>
                  <a:pt x="356449" y="49709"/>
                  <a:pt x="358519" y="44913"/>
                  <a:pt x="361401" y="41259"/>
                </a:cubicBezTo>
                <a:cubicBezTo>
                  <a:pt x="364283" y="37606"/>
                  <a:pt x="368449" y="34795"/>
                  <a:pt x="373898" y="32825"/>
                </a:cubicBezTo>
                <a:cubicBezTo>
                  <a:pt x="379348" y="30853"/>
                  <a:pt x="385662" y="29867"/>
                  <a:pt x="392840" y="29867"/>
                </a:cubicBezTo>
                <a:cubicBezTo>
                  <a:pt x="399967" y="29867"/>
                  <a:pt x="405757" y="30706"/>
                  <a:pt x="410211" y="32383"/>
                </a:cubicBezTo>
                <a:cubicBezTo>
                  <a:pt x="414665" y="34059"/>
                  <a:pt x="417940" y="36168"/>
                  <a:pt x="420036" y="38710"/>
                </a:cubicBezTo>
                <a:cubicBezTo>
                  <a:pt x="422132" y="41251"/>
                  <a:pt x="423599" y="44461"/>
                  <a:pt x="424437" y="48338"/>
                </a:cubicBezTo>
                <a:cubicBezTo>
                  <a:pt x="424909" y="50748"/>
                  <a:pt x="425145" y="55098"/>
                  <a:pt x="425145" y="61385"/>
                </a:cubicBezTo>
                <a:lnTo>
                  <a:pt x="425145" y="80249"/>
                </a:lnTo>
                <a:cubicBezTo>
                  <a:pt x="425145" y="93401"/>
                  <a:pt x="425446" y="101720"/>
                  <a:pt x="426048" y="105204"/>
                </a:cubicBezTo>
                <a:cubicBezTo>
                  <a:pt x="426651" y="108689"/>
                  <a:pt x="427843" y="112029"/>
                  <a:pt x="429625" y="115225"/>
                </a:cubicBezTo>
                <a:lnTo>
                  <a:pt x="414848" y="115225"/>
                </a:lnTo>
                <a:cubicBezTo>
                  <a:pt x="413381" y="112288"/>
                  <a:pt x="412438" y="108852"/>
                  <a:pt x="412019" y="104919"/>
                </a:cubicBezTo>
                <a:moveTo>
                  <a:pt x="410840" y="73254"/>
                </a:moveTo>
                <a:cubicBezTo>
                  <a:pt x="405704" y="75368"/>
                  <a:pt x="398002" y="77164"/>
                  <a:pt x="387732" y="78643"/>
                </a:cubicBezTo>
                <a:cubicBezTo>
                  <a:pt x="381915" y="79484"/>
                  <a:pt x="377802" y="80432"/>
                  <a:pt x="375392" y="81485"/>
                </a:cubicBezTo>
                <a:cubicBezTo>
                  <a:pt x="372981" y="82536"/>
                  <a:pt x="371121" y="84075"/>
                  <a:pt x="369811" y="86102"/>
                </a:cubicBezTo>
                <a:cubicBezTo>
                  <a:pt x="368501" y="88128"/>
                  <a:pt x="367846" y="90377"/>
                  <a:pt x="367846" y="92849"/>
                </a:cubicBezTo>
                <a:cubicBezTo>
                  <a:pt x="367846" y="96637"/>
                  <a:pt x="369274" y="99794"/>
                  <a:pt x="372130" y="102321"/>
                </a:cubicBezTo>
                <a:cubicBezTo>
                  <a:pt x="374986" y="104846"/>
                  <a:pt x="379164" y="106108"/>
                  <a:pt x="384666" y="106108"/>
                </a:cubicBezTo>
                <a:cubicBezTo>
                  <a:pt x="390116" y="106108"/>
                  <a:pt x="394963" y="104910"/>
                  <a:pt x="399207" y="102515"/>
                </a:cubicBezTo>
                <a:cubicBezTo>
                  <a:pt x="403451" y="100119"/>
                  <a:pt x="406569" y="96842"/>
                  <a:pt x="408560" y="92682"/>
                </a:cubicBezTo>
                <a:cubicBezTo>
                  <a:pt x="410080" y="89470"/>
                  <a:pt x="410840" y="84731"/>
                  <a:pt x="410840" y="78466"/>
                </a:cubicBezTo>
                <a:lnTo>
                  <a:pt x="410840" y="73254"/>
                </a:lnTo>
                <a:close/>
                <a:moveTo>
                  <a:pt x="501518" y="84572"/>
                </a:moveTo>
                <a:lnTo>
                  <a:pt x="515430" y="86380"/>
                </a:lnTo>
                <a:cubicBezTo>
                  <a:pt x="513910" y="95993"/>
                  <a:pt x="510019" y="103519"/>
                  <a:pt x="503758" y="108957"/>
                </a:cubicBezTo>
                <a:cubicBezTo>
                  <a:pt x="497496" y="114394"/>
                  <a:pt x="489807" y="117112"/>
                  <a:pt x="480689" y="117112"/>
                </a:cubicBezTo>
                <a:cubicBezTo>
                  <a:pt x="469266" y="117112"/>
                  <a:pt x="460083" y="113378"/>
                  <a:pt x="453140" y="105912"/>
                </a:cubicBezTo>
                <a:cubicBezTo>
                  <a:pt x="446197" y="98445"/>
                  <a:pt x="442726" y="87742"/>
                  <a:pt x="442726" y="73804"/>
                </a:cubicBezTo>
                <a:cubicBezTo>
                  <a:pt x="442726" y="64791"/>
                  <a:pt x="444219" y="56905"/>
                  <a:pt x="447206" y="50146"/>
                </a:cubicBezTo>
                <a:cubicBezTo>
                  <a:pt x="450193" y="43386"/>
                  <a:pt x="454738" y="38317"/>
                  <a:pt x="460843" y="34937"/>
                </a:cubicBezTo>
                <a:cubicBezTo>
                  <a:pt x="466947" y="31557"/>
                  <a:pt x="473589" y="29867"/>
                  <a:pt x="480768" y="29867"/>
                </a:cubicBezTo>
                <a:cubicBezTo>
                  <a:pt x="489833" y="29867"/>
                  <a:pt x="497247" y="32167"/>
                  <a:pt x="503011" y="36767"/>
                </a:cubicBezTo>
                <a:cubicBezTo>
                  <a:pt x="508775" y="41365"/>
                  <a:pt x="512469" y="47894"/>
                  <a:pt x="514093" y="56355"/>
                </a:cubicBezTo>
                <a:lnTo>
                  <a:pt x="500339" y="58477"/>
                </a:lnTo>
                <a:cubicBezTo>
                  <a:pt x="499029" y="52897"/>
                  <a:pt x="496710" y="48698"/>
                  <a:pt x="493383" y="45882"/>
                </a:cubicBezTo>
                <a:cubicBezTo>
                  <a:pt x="490055" y="43065"/>
                  <a:pt x="486034" y="41657"/>
                  <a:pt x="481318" y="41657"/>
                </a:cubicBezTo>
                <a:cubicBezTo>
                  <a:pt x="474192" y="41657"/>
                  <a:pt x="468402" y="44199"/>
                  <a:pt x="463948" y="49284"/>
                </a:cubicBezTo>
                <a:cubicBezTo>
                  <a:pt x="459494" y="54366"/>
                  <a:pt x="457267" y="62409"/>
                  <a:pt x="457267" y="73411"/>
                </a:cubicBezTo>
                <a:cubicBezTo>
                  <a:pt x="457267" y="84570"/>
                  <a:pt x="459415" y="92679"/>
                  <a:pt x="463712" y="97737"/>
                </a:cubicBezTo>
                <a:cubicBezTo>
                  <a:pt x="468009" y="102794"/>
                  <a:pt x="473615" y="105322"/>
                  <a:pt x="480532" y="105322"/>
                </a:cubicBezTo>
                <a:cubicBezTo>
                  <a:pt x="486086" y="105322"/>
                  <a:pt x="490724" y="103626"/>
                  <a:pt x="494444" y="100233"/>
                </a:cubicBezTo>
                <a:cubicBezTo>
                  <a:pt x="498164" y="96840"/>
                  <a:pt x="500522" y="91620"/>
                  <a:pt x="501518" y="84572"/>
                </a:cubicBezTo>
                <a:close/>
                <a:moveTo>
                  <a:pt x="558423" y="102728"/>
                </a:moveTo>
                <a:lnTo>
                  <a:pt x="560467" y="115225"/>
                </a:lnTo>
                <a:cubicBezTo>
                  <a:pt x="556484" y="115959"/>
                  <a:pt x="552921" y="116326"/>
                  <a:pt x="549777" y="116326"/>
                </a:cubicBezTo>
                <a:cubicBezTo>
                  <a:pt x="544642" y="116326"/>
                  <a:pt x="540660" y="115514"/>
                  <a:pt x="537830" y="113889"/>
                </a:cubicBezTo>
                <a:cubicBezTo>
                  <a:pt x="535001" y="112265"/>
                  <a:pt x="533010" y="110130"/>
                  <a:pt x="531857" y="107484"/>
                </a:cubicBezTo>
                <a:cubicBezTo>
                  <a:pt x="530704" y="104837"/>
                  <a:pt x="530128" y="99270"/>
                  <a:pt x="530128" y="90781"/>
                </a:cubicBezTo>
                <a:lnTo>
                  <a:pt x="530128" y="42758"/>
                </a:lnTo>
                <a:lnTo>
                  <a:pt x="519753" y="42758"/>
                </a:lnTo>
                <a:lnTo>
                  <a:pt x="519753" y="31754"/>
                </a:lnTo>
                <a:lnTo>
                  <a:pt x="530128" y="31754"/>
                </a:lnTo>
                <a:lnTo>
                  <a:pt x="530128" y="11026"/>
                </a:lnTo>
                <a:lnTo>
                  <a:pt x="544197" y="2515"/>
                </a:lnTo>
                <a:lnTo>
                  <a:pt x="544197" y="31754"/>
                </a:lnTo>
                <a:lnTo>
                  <a:pt x="558423" y="31754"/>
                </a:lnTo>
                <a:lnTo>
                  <a:pt x="558423" y="42758"/>
                </a:lnTo>
                <a:lnTo>
                  <a:pt x="544197" y="42758"/>
                </a:lnTo>
                <a:lnTo>
                  <a:pt x="544197" y="91567"/>
                </a:lnTo>
                <a:cubicBezTo>
                  <a:pt x="544197" y="95602"/>
                  <a:pt x="544446" y="98196"/>
                  <a:pt x="544943" y="99349"/>
                </a:cubicBezTo>
                <a:cubicBezTo>
                  <a:pt x="545441" y="100501"/>
                  <a:pt x="546253" y="101418"/>
                  <a:pt x="547380" y="102100"/>
                </a:cubicBezTo>
                <a:cubicBezTo>
                  <a:pt x="548507" y="102781"/>
                  <a:pt x="550118" y="103121"/>
                  <a:pt x="552214" y="103121"/>
                </a:cubicBezTo>
                <a:cubicBezTo>
                  <a:pt x="553786" y="103121"/>
                  <a:pt x="555856" y="102990"/>
                  <a:pt x="558423" y="102728"/>
                </a:cubicBezTo>
                <a:close/>
                <a:moveTo>
                  <a:pt x="572362" y="16348"/>
                </a:moveTo>
                <a:lnTo>
                  <a:pt x="572362" y="0"/>
                </a:lnTo>
                <a:lnTo>
                  <a:pt x="586510" y="0"/>
                </a:lnTo>
                <a:lnTo>
                  <a:pt x="586510" y="16348"/>
                </a:lnTo>
                <a:lnTo>
                  <a:pt x="572362" y="16348"/>
                </a:lnTo>
                <a:moveTo>
                  <a:pt x="572362" y="115225"/>
                </a:moveTo>
                <a:lnTo>
                  <a:pt x="572362" y="31754"/>
                </a:lnTo>
                <a:lnTo>
                  <a:pt x="586510" y="31754"/>
                </a:lnTo>
                <a:lnTo>
                  <a:pt x="586510" y="115225"/>
                </a:lnTo>
                <a:lnTo>
                  <a:pt x="572362" y="115225"/>
                </a:lnTo>
                <a:close/>
                <a:moveTo>
                  <a:pt x="631205" y="115225"/>
                </a:moveTo>
                <a:lnTo>
                  <a:pt x="599451" y="31754"/>
                </a:lnTo>
                <a:lnTo>
                  <a:pt x="614385" y="31754"/>
                </a:lnTo>
                <a:lnTo>
                  <a:pt x="632306" y="81742"/>
                </a:lnTo>
                <a:cubicBezTo>
                  <a:pt x="634244" y="87140"/>
                  <a:pt x="636026" y="92746"/>
                  <a:pt x="637650" y="98563"/>
                </a:cubicBezTo>
                <a:cubicBezTo>
                  <a:pt x="638908" y="94161"/>
                  <a:pt x="640663" y="88869"/>
                  <a:pt x="642916" y="82686"/>
                </a:cubicBezTo>
                <a:lnTo>
                  <a:pt x="661466" y="31754"/>
                </a:lnTo>
                <a:lnTo>
                  <a:pt x="676006" y="31754"/>
                </a:lnTo>
                <a:lnTo>
                  <a:pt x="644410" y="115225"/>
                </a:lnTo>
                <a:lnTo>
                  <a:pt x="631205" y="115225"/>
                </a:lnTo>
                <a:close/>
                <a:moveTo>
                  <a:pt x="745645" y="88345"/>
                </a:moveTo>
                <a:lnTo>
                  <a:pt x="760264" y="90153"/>
                </a:lnTo>
                <a:cubicBezTo>
                  <a:pt x="757959" y="98694"/>
                  <a:pt x="753688" y="105322"/>
                  <a:pt x="747453" y="110038"/>
                </a:cubicBezTo>
                <a:cubicBezTo>
                  <a:pt x="741217" y="114754"/>
                  <a:pt x="733252" y="117112"/>
                  <a:pt x="723559" y="117112"/>
                </a:cubicBezTo>
                <a:cubicBezTo>
                  <a:pt x="711350" y="117112"/>
                  <a:pt x="701669" y="113352"/>
                  <a:pt x="694516" y="105833"/>
                </a:cubicBezTo>
                <a:cubicBezTo>
                  <a:pt x="687364" y="98314"/>
                  <a:pt x="683788" y="87768"/>
                  <a:pt x="683788" y="74197"/>
                </a:cubicBezTo>
                <a:cubicBezTo>
                  <a:pt x="683788" y="60154"/>
                  <a:pt x="687403" y="49255"/>
                  <a:pt x="694634" y="41500"/>
                </a:cubicBezTo>
                <a:cubicBezTo>
                  <a:pt x="701865" y="33745"/>
                  <a:pt x="711245" y="29867"/>
                  <a:pt x="722773" y="29867"/>
                </a:cubicBezTo>
                <a:cubicBezTo>
                  <a:pt x="733934" y="29867"/>
                  <a:pt x="743051" y="33661"/>
                  <a:pt x="750125" y="41247"/>
                </a:cubicBezTo>
                <a:cubicBezTo>
                  <a:pt x="757199" y="48832"/>
                  <a:pt x="760736" y="59503"/>
                  <a:pt x="760736" y="73261"/>
                </a:cubicBezTo>
                <a:cubicBezTo>
                  <a:pt x="760736" y="74098"/>
                  <a:pt x="760710" y="75353"/>
                  <a:pt x="760657" y="77027"/>
                </a:cubicBezTo>
                <a:lnTo>
                  <a:pt x="698407" y="77027"/>
                </a:lnTo>
                <a:cubicBezTo>
                  <a:pt x="698931" y="86170"/>
                  <a:pt x="701525" y="93172"/>
                  <a:pt x="706188" y="98032"/>
                </a:cubicBezTo>
                <a:cubicBezTo>
                  <a:pt x="710852" y="102892"/>
                  <a:pt x="716668" y="105322"/>
                  <a:pt x="723637" y="105322"/>
                </a:cubicBezTo>
                <a:cubicBezTo>
                  <a:pt x="728825" y="105322"/>
                  <a:pt x="733252" y="103973"/>
                  <a:pt x="736920" y="101274"/>
                </a:cubicBezTo>
                <a:cubicBezTo>
                  <a:pt x="740588" y="98574"/>
                  <a:pt x="743496" y="94264"/>
                  <a:pt x="745645" y="88345"/>
                </a:cubicBezTo>
                <a:moveTo>
                  <a:pt x="699193" y="65237"/>
                </a:moveTo>
                <a:lnTo>
                  <a:pt x="745802" y="65237"/>
                </a:lnTo>
                <a:cubicBezTo>
                  <a:pt x="745173" y="58330"/>
                  <a:pt x="743392" y="53150"/>
                  <a:pt x="740457" y="49696"/>
                </a:cubicBezTo>
                <a:cubicBezTo>
                  <a:pt x="735951" y="44337"/>
                  <a:pt x="730108" y="41657"/>
                  <a:pt x="722930" y="41657"/>
                </a:cubicBezTo>
                <a:cubicBezTo>
                  <a:pt x="716432" y="41657"/>
                  <a:pt x="710970" y="43797"/>
                  <a:pt x="706542" y="48075"/>
                </a:cubicBezTo>
                <a:cubicBezTo>
                  <a:pt x="702114" y="52352"/>
                  <a:pt x="699665" y="58073"/>
                  <a:pt x="699193" y="65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A7D40-C8D1-4FE9-92A8-551FB25D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30" y="913114"/>
            <a:ext cx="295105" cy="295123"/>
          </a:xfrm>
          <a:custGeom xmlns:a="http://schemas.openxmlformats.org/drawingml/2006/main">
            <a:pathLst>
              <a:path w="295105" h="295123">
                <a:moveTo>
                  <a:pt x="295105" y="147561"/>
                </a:moveTo>
                <a:cubicBezTo>
                  <a:pt x="295105" y="157248"/>
                  <a:pt x="294168" y="166849"/>
                  <a:pt x="292271" y="176365"/>
                </a:cubicBezTo>
                <a:cubicBezTo>
                  <a:pt x="290382" y="185852"/>
                  <a:pt x="287582" y="195082"/>
                  <a:pt x="283875" y="204025"/>
                </a:cubicBezTo>
                <a:cubicBezTo>
                  <a:pt x="280169" y="212998"/>
                  <a:pt x="275626" y="221485"/>
                  <a:pt x="270237" y="229543"/>
                </a:cubicBezTo>
                <a:cubicBezTo>
                  <a:pt x="264856" y="237601"/>
                  <a:pt x="258738" y="245059"/>
                  <a:pt x="251886" y="251917"/>
                </a:cubicBezTo>
                <a:cubicBezTo>
                  <a:pt x="245042" y="258747"/>
                  <a:pt x="237587" y="264862"/>
                  <a:pt x="229526" y="270234"/>
                </a:cubicBezTo>
                <a:cubicBezTo>
                  <a:pt x="221468" y="275634"/>
                  <a:pt x="212975" y="280178"/>
                  <a:pt x="204023" y="283893"/>
                </a:cubicBezTo>
                <a:cubicBezTo>
                  <a:pt x="195070" y="287607"/>
                  <a:pt x="185838" y="290408"/>
                  <a:pt x="176339" y="292294"/>
                </a:cubicBezTo>
                <a:cubicBezTo>
                  <a:pt x="166841" y="294180"/>
                  <a:pt x="157243" y="295123"/>
                  <a:pt x="147553" y="295123"/>
                </a:cubicBezTo>
                <a:cubicBezTo>
                  <a:pt x="137863" y="295123"/>
                  <a:pt x="128265" y="294180"/>
                  <a:pt x="118766" y="292294"/>
                </a:cubicBezTo>
                <a:cubicBezTo>
                  <a:pt x="109268" y="290408"/>
                  <a:pt x="100035" y="287607"/>
                  <a:pt x="91083" y="283893"/>
                </a:cubicBezTo>
                <a:cubicBezTo>
                  <a:pt x="82130" y="280178"/>
                  <a:pt x="73626" y="275634"/>
                  <a:pt x="65577" y="270234"/>
                </a:cubicBezTo>
                <a:cubicBezTo>
                  <a:pt x="57519" y="264862"/>
                  <a:pt x="50063" y="258747"/>
                  <a:pt x="43208" y="251917"/>
                </a:cubicBezTo>
                <a:cubicBezTo>
                  <a:pt x="36367" y="245059"/>
                  <a:pt x="30249" y="237601"/>
                  <a:pt x="24857" y="229543"/>
                </a:cubicBezTo>
                <a:cubicBezTo>
                  <a:pt x="19480" y="221485"/>
                  <a:pt x="14936" y="212998"/>
                  <a:pt x="11230" y="204025"/>
                </a:cubicBezTo>
                <a:cubicBezTo>
                  <a:pt x="7524" y="195082"/>
                  <a:pt x="4723" y="185852"/>
                  <a:pt x="2835" y="176365"/>
                </a:cubicBezTo>
                <a:cubicBezTo>
                  <a:pt x="937" y="166849"/>
                  <a:pt x="0" y="157248"/>
                  <a:pt x="0" y="147561"/>
                </a:cubicBezTo>
                <a:cubicBezTo>
                  <a:pt x="0" y="137874"/>
                  <a:pt x="937" y="128273"/>
                  <a:pt x="2835" y="118786"/>
                </a:cubicBezTo>
                <a:cubicBezTo>
                  <a:pt x="4723" y="109271"/>
                  <a:pt x="7524" y="100041"/>
                  <a:pt x="11230" y="91097"/>
                </a:cubicBezTo>
                <a:cubicBezTo>
                  <a:pt x="14936" y="82153"/>
                  <a:pt x="19480" y="73638"/>
                  <a:pt x="24857" y="65580"/>
                </a:cubicBezTo>
                <a:cubicBezTo>
                  <a:pt x="30249" y="57521"/>
                  <a:pt x="36367" y="50063"/>
                  <a:pt x="43208" y="43234"/>
                </a:cubicBezTo>
                <a:cubicBezTo>
                  <a:pt x="50063" y="36376"/>
                  <a:pt x="57519" y="30261"/>
                  <a:pt x="65577" y="24889"/>
                </a:cubicBezTo>
                <a:cubicBezTo>
                  <a:pt x="73626" y="19488"/>
                  <a:pt x="82130" y="14945"/>
                  <a:pt x="91083" y="11230"/>
                </a:cubicBezTo>
                <a:cubicBezTo>
                  <a:pt x="100035" y="7544"/>
                  <a:pt x="109268" y="4743"/>
                  <a:pt x="118766" y="2857"/>
                </a:cubicBezTo>
                <a:cubicBezTo>
                  <a:pt x="128265" y="943"/>
                  <a:pt x="137863" y="0"/>
                  <a:pt x="147553" y="0"/>
                </a:cubicBezTo>
                <a:cubicBezTo>
                  <a:pt x="157243" y="0"/>
                  <a:pt x="166841" y="943"/>
                  <a:pt x="176339" y="2857"/>
                </a:cubicBezTo>
                <a:cubicBezTo>
                  <a:pt x="185838" y="4743"/>
                  <a:pt x="195070" y="7544"/>
                  <a:pt x="204023" y="11230"/>
                </a:cubicBezTo>
                <a:cubicBezTo>
                  <a:pt x="212975" y="14945"/>
                  <a:pt x="221468" y="19488"/>
                  <a:pt x="229526" y="24889"/>
                </a:cubicBezTo>
                <a:cubicBezTo>
                  <a:pt x="237587" y="30261"/>
                  <a:pt x="245042" y="36376"/>
                  <a:pt x="251886" y="43234"/>
                </a:cubicBezTo>
                <a:cubicBezTo>
                  <a:pt x="258738" y="50063"/>
                  <a:pt x="264856" y="57521"/>
                  <a:pt x="270237" y="65580"/>
                </a:cubicBezTo>
                <a:cubicBezTo>
                  <a:pt x="275626" y="73638"/>
                  <a:pt x="280169" y="82153"/>
                  <a:pt x="283875" y="91097"/>
                </a:cubicBezTo>
                <a:cubicBezTo>
                  <a:pt x="287582" y="100041"/>
                  <a:pt x="290382" y="109271"/>
                  <a:pt x="292271" y="118786"/>
                </a:cubicBezTo>
                <a:cubicBezTo>
                  <a:pt x="294168" y="128273"/>
                  <a:pt x="295105" y="137874"/>
                  <a:pt x="295105" y="1475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B8E64-A16F-4439-BF91-7ABABC5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30" y="913114"/>
            <a:ext cx="295105" cy="295123"/>
          </a:xfrm>
          <a:custGeom xmlns:a="http://schemas.openxmlformats.org/drawingml/2006/main">
            <a:pathLst>
              <a:path w="295105" h="295123" fill="none">
                <a:moveTo>
                  <a:pt x="295105" y="147561"/>
                </a:moveTo>
                <a:cubicBezTo>
                  <a:pt x="295105" y="157248"/>
                  <a:pt x="294168" y="166849"/>
                  <a:pt x="292271" y="176365"/>
                </a:cubicBezTo>
                <a:cubicBezTo>
                  <a:pt x="290382" y="185852"/>
                  <a:pt x="287582" y="195082"/>
                  <a:pt x="283875" y="204025"/>
                </a:cubicBezTo>
                <a:cubicBezTo>
                  <a:pt x="280169" y="212998"/>
                  <a:pt x="275626" y="221485"/>
                  <a:pt x="270237" y="229543"/>
                </a:cubicBezTo>
                <a:cubicBezTo>
                  <a:pt x="264856" y="237601"/>
                  <a:pt x="258738" y="245059"/>
                  <a:pt x="251886" y="251917"/>
                </a:cubicBezTo>
                <a:cubicBezTo>
                  <a:pt x="245042" y="258747"/>
                  <a:pt x="237587" y="264862"/>
                  <a:pt x="229526" y="270234"/>
                </a:cubicBezTo>
                <a:cubicBezTo>
                  <a:pt x="221468" y="275634"/>
                  <a:pt x="212975" y="280178"/>
                  <a:pt x="204023" y="283893"/>
                </a:cubicBezTo>
                <a:cubicBezTo>
                  <a:pt x="195070" y="287607"/>
                  <a:pt x="185838" y="290408"/>
                  <a:pt x="176339" y="292294"/>
                </a:cubicBezTo>
                <a:cubicBezTo>
                  <a:pt x="166841" y="294180"/>
                  <a:pt x="157243" y="295123"/>
                  <a:pt x="147553" y="295123"/>
                </a:cubicBezTo>
                <a:cubicBezTo>
                  <a:pt x="137863" y="295123"/>
                  <a:pt x="128265" y="294180"/>
                  <a:pt x="118766" y="292294"/>
                </a:cubicBezTo>
                <a:cubicBezTo>
                  <a:pt x="109268" y="290408"/>
                  <a:pt x="100035" y="287607"/>
                  <a:pt x="91083" y="283893"/>
                </a:cubicBezTo>
                <a:cubicBezTo>
                  <a:pt x="82130" y="280178"/>
                  <a:pt x="73626" y="275634"/>
                  <a:pt x="65577" y="270234"/>
                </a:cubicBezTo>
                <a:cubicBezTo>
                  <a:pt x="57519" y="264862"/>
                  <a:pt x="50063" y="258747"/>
                  <a:pt x="43208" y="251917"/>
                </a:cubicBezTo>
                <a:cubicBezTo>
                  <a:pt x="36367" y="245059"/>
                  <a:pt x="30249" y="237601"/>
                  <a:pt x="24857" y="229543"/>
                </a:cubicBezTo>
                <a:cubicBezTo>
                  <a:pt x="19480" y="221485"/>
                  <a:pt x="14936" y="212998"/>
                  <a:pt x="11230" y="204025"/>
                </a:cubicBezTo>
                <a:cubicBezTo>
                  <a:pt x="7524" y="195082"/>
                  <a:pt x="4723" y="185852"/>
                  <a:pt x="2835" y="176365"/>
                </a:cubicBezTo>
                <a:cubicBezTo>
                  <a:pt x="937" y="166849"/>
                  <a:pt x="0" y="157248"/>
                  <a:pt x="0" y="147561"/>
                </a:cubicBezTo>
                <a:cubicBezTo>
                  <a:pt x="0" y="137874"/>
                  <a:pt x="937" y="128273"/>
                  <a:pt x="2835" y="118786"/>
                </a:cubicBezTo>
                <a:cubicBezTo>
                  <a:pt x="4723" y="109271"/>
                  <a:pt x="7524" y="100041"/>
                  <a:pt x="11230" y="91097"/>
                </a:cubicBezTo>
                <a:cubicBezTo>
                  <a:pt x="14936" y="82153"/>
                  <a:pt x="19480" y="73638"/>
                  <a:pt x="24857" y="65580"/>
                </a:cubicBezTo>
                <a:cubicBezTo>
                  <a:pt x="30249" y="57521"/>
                  <a:pt x="36367" y="50063"/>
                  <a:pt x="43208" y="43234"/>
                </a:cubicBezTo>
                <a:cubicBezTo>
                  <a:pt x="50063" y="36376"/>
                  <a:pt x="57519" y="30261"/>
                  <a:pt x="65577" y="24889"/>
                </a:cubicBezTo>
                <a:cubicBezTo>
                  <a:pt x="73626" y="19488"/>
                  <a:pt x="82130" y="14945"/>
                  <a:pt x="91083" y="11230"/>
                </a:cubicBezTo>
                <a:cubicBezTo>
                  <a:pt x="100035" y="7544"/>
                  <a:pt x="109268" y="4743"/>
                  <a:pt x="118766" y="2857"/>
                </a:cubicBezTo>
                <a:cubicBezTo>
                  <a:pt x="128265" y="943"/>
                  <a:pt x="137863" y="0"/>
                  <a:pt x="147553" y="0"/>
                </a:cubicBezTo>
                <a:cubicBezTo>
                  <a:pt x="157243" y="0"/>
                  <a:pt x="166841" y="943"/>
                  <a:pt x="176339" y="2857"/>
                </a:cubicBezTo>
                <a:cubicBezTo>
                  <a:pt x="185838" y="4743"/>
                  <a:pt x="195070" y="7544"/>
                  <a:pt x="204023" y="11230"/>
                </a:cubicBezTo>
                <a:cubicBezTo>
                  <a:pt x="212975" y="14945"/>
                  <a:pt x="221468" y="19488"/>
                  <a:pt x="229526" y="24889"/>
                </a:cubicBezTo>
                <a:cubicBezTo>
                  <a:pt x="237587" y="30261"/>
                  <a:pt x="245042" y="36376"/>
                  <a:pt x="251886" y="43234"/>
                </a:cubicBezTo>
                <a:cubicBezTo>
                  <a:pt x="258738" y="50063"/>
                  <a:pt x="264856" y="57521"/>
                  <a:pt x="270237" y="65580"/>
                </a:cubicBezTo>
                <a:cubicBezTo>
                  <a:pt x="275626" y="73638"/>
                  <a:pt x="280169" y="82153"/>
                  <a:pt x="283875" y="91097"/>
                </a:cubicBezTo>
                <a:cubicBezTo>
                  <a:pt x="287582" y="100041"/>
                  <a:pt x="290382" y="109271"/>
                  <a:pt x="292271" y="118786"/>
                </a:cubicBezTo>
                <a:cubicBezTo>
                  <a:pt x="294168" y="128273"/>
                  <a:pt x="295105" y="137874"/>
                  <a:pt x="295105" y="1475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1F3FC-FD4A-4C66-8A0F-FB31A966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90" y="1060675"/>
            <a:ext cx="494313" cy="10"/>
          </a:xfrm>
          <a:custGeom xmlns:a="http://schemas.openxmlformats.org/drawingml/2006/main">
            <a:pathLst>
              <a:path w="494313" h="1" fill="none">
                <a:moveTo>
                  <a:pt x="0" y="0"/>
                </a:moveTo>
                <a:lnTo>
                  <a:pt x="49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E9D97-A091-4F47-93E7-16D2623E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99" y="1000325"/>
            <a:ext cx="120729" cy="120729"/>
          </a:xfrm>
          <a:custGeom xmlns:a="http://schemas.openxmlformats.org/drawingml/2006/main">
            <a:pathLst>
              <a:path w="120729" h="120729" fill="none">
                <a:moveTo>
                  <a:pt x="0" y="120729"/>
                </a:moveTo>
                <a:lnTo>
                  <a:pt x="120729" y="603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B47CB-DF2F-4108-957B-7F8ADFAF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301" y="530699"/>
            <a:ext cx="402427" cy="402417"/>
          </a:xfrm>
          <a:custGeom xmlns:a="http://schemas.openxmlformats.org/drawingml/2006/main">
            <a:pathLst>
              <a:path w="402427" h="402417">
                <a:moveTo>
                  <a:pt x="0" y="402417"/>
                </a:moveTo>
                <a:lnTo>
                  <a:pt x="402427" y="402417"/>
                </a:lnTo>
                <a:lnTo>
                  <a:pt x="402427" y="0"/>
                </a:lnTo>
                <a:lnTo>
                  <a:pt x="0" y="0"/>
                </a:lnTo>
                <a:lnTo>
                  <a:pt x="0" y="4024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2722fcbf451c"/>
          <a:stretch xmlns:a="http://schemas.openxmlformats.org/drawingml/2006/main"/>
        </p:blipFill>
        <p:spPr>
          <a:xfrm xmlns:a="http://schemas.openxmlformats.org/drawingml/2006/main">
            <a:off x="5154301" y="530695"/>
            <a:ext cx="402422" cy="402422"/>
          </a:xfrm>
          <a:prstGeom xmlns:a="http://schemas.openxmlformats.org/drawingml/2006/main" prst="rect">
            <a:avLst/>
          </a:prstGeom>
        </p:spPr>
      </p:pic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52CB6-0590-4B9A-B157-7E9C5CA4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463097"/>
            <a:ext cx="2143" cy="98212"/>
          </a:xfrm>
          <a:custGeom xmlns:a="http://schemas.openxmlformats.org/drawingml/2006/main">
            <a:pathLst>
              <a:path w="2143" h="98212" fill="none">
                <a:moveTo>
                  <a:pt x="2143" y="0"/>
                </a:moveTo>
                <a:lnTo>
                  <a:pt x="0" y="98212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E7548-24E1-48D3-B0D1-607E0013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778" y="1536878"/>
            <a:ext cx="93897" cy="94840"/>
          </a:xfrm>
          <a:custGeom xmlns:a="http://schemas.openxmlformats.org/drawingml/2006/main">
            <a:pathLst>
              <a:path w="93897" h="94840">
                <a:moveTo>
                  <a:pt x="44806" y="94840"/>
                </a:moveTo>
                <a:lnTo>
                  <a:pt x="0" y="0"/>
                </a:lnTo>
                <a:lnTo>
                  <a:pt x="46406" y="24432"/>
                </a:lnTo>
                <a:lnTo>
                  <a:pt x="93897" y="2029"/>
                </a:lnTo>
                <a:lnTo>
                  <a:pt x="44806" y="948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5E9DE-4622-42BF-B674-CB59BF8A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778" y="1536878"/>
            <a:ext cx="93897" cy="94840"/>
          </a:xfrm>
          <a:custGeom xmlns:a="http://schemas.openxmlformats.org/drawingml/2006/main">
            <a:pathLst>
              <a:path w="93897" h="94840" fill="none">
                <a:moveTo>
                  <a:pt x="44806" y="94840"/>
                </a:moveTo>
                <a:lnTo>
                  <a:pt x="0" y="0"/>
                </a:lnTo>
                <a:lnTo>
                  <a:pt x="46406" y="24432"/>
                </a:lnTo>
                <a:lnTo>
                  <a:pt x="93897" y="2029"/>
                </a:lnTo>
                <a:lnTo>
                  <a:pt x="44806" y="948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AA552-D58C-417B-B867-852562C8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749" y="1134056"/>
            <a:ext cx="121787" cy="3343"/>
          </a:xfrm>
          <a:custGeom xmlns:a="http://schemas.openxmlformats.org/drawingml/2006/main">
            <a:pathLst>
              <a:path w="121787" h="3343" fill="none">
                <a:moveTo>
                  <a:pt x="0" y="0"/>
                </a:moveTo>
                <a:lnTo>
                  <a:pt x="121787" y="3343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87B00-39C3-434C-94C1-856EED98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875" y="1089793"/>
            <a:ext cx="95098" cy="93897"/>
          </a:xfrm>
          <a:custGeom xmlns:a="http://schemas.openxmlformats.org/drawingml/2006/main">
            <a:pathLst>
              <a:path w="95098" h="93897">
                <a:moveTo>
                  <a:pt x="95098" y="49492"/>
                </a:moveTo>
                <a:lnTo>
                  <a:pt x="0" y="93897"/>
                </a:lnTo>
                <a:lnTo>
                  <a:pt x="24660" y="47606"/>
                </a:lnTo>
                <a:lnTo>
                  <a:pt x="2543" y="0"/>
                </a:lnTo>
                <a:lnTo>
                  <a:pt x="95098" y="494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D6E5E-D4EA-4805-9775-866C4496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875" y="1089793"/>
            <a:ext cx="95098" cy="93897"/>
          </a:xfrm>
          <a:custGeom xmlns:a="http://schemas.openxmlformats.org/drawingml/2006/main">
            <a:pathLst>
              <a:path w="95098" h="93897" fill="none">
                <a:moveTo>
                  <a:pt x="95098" y="49492"/>
                </a:moveTo>
                <a:lnTo>
                  <a:pt x="0" y="93897"/>
                </a:lnTo>
                <a:lnTo>
                  <a:pt x="24660" y="47606"/>
                </a:lnTo>
                <a:lnTo>
                  <a:pt x="2543" y="0"/>
                </a:lnTo>
                <a:lnTo>
                  <a:pt x="95098" y="494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95193-1D27-452B-BED0-371D3A5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930" y="3592878"/>
            <a:ext cx="151447" cy="2000"/>
          </a:xfrm>
          <a:custGeom xmlns:a="http://schemas.openxmlformats.org/drawingml/2006/main">
            <a:pathLst>
              <a:path w="151447" h="2000" fill="none">
                <a:moveTo>
                  <a:pt x="0" y="0"/>
                </a:moveTo>
                <a:lnTo>
                  <a:pt x="151447" y="200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32242-E757-4825-8B7E-743A24AF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232" y="3547672"/>
            <a:ext cx="94583" cy="93897"/>
          </a:xfrm>
          <a:custGeom xmlns:a="http://schemas.openxmlformats.org/drawingml/2006/main">
            <a:pathLst>
              <a:path w="94583" h="93897">
                <a:moveTo>
                  <a:pt x="94583" y="48292"/>
                </a:moveTo>
                <a:lnTo>
                  <a:pt x="0" y="93897"/>
                </a:lnTo>
                <a:lnTo>
                  <a:pt x="24146" y="47206"/>
                </a:lnTo>
                <a:lnTo>
                  <a:pt x="1343" y="0"/>
                </a:lnTo>
                <a:lnTo>
                  <a:pt x="94583" y="482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E8D19-F692-4842-9FFF-1F448800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232" y="3547672"/>
            <a:ext cx="94583" cy="93897"/>
          </a:xfrm>
          <a:custGeom xmlns:a="http://schemas.openxmlformats.org/drawingml/2006/main">
            <a:pathLst>
              <a:path w="94583" h="93897" fill="none">
                <a:moveTo>
                  <a:pt x="94583" y="48292"/>
                </a:moveTo>
                <a:lnTo>
                  <a:pt x="0" y="93897"/>
                </a:lnTo>
                <a:lnTo>
                  <a:pt x="24146" y="47206"/>
                </a:lnTo>
                <a:lnTo>
                  <a:pt x="1343" y="0"/>
                </a:lnTo>
                <a:lnTo>
                  <a:pt x="94583" y="482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3E360-AF0E-4841-A135-493DE3A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866" y="2709137"/>
            <a:ext cx="3085271" cy="2548692"/>
          </a:xfrm>
          <a:custGeom xmlns:a="http://schemas.openxmlformats.org/drawingml/2006/main">
            <a:pathLst>
              <a:path w="3085271" h="2548692">
                <a:moveTo>
                  <a:pt x="0" y="2548692"/>
                </a:moveTo>
                <a:lnTo>
                  <a:pt x="3085271" y="2548692"/>
                </a:lnTo>
                <a:lnTo>
                  <a:pt x="3085271" y="0"/>
                </a:lnTo>
                <a:lnTo>
                  <a:pt x="0" y="0"/>
                </a:lnTo>
                <a:lnTo>
                  <a:pt x="0" y="25486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CC9A4-8DAC-4FBC-958F-596FCF82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866" y="2709137"/>
            <a:ext cx="3085271" cy="2548692"/>
          </a:xfrm>
          <a:custGeom xmlns:a="http://schemas.openxmlformats.org/drawingml/2006/main">
            <a:pathLst>
              <a:path w="3085271" h="2548692" fill="none">
                <a:moveTo>
                  <a:pt x="0" y="2548692"/>
                </a:moveTo>
                <a:lnTo>
                  <a:pt x="3085271" y="2548692"/>
                </a:lnTo>
                <a:lnTo>
                  <a:pt x="3085271" y="0"/>
                </a:lnTo>
                <a:lnTo>
                  <a:pt x="0" y="0"/>
                </a:lnTo>
                <a:lnTo>
                  <a:pt x="0" y="25486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" cap="flat">
            <a:solidFill>
              <a:srgbClr val="000000"/>
            </a:solidFill>
            <a:miter/>
          </a:ln>
        </p:spPr>
      </p:sp>
      <p:sp>
        <p:nvSpPr>
          <p:cNvPr id="58" name="Text Step6:DataAnal">
            <a:extLst xmlns:a="http://schemas.openxmlformats.org/drawingml/2006/main">
              <a:ext uri="{FF2B5EF4-FFF2-40B4-BE49-F238E27FC236}">
                <a16:creationId xmlns:a16="http://schemas.microsoft.com/office/drawing/2014/main" id="{FDA68BAF-E0D3-4850-AFBF-66FF76B8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3301" y="2830142"/>
            <a:ext cx="1251178" cy="149180"/>
          </a:xfrm>
          <a:custGeom xmlns:a="http://schemas.openxmlformats.org/drawingml/2006/main">
            <a:pathLst>
              <a:path w="1251178" h="149180">
                <a:moveTo>
                  <a:pt x="0" y="79856"/>
                </a:moveTo>
                <a:lnTo>
                  <a:pt x="15091" y="78441"/>
                </a:lnTo>
                <a:lnTo>
                  <a:pt x="14934" y="82450"/>
                </a:lnTo>
                <a:cubicBezTo>
                  <a:pt x="14934" y="86904"/>
                  <a:pt x="15956" y="90978"/>
                  <a:pt x="17999" y="94672"/>
                </a:cubicBezTo>
                <a:cubicBezTo>
                  <a:pt x="20043" y="98366"/>
                  <a:pt x="23422" y="101222"/>
                  <a:pt x="28138" y="103239"/>
                </a:cubicBezTo>
                <a:cubicBezTo>
                  <a:pt x="32854" y="105257"/>
                  <a:pt x="38461" y="106265"/>
                  <a:pt x="44958" y="106265"/>
                </a:cubicBezTo>
                <a:cubicBezTo>
                  <a:pt x="54181" y="106265"/>
                  <a:pt x="61215" y="104246"/>
                  <a:pt x="66062" y="100208"/>
                </a:cubicBezTo>
                <a:cubicBezTo>
                  <a:pt x="70909" y="96170"/>
                  <a:pt x="73332" y="91556"/>
                  <a:pt x="73332" y="86365"/>
                </a:cubicBezTo>
                <a:cubicBezTo>
                  <a:pt x="73332" y="82746"/>
                  <a:pt x="72049" y="79443"/>
                  <a:pt x="69481" y="76454"/>
                </a:cubicBezTo>
                <a:cubicBezTo>
                  <a:pt x="66861" y="73523"/>
                  <a:pt x="59709" y="69546"/>
                  <a:pt x="48024" y="64522"/>
                </a:cubicBezTo>
                <a:cubicBezTo>
                  <a:pt x="38959" y="60597"/>
                  <a:pt x="32776" y="57588"/>
                  <a:pt x="29474" y="55495"/>
                </a:cubicBezTo>
                <a:cubicBezTo>
                  <a:pt x="24287" y="52094"/>
                  <a:pt x="20462" y="48392"/>
                  <a:pt x="17999" y="44389"/>
                </a:cubicBezTo>
                <a:cubicBezTo>
                  <a:pt x="15536" y="40385"/>
                  <a:pt x="14305" y="35819"/>
                  <a:pt x="14305" y="30690"/>
                </a:cubicBezTo>
                <a:cubicBezTo>
                  <a:pt x="14305" y="24777"/>
                  <a:pt x="15929" y="19440"/>
                  <a:pt x="19178" y="14678"/>
                </a:cubicBezTo>
                <a:cubicBezTo>
                  <a:pt x="22427" y="9917"/>
                  <a:pt x="27182" y="6280"/>
                  <a:pt x="33444" y="3768"/>
                </a:cubicBezTo>
                <a:cubicBezTo>
                  <a:pt x="39705" y="1256"/>
                  <a:pt x="46766" y="0"/>
                  <a:pt x="54626" y="0"/>
                </a:cubicBezTo>
                <a:cubicBezTo>
                  <a:pt x="64005" y="0"/>
                  <a:pt x="71918" y="1572"/>
                  <a:pt x="78363" y="4716"/>
                </a:cubicBezTo>
                <a:cubicBezTo>
                  <a:pt x="84808" y="7860"/>
                  <a:pt x="89484" y="12052"/>
                  <a:pt x="92393" y="17292"/>
                </a:cubicBezTo>
                <a:cubicBezTo>
                  <a:pt x="95301" y="22532"/>
                  <a:pt x="96755" y="27536"/>
                  <a:pt x="96755" y="32304"/>
                </a:cubicBezTo>
                <a:cubicBezTo>
                  <a:pt x="96755" y="32776"/>
                  <a:pt x="96729" y="33562"/>
                  <a:pt x="96676" y="34662"/>
                </a:cubicBezTo>
                <a:lnTo>
                  <a:pt x="81821" y="35841"/>
                </a:lnTo>
                <a:cubicBezTo>
                  <a:pt x="81821" y="32581"/>
                  <a:pt x="81533" y="30030"/>
                  <a:pt x="80957" y="28190"/>
                </a:cubicBezTo>
                <a:cubicBezTo>
                  <a:pt x="79909" y="24984"/>
                  <a:pt x="78284" y="22277"/>
                  <a:pt x="76083" y="20070"/>
                </a:cubicBezTo>
                <a:cubicBezTo>
                  <a:pt x="73883" y="17861"/>
                  <a:pt x="70857" y="16086"/>
                  <a:pt x="67005" y="14745"/>
                </a:cubicBezTo>
                <a:cubicBezTo>
                  <a:pt x="63154" y="13404"/>
                  <a:pt x="58844" y="12733"/>
                  <a:pt x="54076" y="12733"/>
                </a:cubicBezTo>
                <a:cubicBezTo>
                  <a:pt x="45692" y="12733"/>
                  <a:pt x="39168" y="14620"/>
                  <a:pt x="34505" y="18395"/>
                </a:cubicBezTo>
                <a:cubicBezTo>
                  <a:pt x="30942" y="21280"/>
                  <a:pt x="29160" y="25107"/>
                  <a:pt x="29160" y="29877"/>
                </a:cubicBezTo>
                <a:cubicBezTo>
                  <a:pt x="29160" y="32708"/>
                  <a:pt x="29894" y="35238"/>
                  <a:pt x="31361" y="37467"/>
                </a:cubicBezTo>
                <a:cubicBezTo>
                  <a:pt x="32828" y="39696"/>
                  <a:pt x="35474" y="41885"/>
                  <a:pt x="39299" y="44035"/>
                </a:cubicBezTo>
                <a:cubicBezTo>
                  <a:pt x="42024" y="45553"/>
                  <a:pt x="48495" y="48562"/>
                  <a:pt x="58713" y="53061"/>
                </a:cubicBezTo>
                <a:cubicBezTo>
                  <a:pt x="66992" y="56724"/>
                  <a:pt x="72704" y="59603"/>
                  <a:pt x="75848" y="61697"/>
                </a:cubicBezTo>
                <a:cubicBezTo>
                  <a:pt x="80040" y="64471"/>
                  <a:pt x="83262" y="67834"/>
                  <a:pt x="85515" y="71785"/>
                </a:cubicBezTo>
                <a:cubicBezTo>
                  <a:pt x="87768" y="75735"/>
                  <a:pt x="88895" y="80221"/>
                  <a:pt x="88895" y="85245"/>
                </a:cubicBezTo>
                <a:cubicBezTo>
                  <a:pt x="88895" y="91472"/>
                  <a:pt x="86996" y="97216"/>
                  <a:pt x="83197" y="102475"/>
                </a:cubicBezTo>
                <a:cubicBezTo>
                  <a:pt x="79398" y="107735"/>
                  <a:pt x="74145" y="111804"/>
                  <a:pt x="67438" y="114683"/>
                </a:cubicBezTo>
                <a:cubicBezTo>
                  <a:pt x="60730" y="117560"/>
                  <a:pt x="53054" y="118998"/>
                  <a:pt x="44408" y="118998"/>
                </a:cubicBezTo>
                <a:cubicBezTo>
                  <a:pt x="31361" y="118998"/>
                  <a:pt x="20711" y="116161"/>
                  <a:pt x="12458" y="110487"/>
                </a:cubicBezTo>
                <a:cubicBezTo>
                  <a:pt x="4205" y="104814"/>
                  <a:pt x="52" y="94603"/>
                  <a:pt x="0" y="79856"/>
                </a:cubicBezTo>
                <a:close/>
                <a:moveTo>
                  <a:pt x="134641" y="105548"/>
                </a:moveTo>
                <a:lnTo>
                  <a:pt x="132283" y="117181"/>
                </a:lnTo>
                <a:cubicBezTo>
                  <a:pt x="128877" y="118078"/>
                  <a:pt x="125576" y="118527"/>
                  <a:pt x="122380" y="118527"/>
                </a:cubicBezTo>
                <a:cubicBezTo>
                  <a:pt x="116721" y="118527"/>
                  <a:pt x="112214" y="117138"/>
                  <a:pt x="108861" y="114361"/>
                </a:cubicBezTo>
                <a:cubicBezTo>
                  <a:pt x="106346" y="112265"/>
                  <a:pt x="105088" y="109409"/>
                  <a:pt x="105088" y="105794"/>
                </a:cubicBezTo>
                <a:cubicBezTo>
                  <a:pt x="105088" y="103960"/>
                  <a:pt x="105769" y="99742"/>
                  <a:pt x="107132" y="93139"/>
                </a:cubicBezTo>
                <a:lnTo>
                  <a:pt x="117271" y="44644"/>
                </a:lnTo>
                <a:lnTo>
                  <a:pt x="106031" y="44644"/>
                </a:lnTo>
                <a:lnTo>
                  <a:pt x="108311" y="33640"/>
                </a:lnTo>
                <a:lnTo>
                  <a:pt x="119550" y="33640"/>
                </a:lnTo>
                <a:lnTo>
                  <a:pt x="123873" y="13126"/>
                </a:lnTo>
                <a:lnTo>
                  <a:pt x="140143" y="3301"/>
                </a:lnTo>
                <a:lnTo>
                  <a:pt x="133777" y="33640"/>
                </a:lnTo>
                <a:lnTo>
                  <a:pt x="147767" y="33640"/>
                </a:lnTo>
                <a:lnTo>
                  <a:pt x="145409" y="44644"/>
                </a:lnTo>
                <a:lnTo>
                  <a:pt x="131497" y="44644"/>
                </a:lnTo>
                <a:lnTo>
                  <a:pt x="121830" y="90722"/>
                </a:lnTo>
                <a:cubicBezTo>
                  <a:pt x="120624" y="96585"/>
                  <a:pt x="120022" y="100091"/>
                  <a:pt x="120022" y="101242"/>
                </a:cubicBezTo>
                <a:cubicBezTo>
                  <a:pt x="120022" y="102916"/>
                  <a:pt x="120506" y="104198"/>
                  <a:pt x="121476" y="105089"/>
                </a:cubicBezTo>
                <a:cubicBezTo>
                  <a:pt x="122445" y="105978"/>
                  <a:pt x="124030" y="106422"/>
                  <a:pt x="126231" y="106422"/>
                </a:cubicBezTo>
                <a:cubicBezTo>
                  <a:pt x="129375" y="106422"/>
                  <a:pt x="132178" y="106131"/>
                  <a:pt x="134641" y="105548"/>
                </a:cubicBezTo>
                <a:close/>
                <a:moveTo>
                  <a:pt x="207450" y="88974"/>
                </a:moveTo>
                <a:lnTo>
                  <a:pt x="221284" y="90231"/>
                </a:lnTo>
                <a:cubicBezTo>
                  <a:pt x="219293" y="97077"/>
                  <a:pt x="214721" y="103584"/>
                  <a:pt x="207568" y="109751"/>
                </a:cubicBezTo>
                <a:cubicBezTo>
                  <a:pt x="200416" y="115916"/>
                  <a:pt x="191888" y="118998"/>
                  <a:pt x="181984" y="118998"/>
                </a:cubicBezTo>
                <a:cubicBezTo>
                  <a:pt x="175801" y="118998"/>
                  <a:pt x="170129" y="117570"/>
                  <a:pt x="164968" y="114715"/>
                </a:cubicBezTo>
                <a:cubicBezTo>
                  <a:pt x="159807" y="111859"/>
                  <a:pt x="155877" y="107706"/>
                  <a:pt x="153178" y="102257"/>
                </a:cubicBezTo>
                <a:cubicBezTo>
                  <a:pt x="150480" y="96807"/>
                  <a:pt x="149130" y="90598"/>
                  <a:pt x="149130" y="83629"/>
                </a:cubicBezTo>
                <a:cubicBezTo>
                  <a:pt x="149130" y="74511"/>
                  <a:pt x="151239" y="65669"/>
                  <a:pt x="155457" y="57102"/>
                </a:cubicBezTo>
                <a:cubicBezTo>
                  <a:pt x="159676" y="48535"/>
                  <a:pt x="165138" y="42168"/>
                  <a:pt x="171845" y="38002"/>
                </a:cubicBezTo>
                <a:cubicBezTo>
                  <a:pt x="178552" y="33837"/>
                  <a:pt x="185810" y="31754"/>
                  <a:pt x="193617" y="31754"/>
                </a:cubicBezTo>
                <a:cubicBezTo>
                  <a:pt x="203573" y="31754"/>
                  <a:pt x="211524" y="34845"/>
                  <a:pt x="217472" y="41028"/>
                </a:cubicBezTo>
                <a:cubicBezTo>
                  <a:pt x="223419" y="47212"/>
                  <a:pt x="226393" y="55648"/>
                  <a:pt x="226393" y="66337"/>
                </a:cubicBezTo>
                <a:cubicBezTo>
                  <a:pt x="226393" y="70424"/>
                  <a:pt x="226026" y="74616"/>
                  <a:pt x="225292" y="78913"/>
                </a:cubicBezTo>
                <a:lnTo>
                  <a:pt x="163828" y="78913"/>
                </a:lnTo>
                <a:cubicBezTo>
                  <a:pt x="163619" y="80537"/>
                  <a:pt x="163514" y="82004"/>
                  <a:pt x="163514" y="83314"/>
                </a:cubicBezTo>
                <a:cubicBezTo>
                  <a:pt x="163514" y="91122"/>
                  <a:pt x="165308" y="97082"/>
                  <a:pt x="168898" y="101196"/>
                </a:cubicBezTo>
                <a:cubicBezTo>
                  <a:pt x="172487" y="105309"/>
                  <a:pt x="176876" y="107366"/>
                  <a:pt x="182063" y="107366"/>
                </a:cubicBezTo>
                <a:cubicBezTo>
                  <a:pt x="186936" y="107366"/>
                  <a:pt x="191731" y="105788"/>
                  <a:pt x="196447" y="102633"/>
                </a:cubicBezTo>
                <a:cubicBezTo>
                  <a:pt x="201163" y="99475"/>
                  <a:pt x="204830" y="94922"/>
                  <a:pt x="207450" y="88974"/>
                </a:cubicBezTo>
                <a:moveTo>
                  <a:pt x="166108" y="67909"/>
                </a:moveTo>
                <a:lnTo>
                  <a:pt x="212952" y="67909"/>
                </a:lnTo>
                <a:cubicBezTo>
                  <a:pt x="213005" y="66447"/>
                  <a:pt x="213031" y="65402"/>
                  <a:pt x="213031" y="64775"/>
                </a:cubicBezTo>
                <a:cubicBezTo>
                  <a:pt x="213031" y="57672"/>
                  <a:pt x="211249" y="52226"/>
                  <a:pt x="207686" y="48439"/>
                </a:cubicBezTo>
                <a:cubicBezTo>
                  <a:pt x="204123" y="44651"/>
                  <a:pt x="199538" y="42758"/>
                  <a:pt x="193931" y="42758"/>
                </a:cubicBezTo>
                <a:cubicBezTo>
                  <a:pt x="187853" y="42758"/>
                  <a:pt x="182312" y="44847"/>
                  <a:pt x="177308" y="49026"/>
                </a:cubicBezTo>
                <a:cubicBezTo>
                  <a:pt x="172304" y="53205"/>
                  <a:pt x="168570" y="59499"/>
                  <a:pt x="166108" y="67909"/>
                </a:cubicBezTo>
                <a:close/>
                <a:moveTo>
                  <a:pt x="228726" y="149180"/>
                </a:moveTo>
                <a:lnTo>
                  <a:pt x="252856" y="33640"/>
                </a:lnTo>
                <a:lnTo>
                  <a:pt x="265981" y="33640"/>
                </a:lnTo>
                <a:lnTo>
                  <a:pt x="263545" y="45273"/>
                </a:lnTo>
                <a:cubicBezTo>
                  <a:pt x="268418" y="40190"/>
                  <a:pt x="272780" y="36666"/>
                  <a:pt x="276632" y="34701"/>
                </a:cubicBezTo>
                <a:cubicBezTo>
                  <a:pt x="280483" y="32736"/>
                  <a:pt x="284557" y="31754"/>
                  <a:pt x="288854" y="31754"/>
                </a:cubicBezTo>
                <a:cubicBezTo>
                  <a:pt x="296818" y="31754"/>
                  <a:pt x="303421" y="34649"/>
                  <a:pt x="308660" y="40439"/>
                </a:cubicBezTo>
                <a:cubicBezTo>
                  <a:pt x="313900" y="46229"/>
                  <a:pt x="316520" y="54521"/>
                  <a:pt x="316520" y="65315"/>
                </a:cubicBezTo>
                <a:cubicBezTo>
                  <a:pt x="316520" y="74014"/>
                  <a:pt x="315079" y="81939"/>
                  <a:pt x="312197" y="89091"/>
                </a:cubicBezTo>
                <a:cubicBezTo>
                  <a:pt x="309315" y="96244"/>
                  <a:pt x="305779" y="101995"/>
                  <a:pt x="301587" y="106344"/>
                </a:cubicBezTo>
                <a:cubicBezTo>
                  <a:pt x="297395" y="110693"/>
                  <a:pt x="293150" y="113889"/>
                  <a:pt x="288854" y="115933"/>
                </a:cubicBezTo>
                <a:cubicBezTo>
                  <a:pt x="284557" y="117976"/>
                  <a:pt x="280155" y="118998"/>
                  <a:pt x="275649" y="118998"/>
                </a:cubicBezTo>
                <a:cubicBezTo>
                  <a:pt x="265641" y="118998"/>
                  <a:pt x="257886" y="113916"/>
                  <a:pt x="252384" y="103750"/>
                </a:cubicBezTo>
                <a:lnTo>
                  <a:pt x="242952" y="149180"/>
                </a:lnTo>
                <a:lnTo>
                  <a:pt x="228726" y="149180"/>
                </a:lnTo>
                <a:moveTo>
                  <a:pt x="256864" y="82985"/>
                </a:moveTo>
                <a:cubicBezTo>
                  <a:pt x="256864" y="89224"/>
                  <a:pt x="257309" y="93549"/>
                  <a:pt x="258200" y="95961"/>
                </a:cubicBezTo>
                <a:cubicBezTo>
                  <a:pt x="259510" y="99369"/>
                  <a:pt x="261659" y="102122"/>
                  <a:pt x="264645" y="104219"/>
                </a:cubicBezTo>
                <a:cubicBezTo>
                  <a:pt x="267632" y="106317"/>
                  <a:pt x="271090" y="107366"/>
                  <a:pt x="275020" y="107366"/>
                </a:cubicBezTo>
                <a:cubicBezTo>
                  <a:pt x="283195" y="107366"/>
                  <a:pt x="289797" y="102768"/>
                  <a:pt x="294827" y="93572"/>
                </a:cubicBezTo>
                <a:cubicBezTo>
                  <a:pt x="299857" y="84376"/>
                  <a:pt x="302373" y="74983"/>
                  <a:pt x="302373" y="65394"/>
                </a:cubicBezTo>
                <a:cubicBezTo>
                  <a:pt x="302373" y="58320"/>
                  <a:pt x="300683" y="52858"/>
                  <a:pt x="297303" y="49006"/>
                </a:cubicBezTo>
                <a:cubicBezTo>
                  <a:pt x="293923" y="45155"/>
                  <a:pt x="289718" y="43229"/>
                  <a:pt x="284688" y="43229"/>
                </a:cubicBezTo>
                <a:cubicBezTo>
                  <a:pt x="281072" y="43229"/>
                  <a:pt x="277719" y="44185"/>
                  <a:pt x="274627" y="46098"/>
                </a:cubicBezTo>
                <a:cubicBezTo>
                  <a:pt x="271536" y="48009"/>
                  <a:pt x="268667" y="50863"/>
                  <a:pt x="266021" y="54660"/>
                </a:cubicBezTo>
                <a:cubicBezTo>
                  <a:pt x="263375" y="58458"/>
                  <a:pt x="261187" y="63106"/>
                  <a:pt x="259458" y="68607"/>
                </a:cubicBezTo>
                <a:cubicBezTo>
                  <a:pt x="257729" y="74107"/>
                  <a:pt x="256864" y="78900"/>
                  <a:pt x="256864" y="82985"/>
                </a:cubicBezTo>
                <a:close/>
                <a:moveTo>
                  <a:pt x="396929" y="50529"/>
                </a:moveTo>
                <a:cubicBezTo>
                  <a:pt x="400912" y="47205"/>
                  <a:pt x="404881" y="44712"/>
                  <a:pt x="408837" y="43050"/>
                </a:cubicBezTo>
                <a:cubicBezTo>
                  <a:pt x="412793" y="41388"/>
                  <a:pt x="416710" y="40557"/>
                  <a:pt x="420588" y="40557"/>
                </a:cubicBezTo>
                <a:cubicBezTo>
                  <a:pt x="429338" y="40557"/>
                  <a:pt x="436569" y="43535"/>
                  <a:pt x="442281" y="49490"/>
                </a:cubicBezTo>
                <a:cubicBezTo>
                  <a:pt x="447992" y="55446"/>
                  <a:pt x="450848" y="63465"/>
                  <a:pt x="450848" y="73549"/>
                </a:cubicBezTo>
                <a:cubicBezTo>
                  <a:pt x="450848" y="86557"/>
                  <a:pt x="446604" y="97710"/>
                  <a:pt x="438115" y="107009"/>
                </a:cubicBezTo>
                <a:cubicBezTo>
                  <a:pt x="430779" y="115002"/>
                  <a:pt x="421871" y="118998"/>
                  <a:pt x="411392" y="118998"/>
                </a:cubicBezTo>
                <a:cubicBezTo>
                  <a:pt x="401855" y="118998"/>
                  <a:pt x="393903" y="115503"/>
                  <a:pt x="387537" y="108513"/>
                </a:cubicBezTo>
                <a:cubicBezTo>
                  <a:pt x="381170" y="101522"/>
                  <a:pt x="377987" y="91560"/>
                  <a:pt x="377987" y="78626"/>
                </a:cubicBezTo>
                <a:cubicBezTo>
                  <a:pt x="377987" y="67054"/>
                  <a:pt x="380031" y="55089"/>
                  <a:pt x="384118" y="42731"/>
                </a:cubicBezTo>
                <a:cubicBezTo>
                  <a:pt x="387262" y="33253"/>
                  <a:pt x="391152" y="25438"/>
                  <a:pt x="395790" y="19286"/>
                </a:cubicBezTo>
                <a:cubicBezTo>
                  <a:pt x="400427" y="13133"/>
                  <a:pt x="405353" y="8616"/>
                  <a:pt x="410566" y="5735"/>
                </a:cubicBezTo>
                <a:cubicBezTo>
                  <a:pt x="415780" y="2855"/>
                  <a:pt x="421662" y="1415"/>
                  <a:pt x="428212" y="1415"/>
                </a:cubicBezTo>
                <a:cubicBezTo>
                  <a:pt x="436071" y="1415"/>
                  <a:pt x="442490" y="3872"/>
                  <a:pt x="447468" y="8786"/>
                </a:cubicBezTo>
                <a:cubicBezTo>
                  <a:pt x="452446" y="13698"/>
                  <a:pt x="455276" y="20725"/>
                  <a:pt x="455957" y="29867"/>
                </a:cubicBezTo>
                <a:lnTo>
                  <a:pt x="442752" y="31125"/>
                </a:lnTo>
                <a:cubicBezTo>
                  <a:pt x="442019" y="24862"/>
                  <a:pt x="440250" y="20336"/>
                  <a:pt x="437447" y="17547"/>
                </a:cubicBezTo>
                <a:cubicBezTo>
                  <a:pt x="434644" y="14757"/>
                  <a:pt x="431225" y="13362"/>
                  <a:pt x="427190" y="13362"/>
                </a:cubicBezTo>
                <a:cubicBezTo>
                  <a:pt x="422946" y="13362"/>
                  <a:pt x="418675" y="15023"/>
                  <a:pt x="414378" y="18345"/>
                </a:cubicBezTo>
                <a:cubicBezTo>
                  <a:pt x="410082" y="21666"/>
                  <a:pt x="406387" y="26582"/>
                  <a:pt x="403296" y="33092"/>
                </a:cubicBezTo>
                <a:cubicBezTo>
                  <a:pt x="400204" y="39603"/>
                  <a:pt x="398082" y="45415"/>
                  <a:pt x="396929" y="50529"/>
                </a:cubicBezTo>
                <a:moveTo>
                  <a:pt x="391978" y="84781"/>
                </a:moveTo>
                <a:cubicBezTo>
                  <a:pt x="391978" y="91241"/>
                  <a:pt x="393995" y="96672"/>
                  <a:pt x="398030" y="101075"/>
                </a:cubicBezTo>
                <a:cubicBezTo>
                  <a:pt x="402064" y="105478"/>
                  <a:pt x="406623" y="107680"/>
                  <a:pt x="411706" y="107680"/>
                </a:cubicBezTo>
                <a:cubicBezTo>
                  <a:pt x="415269" y="107680"/>
                  <a:pt x="419042" y="106339"/>
                  <a:pt x="423024" y="103657"/>
                </a:cubicBezTo>
                <a:cubicBezTo>
                  <a:pt x="427006" y="100973"/>
                  <a:pt x="430386" y="96896"/>
                  <a:pt x="433163" y="91425"/>
                </a:cubicBezTo>
                <a:cubicBezTo>
                  <a:pt x="435940" y="85952"/>
                  <a:pt x="437329" y="80507"/>
                  <a:pt x="437329" y="75089"/>
                </a:cubicBezTo>
                <a:cubicBezTo>
                  <a:pt x="437329" y="68106"/>
                  <a:pt x="435403" y="62519"/>
                  <a:pt x="431552" y="58325"/>
                </a:cubicBezTo>
                <a:cubicBezTo>
                  <a:pt x="427701" y="54130"/>
                  <a:pt x="423050" y="52032"/>
                  <a:pt x="417601" y="52032"/>
                </a:cubicBezTo>
                <a:cubicBezTo>
                  <a:pt x="411313" y="52032"/>
                  <a:pt x="405470" y="55093"/>
                  <a:pt x="400073" y="61216"/>
                </a:cubicBezTo>
                <a:cubicBezTo>
                  <a:pt x="394676" y="67338"/>
                  <a:pt x="391978" y="75193"/>
                  <a:pt x="391978" y="84781"/>
                </a:cubicBezTo>
                <a:close/>
                <a:moveTo>
                  <a:pt x="477311" y="49831"/>
                </a:moveTo>
                <a:lnTo>
                  <a:pt x="480691" y="33640"/>
                </a:lnTo>
                <a:lnTo>
                  <a:pt x="496725" y="33640"/>
                </a:lnTo>
                <a:lnTo>
                  <a:pt x="493424" y="49831"/>
                </a:lnTo>
                <a:lnTo>
                  <a:pt x="477311" y="49831"/>
                </a:lnTo>
                <a:moveTo>
                  <a:pt x="463242" y="117112"/>
                </a:moveTo>
                <a:lnTo>
                  <a:pt x="466621" y="100921"/>
                </a:lnTo>
                <a:lnTo>
                  <a:pt x="482734" y="100921"/>
                </a:lnTo>
                <a:lnTo>
                  <a:pt x="479276" y="117112"/>
                </a:lnTo>
                <a:lnTo>
                  <a:pt x="463242" y="117112"/>
                </a:lnTo>
                <a:close/>
                <a:moveTo>
                  <a:pt x="550698" y="117112"/>
                </a:moveTo>
                <a:lnTo>
                  <a:pt x="574749" y="1886"/>
                </a:lnTo>
                <a:lnTo>
                  <a:pt x="609489" y="1886"/>
                </a:lnTo>
                <a:cubicBezTo>
                  <a:pt x="617821" y="1886"/>
                  <a:pt x="624187" y="2489"/>
                  <a:pt x="628589" y="3694"/>
                </a:cubicBezTo>
                <a:cubicBezTo>
                  <a:pt x="634877" y="5319"/>
                  <a:pt x="640248" y="8214"/>
                  <a:pt x="644701" y="12379"/>
                </a:cubicBezTo>
                <a:cubicBezTo>
                  <a:pt x="649155" y="16545"/>
                  <a:pt x="652509" y="21746"/>
                  <a:pt x="654762" y="27981"/>
                </a:cubicBezTo>
                <a:cubicBezTo>
                  <a:pt x="657015" y="34217"/>
                  <a:pt x="658142" y="41212"/>
                  <a:pt x="658142" y="48967"/>
                </a:cubicBezTo>
                <a:cubicBezTo>
                  <a:pt x="658142" y="58242"/>
                  <a:pt x="656740" y="66691"/>
                  <a:pt x="653937" y="74315"/>
                </a:cubicBezTo>
                <a:cubicBezTo>
                  <a:pt x="651133" y="81939"/>
                  <a:pt x="647466" y="88646"/>
                  <a:pt x="642933" y="94436"/>
                </a:cubicBezTo>
                <a:cubicBezTo>
                  <a:pt x="638401" y="100226"/>
                  <a:pt x="633658" y="104759"/>
                  <a:pt x="628707" y="108034"/>
                </a:cubicBezTo>
                <a:cubicBezTo>
                  <a:pt x="623755" y="111309"/>
                  <a:pt x="617899" y="113732"/>
                  <a:pt x="611140" y="115304"/>
                </a:cubicBezTo>
                <a:cubicBezTo>
                  <a:pt x="606005" y="116509"/>
                  <a:pt x="599691" y="117112"/>
                  <a:pt x="592198" y="117112"/>
                </a:cubicBezTo>
                <a:lnTo>
                  <a:pt x="550698" y="117112"/>
                </a:lnTo>
                <a:moveTo>
                  <a:pt x="568854" y="104064"/>
                </a:moveTo>
                <a:lnTo>
                  <a:pt x="587089" y="104064"/>
                </a:lnTo>
                <a:cubicBezTo>
                  <a:pt x="595315" y="104064"/>
                  <a:pt x="602625" y="103279"/>
                  <a:pt x="609018" y="101707"/>
                </a:cubicBezTo>
                <a:cubicBezTo>
                  <a:pt x="613000" y="100763"/>
                  <a:pt x="616406" y="99375"/>
                  <a:pt x="619236" y="97541"/>
                </a:cubicBezTo>
                <a:cubicBezTo>
                  <a:pt x="622956" y="95183"/>
                  <a:pt x="626336" y="92065"/>
                  <a:pt x="629375" y="88188"/>
                </a:cubicBezTo>
                <a:cubicBezTo>
                  <a:pt x="633357" y="83052"/>
                  <a:pt x="636540" y="77197"/>
                  <a:pt x="638925" y="70621"/>
                </a:cubicBezTo>
                <a:cubicBezTo>
                  <a:pt x="641309" y="64045"/>
                  <a:pt x="642501" y="56565"/>
                  <a:pt x="642501" y="48181"/>
                </a:cubicBezTo>
                <a:cubicBezTo>
                  <a:pt x="642501" y="38854"/>
                  <a:pt x="640876" y="31688"/>
                  <a:pt x="637628" y="26684"/>
                </a:cubicBezTo>
                <a:cubicBezTo>
                  <a:pt x="634379" y="21680"/>
                  <a:pt x="630239" y="18366"/>
                  <a:pt x="625209" y="16741"/>
                </a:cubicBezTo>
                <a:cubicBezTo>
                  <a:pt x="621489" y="15536"/>
                  <a:pt x="615699" y="14934"/>
                  <a:pt x="607839" y="14934"/>
                </a:cubicBezTo>
                <a:lnTo>
                  <a:pt x="587482" y="14934"/>
                </a:lnTo>
                <a:lnTo>
                  <a:pt x="568854" y="104064"/>
                </a:lnTo>
                <a:close/>
                <a:moveTo>
                  <a:pt x="721387" y="106737"/>
                </a:moveTo>
                <a:cubicBezTo>
                  <a:pt x="716461" y="110981"/>
                  <a:pt x="711719" y="114086"/>
                  <a:pt x="707160" y="116051"/>
                </a:cubicBezTo>
                <a:cubicBezTo>
                  <a:pt x="702602" y="118016"/>
                  <a:pt x="697728" y="118998"/>
                  <a:pt x="692541" y="118998"/>
                </a:cubicBezTo>
                <a:cubicBezTo>
                  <a:pt x="684838" y="118998"/>
                  <a:pt x="678629" y="116732"/>
                  <a:pt x="673913" y="112199"/>
                </a:cubicBezTo>
                <a:cubicBezTo>
                  <a:pt x="669197" y="107667"/>
                  <a:pt x="666839" y="101864"/>
                  <a:pt x="666839" y="94790"/>
                </a:cubicBezTo>
                <a:cubicBezTo>
                  <a:pt x="666839" y="90126"/>
                  <a:pt x="667900" y="86000"/>
                  <a:pt x="670023" y="82411"/>
                </a:cubicBezTo>
                <a:cubicBezTo>
                  <a:pt x="672145" y="78821"/>
                  <a:pt x="674961" y="75939"/>
                  <a:pt x="678472" y="73765"/>
                </a:cubicBezTo>
                <a:cubicBezTo>
                  <a:pt x="681983" y="71590"/>
                  <a:pt x="686279" y="70031"/>
                  <a:pt x="691362" y="69088"/>
                </a:cubicBezTo>
                <a:cubicBezTo>
                  <a:pt x="694558" y="68459"/>
                  <a:pt x="700624" y="67962"/>
                  <a:pt x="709558" y="67595"/>
                </a:cubicBezTo>
                <a:cubicBezTo>
                  <a:pt x="718492" y="67228"/>
                  <a:pt x="724897" y="66285"/>
                  <a:pt x="728775" y="64765"/>
                </a:cubicBezTo>
                <a:cubicBezTo>
                  <a:pt x="729875" y="60888"/>
                  <a:pt x="730425" y="57665"/>
                  <a:pt x="730425" y="55098"/>
                </a:cubicBezTo>
                <a:cubicBezTo>
                  <a:pt x="730425" y="51796"/>
                  <a:pt x="729220" y="49203"/>
                  <a:pt x="726810" y="47316"/>
                </a:cubicBezTo>
                <a:cubicBezTo>
                  <a:pt x="723509" y="44696"/>
                  <a:pt x="718688" y="43386"/>
                  <a:pt x="712348" y="43386"/>
                </a:cubicBezTo>
                <a:cubicBezTo>
                  <a:pt x="706374" y="43386"/>
                  <a:pt x="701488" y="44709"/>
                  <a:pt x="697689" y="47356"/>
                </a:cubicBezTo>
                <a:cubicBezTo>
                  <a:pt x="693890" y="50002"/>
                  <a:pt x="691126" y="53761"/>
                  <a:pt x="689397" y="58635"/>
                </a:cubicBezTo>
                <a:lnTo>
                  <a:pt x="675014" y="57377"/>
                </a:lnTo>
                <a:cubicBezTo>
                  <a:pt x="677948" y="49098"/>
                  <a:pt x="682598" y="42758"/>
                  <a:pt x="688965" y="38356"/>
                </a:cubicBezTo>
                <a:cubicBezTo>
                  <a:pt x="695331" y="33955"/>
                  <a:pt x="703361" y="31754"/>
                  <a:pt x="713055" y="31754"/>
                </a:cubicBezTo>
                <a:cubicBezTo>
                  <a:pt x="723378" y="31754"/>
                  <a:pt x="731552" y="34217"/>
                  <a:pt x="737578" y="39142"/>
                </a:cubicBezTo>
                <a:cubicBezTo>
                  <a:pt x="742189" y="42810"/>
                  <a:pt x="744495" y="47578"/>
                  <a:pt x="744495" y="53447"/>
                </a:cubicBezTo>
                <a:cubicBezTo>
                  <a:pt x="744495" y="57901"/>
                  <a:pt x="743840" y="63062"/>
                  <a:pt x="742530" y="68931"/>
                </a:cubicBezTo>
                <a:lnTo>
                  <a:pt x="737892" y="89681"/>
                </a:lnTo>
                <a:cubicBezTo>
                  <a:pt x="736425" y="96283"/>
                  <a:pt x="735692" y="101654"/>
                  <a:pt x="735692" y="105794"/>
                </a:cubicBezTo>
                <a:cubicBezTo>
                  <a:pt x="735692" y="108414"/>
                  <a:pt x="736268" y="112186"/>
                  <a:pt x="737421" y="117112"/>
                </a:cubicBezTo>
                <a:lnTo>
                  <a:pt x="723037" y="117112"/>
                </a:lnTo>
                <a:cubicBezTo>
                  <a:pt x="722251" y="114387"/>
                  <a:pt x="721701" y="110929"/>
                  <a:pt x="721387" y="106737"/>
                </a:cubicBezTo>
                <a:moveTo>
                  <a:pt x="726653" y="74826"/>
                </a:moveTo>
                <a:cubicBezTo>
                  <a:pt x="724662" y="75612"/>
                  <a:pt x="722526" y="76214"/>
                  <a:pt x="720247" y="76634"/>
                </a:cubicBezTo>
                <a:cubicBezTo>
                  <a:pt x="717968" y="77053"/>
                  <a:pt x="714156" y="77498"/>
                  <a:pt x="708811" y="77970"/>
                </a:cubicBezTo>
                <a:cubicBezTo>
                  <a:pt x="700532" y="78703"/>
                  <a:pt x="694689" y="79633"/>
                  <a:pt x="691283" y="80760"/>
                </a:cubicBezTo>
                <a:cubicBezTo>
                  <a:pt x="687877" y="81887"/>
                  <a:pt x="685310" y="83681"/>
                  <a:pt x="683581" y="86144"/>
                </a:cubicBezTo>
                <a:cubicBezTo>
                  <a:pt x="681852" y="88607"/>
                  <a:pt x="680987" y="91332"/>
                  <a:pt x="680987" y="94318"/>
                </a:cubicBezTo>
                <a:cubicBezTo>
                  <a:pt x="680987" y="98301"/>
                  <a:pt x="682362" y="101576"/>
                  <a:pt x="685113" y="104143"/>
                </a:cubicBezTo>
                <a:cubicBezTo>
                  <a:pt x="687864" y="106711"/>
                  <a:pt x="691781" y="107994"/>
                  <a:pt x="696864" y="107994"/>
                </a:cubicBezTo>
                <a:cubicBezTo>
                  <a:pt x="701580" y="107994"/>
                  <a:pt x="706112" y="106750"/>
                  <a:pt x="710461" y="104261"/>
                </a:cubicBezTo>
                <a:cubicBezTo>
                  <a:pt x="714811" y="101772"/>
                  <a:pt x="718243" y="98301"/>
                  <a:pt x="720758" y="93847"/>
                </a:cubicBezTo>
                <a:cubicBezTo>
                  <a:pt x="723273" y="89393"/>
                  <a:pt x="725238" y="83052"/>
                  <a:pt x="726653" y="74826"/>
                </a:cubicBezTo>
                <a:close/>
                <a:moveTo>
                  <a:pt x="787856" y="105548"/>
                </a:moveTo>
                <a:lnTo>
                  <a:pt x="785499" y="117181"/>
                </a:lnTo>
                <a:cubicBezTo>
                  <a:pt x="782093" y="118078"/>
                  <a:pt x="778791" y="118527"/>
                  <a:pt x="775595" y="118527"/>
                </a:cubicBezTo>
                <a:cubicBezTo>
                  <a:pt x="769936" y="118527"/>
                  <a:pt x="765430" y="117138"/>
                  <a:pt x="762076" y="114361"/>
                </a:cubicBezTo>
                <a:cubicBezTo>
                  <a:pt x="759561" y="112265"/>
                  <a:pt x="758303" y="109409"/>
                  <a:pt x="758303" y="105794"/>
                </a:cubicBezTo>
                <a:cubicBezTo>
                  <a:pt x="758303" y="103960"/>
                  <a:pt x="758985" y="99742"/>
                  <a:pt x="760347" y="93139"/>
                </a:cubicBezTo>
                <a:lnTo>
                  <a:pt x="770486" y="44644"/>
                </a:lnTo>
                <a:lnTo>
                  <a:pt x="759247" y="44644"/>
                </a:lnTo>
                <a:lnTo>
                  <a:pt x="761526" y="33640"/>
                </a:lnTo>
                <a:lnTo>
                  <a:pt x="772766" y="33640"/>
                </a:lnTo>
                <a:lnTo>
                  <a:pt x="777088" y="13126"/>
                </a:lnTo>
                <a:lnTo>
                  <a:pt x="793358" y="3301"/>
                </a:lnTo>
                <a:lnTo>
                  <a:pt x="786992" y="33640"/>
                </a:lnTo>
                <a:lnTo>
                  <a:pt x="800982" y="33640"/>
                </a:lnTo>
                <a:lnTo>
                  <a:pt x="798624" y="44644"/>
                </a:lnTo>
                <a:lnTo>
                  <a:pt x="784713" y="44644"/>
                </a:lnTo>
                <a:lnTo>
                  <a:pt x="775045" y="90722"/>
                </a:lnTo>
                <a:cubicBezTo>
                  <a:pt x="773840" y="96585"/>
                  <a:pt x="773237" y="100091"/>
                  <a:pt x="773237" y="101242"/>
                </a:cubicBezTo>
                <a:cubicBezTo>
                  <a:pt x="773237" y="102916"/>
                  <a:pt x="773722" y="104198"/>
                  <a:pt x="774691" y="105089"/>
                </a:cubicBezTo>
                <a:cubicBezTo>
                  <a:pt x="775661" y="105978"/>
                  <a:pt x="777246" y="106422"/>
                  <a:pt x="779446" y="106422"/>
                </a:cubicBezTo>
                <a:cubicBezTo>
                  <a:pt x="782590" y="106422"/>
                  <a:pt x="785394" y="106131"/>
                  <a:pt x="787856" y="105548"/>
                </a:cubicBezTo>
                <a:close/>
                <a:moveTo>
                  <a:pt x="855635" y="106737"/>
                </a:moveTo>
                <a:cubicBezTo>
                  <a:pt x="850710" y="110981"/>
                  <a:pt x="845968" y="114086"/>
                  <a:pt x="841409" y="116051"/>
                </a:cubicBezTo>
                <a:cubicBezTo>
                  <a:pt x="836850" y="118016"/>
                  <a:pt x="831977" y="118998"/>
                  <a:pt x="826789" y="118998"/>
                </a:cubicBezTo>
                <a:cubicBezTo>
                  <a:pt x="819087" y="118998"/>
                  <a:pt x="812878" y="116732"/>
                  <a:pt x="808162" y="112199"/>
                </a:cubicBezTo>
                <a:cubicBezTo>
                  <a:pt x="803446" y="107667"/>
                  <a:pt x="801088" y="101864"/>
                  <a:pt x="801088" y="94790"/>
                </a:cubicBezTo>
                <a:cubicBezTo>
                  <a:pt x="801088" y="90126"/>
                  <a:pt x="802149" y="86000"/>
                  <a:pt x="804271" y="82411"/>
                </a:cubicBezTo>
                <a:cubicBezTo>
                  <a:pt x="806393" y="78821"/>
                  <a:pt x="809210" y="75939"/>
                  <a:pt x="812720" y="73765"/>
                </a:cubicBezTo>
                <a:cubicBezTo>
                  <a:pt x="816231" y="71590"/>
                  <a:pt x="820528" y="70031"/>
                  <a:pt x="825611" y="69088"/>
                </a:cubicBezTo>
                <a:cubicBezTo>
                  <a:pt x="828807" y="68459"/>
                  <a:pt x="834872" y="67962"/>
                  <a:pt x="843806" y="67595"/>
                </a:cubicBezTo>
                <a:cubicBezTo>
                  <a:pt x="852740" y="67228"/>
                  <a:pt x="859146" y="66285"/>
                  <a:pt x="863023" y="64765"/>
                </a:cubicBezTo>
                <a:cubicBezTo>
                  <a:pt x="864124" y="60888"/>
                  <a:pt x="864674" y="57665"/>
                  <a:pt x="864674" y="55098"/>
                </a:cubicBezTo>
                <a:cubicBezTo>
                  <a:pt x="864674" y="51796"/>
                  <a:pt x="863469" y="49203"/>
                  <a:pt x="861058" y="47316"/>
                </a:cubicBezTo>
                <a:cubicBezTo>
                  <a:pt x="857757" y="44696"/>
                  <a:pt x="852937" y="43386"/>
                  <a:pt x="846596" y="43386"/>
                </a:cubicBezTo>
                <a:cubicBezTo>
                  <a:pt x="840623" y="43386"/>
                  <a:pt x="835737" y="44709"/>
                  <a:pt x="831938" y="47356"/>
                </a:cubicBezTo>
                <a:cubicBezTo>
                  <a:pt x="828139" y="50002"/>
                  <a:pt x="825375" y="53761"/>
                  <a:pt x="823646" y="58635"/>
                </a:cubicBezTo>
                <a:lnTo>
                  <a:pt x="809262" y="57377"/>
                </a:lnTo>
                <a:cubicBezTo>
                  <a:pt x="812196" y="49098"/>
                  <a:pt x="816847" y="42758"/>
                  <a:pt x="823213" y="38356"/>
                </a:cubicBezTo>
                <a:cubicBezTo>
                  <a:pt x="829580" y="33955"/>
                  <a:pt x="837610" y="31754"/>
                  <a:pt x="847304" y="31754"/>
                </a:cubicBezTo>
                <a:cubicBezTo>
                  <a:pt x="857626" y="31754"/>
                  <a:pt x="865801" y="34217"/>
                  <a:pt x="871826" y="39142"/>
                </a:cubicBezTo>
                <a:cubicBezTo>
                  <a:pt x="876438" y="42810"/>
                  <a:pt x="878743" y="47578"/>
                  <a:pt x="878743" y="53447"/>
                </a:cubicBezTo>
                <a:cubicBezTo>
                  <a:pt x="878743" y="57901"/>
                  <a:pt x="878088" y="63062"/>
                  <a:pt x="876778" y="68931"/>
                </a:cubicBezTo>
                <a:lnTo>
                  <a:pt x="872141" y="89681"/>
                </a:lnTo>
                <a:cubicBezTo>
                  <a:pt x="870674" y="96283"/>
                  <a:pt x="869940" y="101654"/>
                  <a:pt x="869940" y="105794"/>
                </a:cubicBezTo>
                <a:cubicBezTo>
                  <a:pt x="869940" y="108414"/>
                  <a:pt x="870516" y="112186"/>
                  <a:pt x="871669" y="117112"/>
                </a:cubicBezTo>
                <a:lnTo>
                  <a:pt x="857286" y="117112"/>
                </a:lnTo>
                <a:cubicBezTo>
                  <a:pt x="856500" y="114387"/>
                  <a:pt x="855950" y="110929"/>
                  <a:pt x="855635" y="106737"/>
                </a:cubicBezTo>
                <a:moveTo>
                  <a:pt x="860901" y="74826"/>
                </a:moveTo>
                <a:cubicBezTo>
                  <a:pt x="858910" y="75612"/>
                  <a:pt x="856775" y="76214"/>
                  <a:pt x="854495" y="76634"/>
                </a:cubicBezTo>
                <a:cubicBezTo>
                  <a:pt x="852216" y="77053"/>
                  <a:pt x="848404" y="77498"/>
                  <a:pt x="843059" y="77970"/>
                </a:cubicBezTo>
                <a:cubicBezTo>
                  <a:pt x="834780" y="78703"/>
                  <a:pt x="828938" y="79633"/>
                  <a:pt x="825532" y="80760"/>
                </a:cubicBezTo>
                <a:cubicBezTo>
                  <a:pt x="822126" y="81887"/>
                  <a:pt x="819558" y="83681"/>
                  <a:pt x="817829" y="86144"/>
                </a:cubicBezTo>
                <a:cubicBezTo>
                  <a:pt x="816100" y="88607"/>
                  <a:pt x="815236" y="91332"/>
                  <a:pt x="815236" y="94318"/>
                </a:cubicBezTo>
                <a:cubicBezTo>
                  <a:pt x="815236" y="98301"/>
                  <a:pt x="816611" y="101576"/>
                  <a:pt x="819362" y="104143"/>
                </a:cubicBezTo>
                <a:cubicBezTo>
                  <a:pt x="822113" y="106711"/>
                  <a:pt x="826030" y="107994"/>
                  <a:pt x="831112" y="107994"/>
                </a:cubicBezTo>
                <a:cubicBezTo>
                  <a:pt x="835828" y="107994"/>
                  <a:pt x="840361" y="106750"/>
                  <a:pt x="844710" y="104261"/>
                </a:cubicBezTo>
                <a:cubicBezTo>
                  <a:pt x="849059" y="101772"/>
                  <a:pt x="852491" y="98301"/>
                  <a:pt x="855006" y="93847"/>
                </a:cubicBezTo>
                <a:cubicBezTo>
                  <a:pt x="857522" y="89393"/>
                  <a:pt x="859486" y="83052"/>
                  <a:pt x="860901" y="74826"/>
                </a:cubicBezTo>
                <a:close/>
                <a:moveTo>
                  <a:pt x="919146" y="117112"/>
                </a:moveTo>
                <a:lnTo>
                  <a:pt x="984461" y="1886"/>
                </a:lnTo>
                <a:lnTo>
                  <a:pt x="1002618" y="1886"/>
                </a:lnTo>
                <a:lnTo>
                  <a:pt x="1021638" y="117112"/>
                </a:lnTo>
                <a:lnTo>
                  <a:pt x="1006705" y="117112"/>
                </a:lnTo>
                <a:lnTo>
                  <a:pt x="1001124" y="83943"/>
                </a:lnTo>
                <a:lnTo>
                  <a:pt x="954515" y="83943"/>
                </a:lnTo>
                <a:lnTo>
                  <a:pt x="936045" y="117112"/>
                </a:lnTo>
                <a:lnTo>
                  <a:pt x="919146" y="117112"/>
                </a:lnTo>
                <a:moveTo>
                  <a:pt x="961118" y="71996"/>
                </a:moveTo>
                <a:lnTo>
                  <a:pt x="999238" y="71996"/>
                </a:lnTo>
                <a:lnTo>
                  <a:pt x="994758" y="43141"/>
                </a:lnTo>
                <a:cubicBezTo>
                  <a:pt x="993029" y="31669"/>
                  <a:pt x="991954" y="22109"/>
                  <a:pt x="991535" y="14462"/>
                </a:cubicBezTo>
                <a:cubicBezTo>
                  <a:pt x="988915" y="21068"/>
                  <a:pt x="985090" y="28905"/>
                  <a:pt x="980060" y="37973"/>
                </a:cubicBezTo>
                <a:lnTo>
                  <a:pt x="961118" y="71996"/>
                </a:lnTo>
                <a:close/>
                <a:moveTo>
                  <a:pt x="1035002" y="117112"/>
                </a:moveTo>
                <a:lnTo>
                  <a:pt x="1052451" y="33640"/>
                </a:lnTo>
                <a:lnTo>
                  <a:pt x="1065341" y="33640"/>
                </a:lnTo>
                <a:lnTo>
                  <a:pt x="1062276" y="48198"/>
                </a:lnTo>
                <a:cubicBezTo>
                  <a:pt x="1067883" y="42475"/>
                  <a:pt x="1073123" y="38304"/>
                  <a:pt x="1077996" y="35684"/>
                </a:cubicBezTo>
                <a:cubicBezTo>
                  <a:pt x="1082869" y="33064"/>
                  <a:pt x="1087847" y="31754"/>
                  <a:pt x="1092929" y="31754"/>
                </a:cubicBezTo>
                <a:cubicBezTo>
                  <a:pt x="1099689" y="31754"/>
                  <a:pt x="1104994" y="33589"/>
                  <a:pt x="1108846" y="37261"/>
                </a:cubicBezTo>
                <a:cubicBezTo>
                  <a:pt x="1112697" y="40932"/>
                  <a:pt x="1114623" y="45835"/>
                  <a:pt x="1114623" y="51971"/>
                </a:cubicBezTo>
                <a:cubicBezTo>
                  <a:pt x="1114623" y="55061"/>
                  <a:pt x="1113941" y="59932"/>
                  <a:pt x="1112579" y="66585"/>
                </a:cubicBezTo>
                <a:lnTo>
                  <a:pt x="1101968" y="117112"/>
                </a:lnTo>
                <a:lnTo>
                  <a:pt x="1087742" y="117112"/>
                </a:lnTo>
                <a:lnTo>
                  <a:pt x="1098824" y="64272"/>
                </a:lnTo>
                <a:cubicBezTo>
                  <a:pt x="1099925" y="59141"/>
                  <a:pt x="1100475" y="55346"/>
                  <a:pt x="1100475" y="52887"/>
                </a:cubicBezTo>
                <a:cubicBezTo>
                  <a:pt x="1100475" y="50113"/>
                  <a:pt x="1099519" y="47862"/>
                  <a:pt x="1097606" y="46135"/>
                </a:cubicBezTo>
                <a:cubicBezTo>
                  <a:pt x="1095694" y="44407"/>
                  <a:pt x="1092929" y="43544"/>
                  <a:pt x="1089314" y="43544"/>
                </a:cubicBezTo>
                <a:cubicBezTo>
                  <a:pt x="1082030" y="43544"/>
                  <a:pt x="1075546" y="46159"/>
                  <a:pt x="1069861" y="51389"/>
                </a:cubicBezTo>
                <a:cubicBezTo>
                  <a:pt x="1064175" y="56617"/>
                  <a:pt x="1059997" y="65585"/>
                  <a:pt x="1057324" y="78292"/>
                </a:cubicBezTo>
                <a:lnTo>
                  <a:pt x="1049229" y="117112"/>
                </a:lnTo>
                <a:lnTo>
                  <a:pt x="1035002" y="117112"/>
                </a:lnTo>
                <a:close/>
                <a:moveTo>
                  <a:pt x="1180778" y="106737"/>
                </a:moveTo>
                <a:cubicBezTo>
                  <a:pt x="1175853" y="110981"/>
                  <a:pt x="1171110" y="114086"/>
                  <a:pt x="1166552" y="116051"/>
                </a:cubicBezTo>
                <a:cubicBezTo>
                  <a:pt x="1161993" y="118016"/>
                  <a:pt x="1157120" y="118998"/>
                  <a:pt x="1151932" y="118998"/>
                </a:cubicBezTo>
                <a:cubicBezTo>
                  <a:pt x="1144230" y="118998"/>
                  <a:pt x="1138020" y="116732"/>
                  <a:pt x="1133305" y="112199"/>
                </a:cubicBezTo>
                <a:cubicBezTo>
                  <a:pt x="1128589" y="107667"/>
                  <a:pt x="1126231" y="101864"/>
                  <a:pt x="1126231" y="94790"/>
                </a:cubicBezTo>
                <a:cubicBezTo>
                  <a:pt x="1126231" y="90126"/>
                  <a:pt x="1127292" y="86000"/>
                  <a:pt x="1129414" y="82411"/>
                </a:cubicBezTo>
                <a:cubicBezTo>
                  <a:pt x="1131536" y="78821"/>
                  <a:pt x="1134353" y="75939"/>
                  <a:pt x="1137863" y="73765"/>
                </a:cubicBezTo>
                <a:cubicBezTo>
                  <a:pt x="1141374" y="71590"/>
                  <a:pt x="1145671" y="70031"/>
                  <a:pt x="1150753" y="69088"/>
                </a:cubicBezTo>
                <a:cubicBezTo>
                  <a:pt x="1153950" y="68459"/>
                  <a:pt x="1160015" y="67962"/>
                  <a:pt x="1168949" y="67595"/>
                </a:cubicBezTo>
                <a:cubicBezTo>
                  <a:pt x="1177883" y="67228"/>
                  <a:pt x="1184289" y="66285"/>
                  <a:pt x="1188166" y="64765"/>
                </a:cubicBezTo>
                <a:cubicBezTo>
                  <a:pt x="1189267" y="60888"/>
                  <a:pt x="1189817" y="57665"/>
                  <a:pt x="1189817" y="55098"/>
                </a:cubicBezTo>
                <a:cubicBezTo>
                  <a:pt x="1189817" y="51796"/>
                  <a:pt x="1188612" y="49203"/>
                  <a:pt x="1186201" y="47316"/>
                </a:cubicBezTo>
                <a:cubicBezTo>
                  <a:pt x="1182900" y="44696"/>
                  <a:pt x="1178080" y="43386"/>
                  <a:pt x="1171739" y="43386"/>
                </a:cubicBezTo>
                <a:cubicBezTo>
                  <a:pt x="1165766" y="43386"/>
                  <a:pt x="1160880" y="44709"/>
                  <a:pt x="1157081" y="47356"/>
                </a:cubicBezTo>
                <a:cubicBezTo>
                  <a:pt x="1153282" y="50002"/>
                  <a:pt x="1150518" y="53761"/>
                  <a:pt x="1148788" y="58635"/>
                </a:cubicBezTo>
                <a:lnTo>
                  <a:pt x="1134405" y="57377"/>
                </a:lnTo>
                <a:cubicBezTo>
                  <a:pt x="1137339" y="49098"/>
                  <a:pt x="1141990" y="42758"/>
                  <a:pt x="1148356" y="38356"/>
                </a:cubicBezTo>
                <a:cubicBezTo>
                  <a:pt x="1154723" y="33955"/>
                  <a:pt x="1162753" y="31754"/>
                  <a:pt x="1172447" y="31754"/>
                </a:cubicBezTo>
                <a:cubicBezTo>
                  <a:pt x="1182769" y="31754"/>
                  <a:pt x="1190943" y="34217"/>
                  <a:pt x="1196969" y="39142"/>
                </a:cubicBezTo>
                <a:cubicBezTo>
                  <a:pt x="1201580" y="42810"/>
                  <a:pt x="1203886" y="47578"/>
                  <a:pt x="1203886" y="53447"/>
                </a:cubicBezTo>
                <a:cubicBezTo>
                  <a:pt x="1203886" y="57901"/>
                  <a:pt x="1203231" y="63062"/>
                  <a:pt x="1201921" y="68931"/>
                </a:cubicBezTo>
                <a:lnTo>
                  <a:pt x="1197284" y="89681"/>
                </a:lnTo>
                <a:cubicBezTo>
                  <a:pt x="1195817" y="96283"/>
                  <a:pt x="1195083" y="101654"/>
                  <a:pt x="1195083" y="105794"/>
                </a:cubicBezTo>
                <a:cubicBezTo>
                  <a:pt x="1195083" y="108414"/>
                  <a:pt x="1195659" y="112186"/>
                  <a:pt x="1196812" y="117112"/>
                </a:cubicBezTo>
                <a:lnTo>
                  <a:pt x="1182429" y="117112"/>
                </a:lnTo>
                <a:cubicBezTo>
                  <a:pt x="1181643" y="114387"/>
                  <a:pt x="1181092" y="110929"/>
                  <a:pt x="1180778" y="106737"/>
                </a:cubicBezTo>
                <a:moveTo>
                  <a:pt x="1186044" y="74826"/>
                </a:moveTo>
                <a:cubicBezTo>
                  <a:pt x="1184053" y="75612"/>
                  <a:pt x="1181918" y="76214"/>
                  <a:pt x="1179638" y="76634"/>
                </a:cubicBezTo>
                <a:cubicBezTo>
                  <a:pt x="1177359" y="77053"/>
                  <a:pt x="1173547" y="77498"/>
                  <a:pt x="1168202" y="77970"/>
                </a:cubicBezTo>
                <a:cubicBezTo>
                  <a:pt x="1159923" y="78703"/>
                  <a:pt x="1154081" y="79633"/>
                  <a:pt x="1150675" y="80760"/>
                </a:cubicBezTo>
                <a:cubicBezTo>
                  <a:pt x="1147269" y="81887"/>
                  <a:pt x="1144701" y="83681"/>
                  <a:pt x="1142972" y="86144"/>
                </a:cubicBezTo>
                <a:cubicBezTo>
                  <a:pt x="1141243" y="88607"/>
                  <a:pt x="1140378" y="91332"/>
                  <a:pt x="1140378" y="94318"/>
                </a:cubicBezTo>
                <a:cubicBezTo>
                  <a:pt x="1140378" y="98301"/>
                  <a:pt x="1141754" y="101576"/>
                  <a:pt x="1144505" y="104143"/>
                </a:cubicBezTo>
                <a:cubicBezTo>
                  <a:pt x="1147256" y="106711"/>
                  <a:pt x="1151173" y="107994"/>
                  <a:pt x="1156255" y="107994"/>
                </a:cubicBezTo>
                <a:cubicBezTo>
                  <a:pt x="1160971" y="107994"/>
                  <a:pt x="1165504" y="106750"/>
                  <a:pt x="1169853" y="104261"/>
                </a:cubicBezTo>
                <a:cubicBezTo>
                  <a:pt x="1174202" y="101772"/>
                  <a:pt x="1177634" y="98301"/>
                  <a:pt x="1180149" y="93847"/>
                </a:cubicBezTo>
                <a:cubicBezTo>
                  <a:pt x="1182664" y="89393"/>
                  <a:pt x="1184629" y="83052"/>
                  <a:pt x="1186044" y="74826"/>
                </a:cubicBezTo>
                <a:close/>
                <a:moveTo>
                  <a:pt x="1212900" y="117112"/>
                </a:moveTo>
                <a:lnTo>
                  <a:pt x="1236951" y="1886"/>
                </a:lnTo>
                <a:lnTo>
                  <a:pt x="1251178" y="1886"/>
                </a:lnTo>
                <a:lnTo>
                  <a:pt x="1227127" y="117112"/>
                </a:lnTo>
                <a:lnTo>
                  <a:pt x="1212900" y="117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ysis">
            <a:extLst xmlns:a="http://schemas.openxmlformats.org/drawingml/2006/main">
              <a:ext uri="{FF2B5EF4-FFF2-40B4-BE49-F238E27FC236}">
                <a16:creationId xmlns:a16="http://schemas.microsoft.com/office/drawing/2014/main" id="{44364DA1-FCBE-4B3B-B0AF-8432FE73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692" y="2832028"/>
            <a:ext cx="277426" cy="149180"/>
          </a:xfrm>
          <a:custGeom xmlns:a="http://schemas.openxmlformats.org/drawingml/2006/main">
            <a:pathLst>
              <a:path w="277426" h="149180">
                <a:moveTo>
                  <a:pt x="0" y="147500"/>
                </a:moveTo>
                <a:lnTo>
                  <a:pt x="865" y="133947"/>
                </a:lnTo>
                <a:cubicBezTo>
                  <a:pt x="3799" y="134775"/>
                  <a:pt x="6655" y="135190"/>
                  <a:pt x="9432" y="135190"/>
                </a:cubicBezTo>
                <a:cubicBezTo>
                  <a:pt x="12314" y="135190"/>
                  <a:pt x="14646" y="134543"/>
                  <a:pt x="16427" y="133249"/>
                </a:cubicBezTo>
                <a:cubicBezTo>
                  <a:pt x="18733" y="131540"/>
                  <a:pt x="21248" y="128329"/>
                  <a:pt x="23973" y="123618"/>
                </a:cubicBezTo>
                <a:lnTo>
                  <a:pt x="28531" y="115501"/>
                </a:lnTo>
                <a:lnTo>
                  <a:pt x="14619" y="31754"/>
                </a:lnTo>
                <a:lnTo>
                  <a:pt x="28610" y="31754"/>
                </a:lnTo>
                <a:lnTo>
                  <a:pt x="34898" y="74001"/>
                </a:lnTo>
                <a:cubicBezTo>
                  <a:pt x="36155" y="82340"/>
                  <a:pt x="37230" y="90680"/>
                  <a:pt x="38120" y="99019"/>
                </a:cubicBezTo>
                <a:lnTo>
                  <a:pt x="75455" y="31754"/>
                </a:lnTo>
                <a:lnTo>
                  <a:pt x="90310" y="31754"/>
                </a:lnTo>
                <a:lnTo>
                  <a:pt x="37099" y="126244"/>
                </a:lnTo>
                <a:cubicBezTo>
                  <a:pt x="31963" y="135524"/>
                  <a:pt x="27405" y="141666"/>
                  <a:pt x="23422" y="144670"/>
                </a:cubicBezTo>
                <a:cubicBezTo>
                  <a:pt x="19440" y="147677"/>
                  <a:pt x="14855" y="149180"/>
                  <a:pt x="9668" y="149180"/>
                </a:cubicBezTo>
                <a:cubicBezTo>
                  <a:pt x="6366" y="149180"/>
                  <a:pt x="3144" y="148620"/>
                  <a:pt x="0" y="147500"/>
                </a:cubicBezTo>
                <a:close/>
                <a:moveTo>
                  <a:pt x="87166" y="86773"/>
                </a:moveTo>
                <a:lnTo>
                  <a:pt x="101392" y="85830"/>
                </a:lnTo>
                <a:cubicBezTo>
                  <a:pt x="101392" y="89917"/>
                  <a:pt x="102021" y="93401"/>
                  <a:pt x="103278" y="96283"/>
                </a:cubicBezTo>
                <a:cubicBezTo>
                  <a:pt x="104536" y="99165"/>
                  <a:pt x="106855" y="101523"/>
                  <a:pt x="110234" y="103357"/>
                </a:cubicBezTo>
                <a:cubicBezTo>
                  <a:pt x="113614" y="105191"/>
                  <a:pt x="117557" y="106108"/>
                  <a:pt x="122064" y="106108"/>
                </a:cubicBezTo>
                <a:cubicBezTo>
                  <a:pt x="128351" y="106108"/>
                  <a:pt x="133067" y="104850"/>
                  <a:pt x="136211" y="102335"/>
                </a:cubicBezTo>
                <a:cubicBezTo>
                  <a:pt x="139355" y="99820"/>
                  <a:pt x="140927" y="96860"/>
                  <a:pt x="140927" y="93454"/>
                </a:cubicBezTo>
                <a:cubicBezTo>
                  <a:pt x="140927" y="90991"/>
                  <a:pt x="139984" y="88659"/>
                  <a:pt x="138098" y="86458"/>
                </a:cubicBezTo>
                <a:cubicBezTo>
                  <a:pt x="136159" y="84258"/>
                  <a:pt x="131430" y="81546"/>
                  <a:pt x="123911" y="78323"/>
                </a:cubicBezTo>
                <a:cubicBezTo>
                  <a:pt x="116391" y="75101"/>
                  <a:pt x="111584" y="72835"/>
                  <a:pt x="109488" y="71525"/>
                </a:cubicBezTo>
                <a:cubicBezTo>
                  <a:pt x="105977" y="69376"/>
                  <a:pt x="103331" y="66848"/>
                  <a:pt x="101549" y="63940"/>
                </a:cubicBezTo>
                <a:cubicBezTo>
                  <a:pt x="99768" y="61032"/>
                  <a:pt x="98877" y="57691"/>
                  <a:pt x="98877" y="53919"/>
                </a:cubicBezTo>
                <a:cubicBezTo>
                  <a:pt x="98877" y="47316"/>
                  <a:pt x="101497" y="41657"/>
                  <a:pt x="106737" y="36941"/>
                </a:cubicBezTo>
                <a:cubicBezTo>
                  <a:pt x="111977" y="32225"/>
                  <a:pt x="119313" y="29867"/>
                  <a:pt x="128744" y="29867"/>
                </a:cubicBezTo>
                <a:cubicBezTo>
                  <a:pt x="139224" y="29867"/>
                  <a:pt x="147202" y="32291"/>
                  <a:pt x="152678" y="37138"/>
                </a:cubicBezTo>
                <a:cubicBezTo>
                  <a:pt x="158153" y="41985"/>
                  <a:pt x="160996" y="48364"/>
                  <a:pt x="161206" y="56277"/>
                </a:cubicBezTo>
                <a:lnTo>
                  <a:pt x="147294" y="57220"/>
                </a:lnTo>
                <a:cubicBezTo>
                  <a:pt x="147084" y="52189"/>
                  <a:pt x="145303" y="48207"/>
                  <a:pt x="141949" y="45273"/>
                </a:cubicBezTo>
                <a:cubicBezTo>
                  <a:pt x="138595" y="42338"/>
                  <a:pt x="133853" y="40871"/>
                  <a:pt x="127723" y="40871"/>
                </a:cubicBezTo>
                <a:cubicBezTo>
                  <a:pt x="122797" y="40871"/>
                  <a:pt x="118972" y="41998"/>
                  <a:pt x="116247" y="44251"/>
                </a:cubicBezTo>
                <a:cubicBezTo>
                  <a:pt x="113523" y="46504"/>
                  <a:pt x="112160" y="48941"/>
                  <a:pt x="112160" y="51561"/>
                </a:cubicBezTo>
                <a:cubicBezTo>
                  <a:pt x="112160" y="54181"/>
                  <a:pt x="113339" y="56486"/>
                  <a:pt x="115697" y="58477"/>
                </a:cubicBezTo>
                <a:cubicBezTo>
                  <a:pt x="117269" y="59840"/>
                  <a:pt x="121330" y="61936"/>
                  <a:pt x="127880" y="64765"/>
                </a:cubicBezTo>
                <a:cubicBezTo>
                  <a:pt x="138779" y="69481"/>
                  <a:pt x="145643" y="73201"/>
                  <a:pt x="148473" y="75926"/>
                </a:cubicBezTo>
                <a:cubicBezTo>
                  <a:pt x="152979" y="80275"/>
                  <a:pt x="155232" y="85568"/>
                  <a:pt x="155232" y="91803"/>
                </a:cubicBezTo>
                <a:cubicBezTo>
                  <a:pt x="155232" y="95943"/>
                  <a:pt x="153961" y="100004"/>
                  <a:pt x="151420" y="103986"/>
                </a:cubicBezTo>
                <a:cubicBezTo>
                  <a:pt x="148879" y="107968"/>
                  <a:pt x="145001" y="111151"/>
                  <a:pt x="139788" y="113536"/>
                </a:cubicBezTo>
                <a:cubicBezTo>
                  <a:pt x="134574" y="115920"/>
                  <a:pt x="128430" y="117112"/>
                  <a:pt x="121356" y="117112"/>
                </a:cubicBezTo>
                <a:cubicBezTo>
                  <a:pt x="111715" y="117112"/>
                  <a:pt x="103514" y="114734"/>
                  <a:pt x="96755" y="109979"/>
                </a:cubicBezTo>
                <a:cubicBezTo>
                  <a:pt x="89995" y="105222"/>
                  <a:pt x="86799" y="97487"/>
                  <a:pt x="87166" y="86773"/>
                </a:cubicBezTo>
                <a:close/>
                <a:moveTo>
                  <a:pt x="186514" y="16191"/>
                </a:moveTo>
                <a:lnTo>
                  <a:pt x="189894" y="0"/>
                </a:lnTo>
                <a:lnTo>
                  <a:pt x="204042" y="0"/>
                </a:lnTo>
                <a:lnTo>
                  <a:pt x="200662" y="16191"/>
                </a:lnTo>
                <a:lnTo>
                  <a:pt x="186514" y="16191"/>
                </a:lnTo>
                <a:moveTo>
                  <a:pt x="165764" y="115225"/>
                </a:moveTo>
                <a:lnTo>
                  <a:pt x="183213" y="31754"/>
                </a:lnTo>
                <a:lnTo>
                  <a:pt x="197440" y="31754"/>
                </a:lnTo>
                <a:lnTo>
                  <a:pt x="179991" y="115225"/>
                </a:lnTo>
                <a:lnTo>
                  <a:pt x="165764" y="115225"/>
                </a:lnTo>
                <a:close/>
                <a:moveTo>
                  <a:pt x="203386" y="86773"/>
                </a:moveTo>
                <a:lnTo>
                  <a:pt x="217612" y="85830"/>
                </a:lnTo>
                <a:cubicBezTo>
                  <a:pt x="217612" y="89917"/>
                  <a:pt x="218241" y="93401"/>
                  <a:pt x="219499" y="96283"/>
                </a:cubicBezTo>
                <a:cubicBezTo>
                  <a:pt x="220756" y="99165"/>
                  <a:pt x="223075" y="101523"/>
                  <a:pt x="226455" y="103357"/>
                </a:cubicBezTo>
                <a:cubicBezTo>
                  <a:pt x="229834" y="105191"/>
                  <a:pt x="233777" y="106108"/>
                  <a:pt x="238284" y="106108"/>
                </a:cubicBezTo>
                <a:cubicBezTo>
                  <a:pt x="244572" y="106108"/>
                  <a:pt x="249288" y="104850"/>
                  <a:pt x="252432" y="102335"/>
                </a:cubicBezTo>
                <a:cubicBezTo>
                  <a:pt x="255575" y="99820"/>
                  <a:pt x="257147" y="96860"/>
                  <a:pt x="257147" y="93454"/>
                </a:cubicBezTo>
                <a:cubicBezTo>
                  <a:pt x="257147" y="90991"/>
                  <a:pt x="256204" y="88659"/>
                  <a:pt x="254318" y="86458"/>
                </a:cubicBezTo>
                <a:cubicBezTo>
                  <a:pt x="252379" y="84258"/>
                  <a:pt x="247650" y="81546"/>
                  <a:pt x="240131" y="78323"/>
                </a:cubicBezTo>
                <a:cubicBezTo>
                  <a:pt x="232612" y="75101"/>
                  <a:pt x="227804" y="72835"/>
                  <a:pt x="225708" y="71525"/>
                </a:cubicBezTo>
                <a:cubicBezTo>
                  <a:pt x="222197" y="69376"/>
                  <a:pt x="219551" y="66848"/>
                  <a:pt x="217770" y="63940"/>
                </a:cubicBezTo>
                <a:cubicBezTo>
                  <a:pt x="215988" y="61032"/>
                  <a:pt x="215097" y="57691"/>
                  <a:pt x="215097" y="53919"/>
                </a:cubicBezTo>
                <a:cubicBezTo>
                  <a:pt x="215097" y="47316"/>
                  <a:pt x="217717" y="41657"/>
                  <a:pt x="222957" y="36941"/>
                </a:cubicBezTo>
                <a:cubicBezTo>
                  <a:pt x="228197" y="32225"/>
                  <a:pt x="235533" y="29867"/>
                  <a:pt x="244965" y="29867"/>
                </a:cubicBezTo>
                <a:cubicBezTo>
                  <a:pt x="255444" y="29867"/>
                  <a:pt x="263422" y="32291"/>
                  <a:pt x="268898" y="37138"/>
                </a:cubicBezTo>
                <a:cubicBezTo>
                  <a:pt x="274374" y="41985"/>
                  <a:pt x="277216" y="48364"/>
                  <a:pt x="277426" y="56277"/>
                </a:cubicBezTo>
                <a:lnTo>
                  <a:pt x="263514" y="57220"/>
                </a:lnTo>
                <a:cubicBezTo>
                  <a:pt x="263304" y="52189"/>
                  <a:pt x="261523" y="48207"/>
                  <a:pt x="258169" y="45273"/>
                </a:cubicBezTo>
                <a:cubicBezTo>
                  <a:pt x="254816" y="42338"/>
                  <a:pt x="250074" y="40871"/>
                  <a:pt x="243943" y="40871"/>
                </a:cubicBezTo>
                <a:cubicBezTo>
                  <a:pt x="239017" y="40871"/>
                  <a:pt x="235192" y="41998"/>
                  <a:pt x="232467" y="44251"/>
                </a:cubicBezTo>
                <a:cubicBezTo>
                  <a:pt x="229743" y="46504"/>
                  <a:pt x="228380" y="48941"/>
                  <a:pt x="228380" y="51561"/>
                </a:cubicBezTo>
                <a:cubicBezTo>
                  <a:pt x="228380" y="54181"/>
                  <a:pt x="229559" y="56486"/>
                  <a:pt x="231917" y="58477"/>
                </a:cubicBezTo>
                <a:cubicBezTo>
                  <a:pt x="233489" y="59840"/>
                  <a:pt x="237550" y="61936"/>
                  <a:pt x="244100" y="64765"/>
                </a:cubicBezTo>
                <a:cubicBezTo>
                  <a:pt x="254999" y="69481"/>
                  <a:pt x="261863" y="73201"/>
                  <a:pt x="264693" y="75926"/>
                </a:cubicBezTo>
                <a:cubicBezTo>
                  <a:pt x="269199" y="80275"/>
                  <a:pt x="271452" y="85568"/>
                  <a:pt x="271452" y="91803"/>
                </a:cubicBezTo>
                <a:cubicBezTo>
                  <a:pt x="271452" y="95943"/>
                  <a:pt x="270182" y="100004"/>
                  <a:pt x="267640" y="103986"/>
                </a:cubicBezTo>
                <a:cubicBezTo>
                  <a:pt x="265099" y="107968"/>
                  <a:pt x="261221" y="111151"/>
                  <a:pt x="256008" y="113536"/>
                </a:cubicBezTo>
                <a:cubicBezTo>
                  <a:pt x="250794" y="115920"/>
                  <a:pt x="244650" y="117112"/>
                  <a:pt x="237576" y="117112"/>
                </a:cubicBezTo>
                <a:cubicBezTo>
                  <a:pt x="227935" y="117112"/>
                  <a:pt x="219735" y="114734"/>
                  <a:pt x="212975" y="109979"/>
                </a:cubicBezTo>
                <a:cubicBezTo>
                  <a:pt x="206216" y="105222"/>
                  <a:pt x="203019" y="97487"/>
                  <a:pt x="203386" y="867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7A4B6-45C9-4C44-B0A0-2D26A0F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563" y="4281938"/>
            <a:ext cx="1247522" cy="670710"/>
          </a:xfrm>
          <a:custGeom xmlns:a="http://schemas.openxmlformats.org/drawingml/2006/main">
            <a:pathLst>
              <a:path w="1247522" h="670710">
                <a:moveTo>
                  <a:pt x="0" y="670710"/>
                </a:moveTo>
                <a:lnTo>
                  <a:pt x="1247522" y="670710"/>
                </a:lnTo>
                <a:lnTo>
                  <a:pt x="1247522" y="0"/>
                </a:lnTo>
                <a:lnTo>
                  <a:pt x="0" y="0"/>
                </a:lnTo>
                <a:lnTo>
                  <a:pt x="0" y="6707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E239D-101D-4944-8AED-1D3ADFDD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563" y="4281938"/>
            <a:ext cx="1247522" cy="670710"/>
          </a:xfrm>
          <a:custGeom xmlns:a="http://schemas.openxmlformats.org/drawingml/2006/main">
            <a:pathLst>
              <a:path w="1247522" h="670710" fill="none">
                <a:moveTo>
                  <a:pt x="0" y="670710"/>
                </a:moveTo>
                <a:lnTo>
                  <a:pt x="1247522" y="670710"/>
                </a:lnTo>
                <a:lnTo>
                  <a:pt x="1247522" y="0"/>
                </a:lnTo>
                <a:lnTo>
                  <a:pt x="0" y="0"/>
                </a:lnTo>
                <a:lnTo>
                  <a:pt x="0" y="6707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62" name="Text Collect">
            <a:extLst xmlns:a="http://schemas.openxmlformats.org/drawingml/2006/main">
              <a:ext uri="{FF2B5EF4-FFF2-40B4-BE49-F238E27FC236}">
                <a16:creationId xmlns:a16="http://schemas.microsoft.com/office/drawing/2014/main" id="{A12BD16D-818C-4839-9E7B-131DDB4B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431" y="4453102"/>
            <a:ext cx="527086" cy="119313"/>
          </a:xfrm>
          <a:custGeom xmlns:a="http://schemas.openxmlformats.org/drawingml/2006/main">
            <a:pathLst>
              <a:path w="527086" h="119313">
                <a:moveTo>
                  <a:pt x="77813" y="74826"/>
                </a:moveTo>
                <a:lnTo>
                  <a:pt x="100370" y="81900"/>
                </a:lnTo>
                <a:cubicBezTo>
                  <a:pt x="96912" y="94556"/>
                  <a:pt x="91161" y="103956"/>
                  <a:pt x="83118" y="110099"/>
                </a:cubicBezTo>
                <a:cubicBezTo>
                  <a:pt x="75075" y="116242"/>
                  <a:pt x="64870" y="119313"/>
                  <a:pt x="52504" y="119313"/>
                </a:cubicBezTo>
                <a:cubicBezTo>
                  <a:pt x="37203" y="119313"/>
                  <a:pt x="24628" y="114079"/>
                  <a:pt x="14777" y="103613"/>
                </a:cubicBezTo>
                <a:cubicBezTo>
                  <a:pt x="4926" y="93144"/>
                  <a:pt x="0" y="78834"/>
                  <a:pt x="0" y="60681"/>
                </a:cubicBezTo>
                <a:cubicBezTo>
                  <a:pt x="0" y="41476"/>
                  <a:pt x="4952" y="26562"/>
                  <a:pt x="14855" y="15938"/>
                </a:cubicBezTo>
                <a:cubicBezTo>
                  <a:pt x="24759" y="5313"/>
                  <a:pt x="37780" y="0"/>
                  <a:pt x="53919" y="0"/>
                </a:cubicBezTo>
                <a:cubicBezTo>
                  <a:pt x="68014" y="0"/>
                  <a:pt x="79463" y="4176"/>
                  <a:pt x="88266" y="12527"/>
                </a:cubicBezTo>
                <a:cubicBezTo>
                  <a:pt x="93506" y="17464"/>
                  <a:pt x="97436" y="24554"/>
                  <a:pt x="100056" y="33797"/>
                </a:cubicBezTo>
                <a:lnTo>
                  <a:pt x="77027" y="39299"/>
                </a:lnTo>
                <a:cubicBezTo>
                  <a:pt x="75664" y="33326"/>
                  <a:pt x="72822" y="28610"/>
                  <a:pt x="68499" y="25152"/>
                </a:cubicBezTo>
                <a:cubicBezTo>
                  <a:pt x="64176" y="21693"/>
                  <a:pt x="58923" y="19964"/>
                  <a:pt x="52740" y="19964"/>
                </a:cubicBezTo>
                <a:cubicBezTo>
                  <a:pt x="44199" y="19964"/>
                  <a:pt x="37269" y="23029"/>
                  <a:pt x="31950" y="29160"/>
                </a:cubicBezTo>
                <a:cubicBezTo>
                  <a:pt x="26632" y="35291"/>
                  <a:pt x="23973" y="45220"/>
                  <a:pt x="23973" y="58949"/>
                </a:cubicBezTo>
                <a:cubicBezTo>
                  <a:pt x="23973" y="73516"/>
                  <a:pt x="26593" y="83891"/>
                  <a:pt x="31832" y="90074"/>
                </a:cubicBezTo>
                <a:cubicBezTo>
                  <a:pt x="37072" y="96257"/>
                  <a:pt x="43884" y="99349"/>
                  <a:pt x="52268" y="99349"/>
                </a:cubicBezTo>
                <a:cubicBezTo>
                  <a:pt x="58451" y="99349"/>
                  <a:pt x="63770" y="97378"/>
                  <a:pt x="68224" y="93436"/>
                </a:cubicBezTo>
                <a:cubicBezTo>
                  <a:pt x="72677" y="89493"/>
                  <a:pt x="75874" y="83290"/>
                  <a:pt x="77813" y="74826"/>
                </a:cubicBezTo>
                <a:close/>
                <a:moveTo>
                  <a:pt x="115041" y="74354"/>
                </a:moveTo>
                <a:cubicBezTo>
                  <a:pt x="115041" y="67018"/>
                  <a:pt x="116849" y="59918"/>
                  <a:pt x="120465" y="53054"/>
                </a:cubicBezTo>
                <a:cubicBezTo>
                  <a:pt x="124080" y="46190"/>
                  <a:pt x="129202" y="40950"/>
                  <a:pt x="135831" y="37334"/>
                </a:cubicBezTo>
                <a:cubicBezTo>
                  <a:pt x="142459" y="33719"/>
                  <a:pt x="149860" y="31911"/>
                  <a:pt x="158035" y="31911"/>
                </a:cubicBezTo>
                <a:cubicBezTo>
                  <a:pt x="170663" y="31911"/>
                  <a:pt x="181012" y="36011"/>
                  <a:pt x="189081" y="44212"/>
                </a:cubicBezTo>
                <a:cubicBezTo>
                  <a:pt x="197151" y="52412"/>
                  <a:pt x="201185" y="62774"/>
                  <a:pt x="201185" y="75297"/>
                </a:cubicBezTo>
                <a:cubicBezTo>
                  <a:pt x="201185" y="87926"/>
                  <a:pt x="197111" y="98392"/>
                  <a:pt x="188963" y="106698"/>
                </a:cubicBezTo>
                <a:cubicBezTo>
                  <a:pt x="180815" y="115003"/>
                  <a:pt x="170558" y="119155"/>
                  <a:pt x="158192" y="119155"/>
                </a:cubicBezTo>
                <a:cubicBezTo>
                  <a:pt x="150542" y="119155"/>
                  <a:pt x="143245" y="117426"/>
                  <a:pt x="136302" y="113968"/>
                </a:cubicBezTo>
                <a:cubicBezTo>
                  <a:pt x="129359" y="110510"/>
                  <a:pt x="124080" y="105440"/>
                  <a:pt x="120465" y="98759"/>
                </a:cubicBezTo>
                <a:cubicBezTo>
                  <a:pt x="116849" y="92078"/>
                  <a:pt x="115041" y="83943"/>
                  <a:pt x="115041" y="74354"/>
                </a:cubicBezTo>
                <a:moveTo>
                  <a:pt x="137678" y="75533"/>
                </a:moveTo>
                <a:cubicBezTo>
                  <a:pt x="137678" y="83786"/>
                  <a:pt x="139643" y="90107"/>
                  <a:pt x="143573" y="94495"/>
                </a:cubicBezTo>
                <a:cubicBezTo>
                  <a:pt x="147502" y="98884"/>
                  <a:pt x="152349" y="101078"/>
                  <a:pt x="158113" y="101078"/>
                </a:cubicBezTo>
                <a:cubicBezTo>
                  <a:pt x="163877" y="101078"/>
                  <a:pt x="168711" y="98884"/>
                  <a:pt x="172615" y="94495"/>
                </a:cubicBezTo>
                <a:cubicBezTo>
                  <a:pt x="176518" y="90107"/>
                  <a:pt x="178470" y="83734"/>
                  <a:pt x="178470" y="75376"/>
                </a:cubicBezTo>
                <a:cubicBezTo>
                  <a:pt x="178470" y="67228"/>
                  <a:pt x="176518" y="60960"/>
                  <a:pt x="172615" y="56571"/>
                </a:cubicBezTo>
                <a:cubicBezTo>
                  <a:pt x="168711" y="52183"/>
                  <a:pt x="163877" y="49989"/>
                  <a:pt x="158113" y="49989"/>
                </a:cubicBezTo>
                <a:cubicBezTo>
                  <a:pt x="152349" y="49989"/>
                  <a:pt x="147502" y="52183"/>
                  <a:pt x="143573" y="56571"/>
                </a:cubicBezTo>
                <a:cubicBezTo>
                  <a:pt x="139643" y="60960"/>
                  <a:pt x="137678" y="67280"/>
                  <a:pt x="137678" y="75533"/>
                </a:cubicBezTo>
                <a:close/>
                <a:moveTo>
                  <a:pt x="218503" y="117269"/>
                </a:moveTo>
                <a:lnTo>
                  <a:pt x="218503" y="2044"/>
                </a:lnTo>
                <a:lnTo>
                  <a:pt x="240589" y="2044"/>
                </a:lnTo>
                <a:lnTo>
                  <a:pt x="240589" y="117269"/>
                </a:lnTo>
                <a:lnTo>
                  <a:pt x="218503" y="117269"/>
                </a:lnTo>
                <a:close/>
                <a:moveTo>
                  <a:pt x="263252" y="117269"/>
                </a:moveTo>
                <a:lnTo>
                  <a:pt x="263252" y="2044"/>
                </a:lnTo>
                <a:lnTo>
                  <a:pt x="285339" y="2044"/>
                </a:lnTo>
                <a:lnTo>
                  <a:pt x="285339" y="117269"/>
                </a:lnTo>
                <a:lnTo>
                  <a:pt x="263252" y="117269"/>
                </a:lnTo>
                <a:close/>
                <a:moveTo>
                  <a:pt x="356340" y="90703"/>
                </a:moveTo>
                <a:lnTo>
                  <a:pt x="378348" y="94475"/>
                </a:lnTo>
                <a:cubicBezTo>
                  <a:pt x="375518" y="102519"/>
                  <a:pt x="371051" y="108643"/>
                  <a:pt x="364947" y="112848"/>
                </a:cubicBezTo>
                <a:cubicBezTo>
                  <a:pt x="358842" y="117053"/>
                  <a:pt x="351205" y="119155"/>
                  <a:pt x="342035" y="119155"/>
                </a:cubicBezTo>
                <a:cubicBezTo>
                  <a:pt x="327521" y="119155"/>
                  <a:pt x="316779" y="114413"/>
                  <a:pt x="309810" y="104929"/>
                </a:cubicBezTo>
                <a:cubicBezTo>
                  <a:pt x="304308" y="97331"/>
                  <a:pt x="301557" y="87742"/>
                  <a:pt x="301557" y="76162"/>
                </a:cubicBezTo>
                <a:cubicBezTo>
                  <a:pt x="301557" y="62329"/>
                  <a:pt x="305172" y="51495"/>
                  <a:pt x="312403" y="43661"/>
                </a:cubicBezTo>
                <a:cubicBezTo>
                  <a:pt x="319635" y="35828"/>
                  <a:pt x="328778" y="31911"/>
                  <a:pt x="339834" y="31911"/>
                </a:cubicBezTo>
                <a:cubicBezTo>
                  <a:pt x="352253" y="31911"/>
                  <a:pt x="362052" y="36011"/>
                  <a:pt x="369230" y="44212"/>
                </a:cubicBezTo>
                <a:cubicBezTo>
                  <a:pt x="376409" y="52412"/>
                  <a:pt x="379841" y="64975"/>
                  <a:pt x="379527" y="81900"/>
                </a:cubicBezTo>
                <a:lnTo>
                  <a:pt x="324193" y="81900"/>
                </a:lnTo>
                <a:cubicBezTo>
                  <a:pt x="324350" y="88450"/>
                  <a:pt x="326132" y="93545"/>
                  <a:pt x="329538" y="97187"/>
                </a:cubicBezTo>
                <a:cubicBezTo>
                  <a:pt x="332944" y="100829"/>
                  <a:pt x="337188" y="102650"/>
                  <a:pt x="342271" y="102650"/>
                </a:cubicBezTo>
                <a:cubicBezTo>
                  <a:pt x="345729" y="102650"/>
                  <a:pt x="348637" y="101707"/>
                  <a:pt x="350995" y="99820"/>
                </a:cubicBezTo>
                <a:cubicBezTo>
                  <a:pt x="353353" y="97934"/>
                  <a:pt x="355135" y="94895"/>
                  <a:pt x="356340" y="90703"/>
                </a:cubicBezTo>
                <a:moveTo>
                  <a:pt x="357598" y="68381"/>
                </a:moveTo>
                <a:cubicBezTo>
                  <a:pt x="357440" y="62014"/>
                  <a:pt x="355790" y="57174"/>
                  <a:pt x="352646" y="53860"/>
                </a:cubicBezTo>
                <a:cubicBezTo>
                  <a:pt x="349502" y="50545"/>
                  <a:pt x="345677" y="48888"/>
                  <a:pt x="341171" y="48888"/>
                </a:cubicBezTo>
                <a:cubicBezTo>
                  <a:pt x="336350" y="48888"/>
                  <a:pt x="332367" y="50636"/>
                  <a:pt x="329224" y="54132"/>
                </a:cubicBezTo>
                <a:cubicBezTo>
                  <a:pt x="326080" y="57630"/>
                  <a:pt x="324534" y="62379"/>
                  <a:pt x="324586" y="68381"/>
                </a:cubicBezTo>
                <a:lnTo>
                  <a:pt x="357598" y="68381"/>
                </a:lnTo>
                <a:close/>
                <a:moveTo>
                  <a:pt x="470283" y="58477"/>
                </a:moveTo>
                <a:lnTo>
                  <a:pt x="448512" y="62407"/>
                </a:lnTo>
                <a:cubicBezTo>
                  <a:pt x="447778" y="58084"/>
                  <a:pt x="446114" y="54829"/>
                  <a:pt x="443521" y="52641"/>
                </a:cubicBezTo>
                <a:cubicBezTo>
                  <a:pt x="440927" y="50454"/>
                  <a:pt x="437560" y="49360"/>
                  <a:pt x="433421" y="49360"/>
                </a:cubicBezTo>
                <a:cubicBezTo>
                  <a:pt x="427919" y="49360"/>
                  <a:pt x="423530" y="51254"/>
                  <a:pt x="420255" y="55041"/>
                </a:cubicBezTo>
                <a:cubicBezTo>
                  <a:pt x="416980" y="58829"/>
                  <a:pt x="415343" y="65162"/>
                  <a:pt x="415343" y="74042"/>
                </a:cubicBezTo>
                <a:cubicBezTo>
                  <a:pt x="415343" y="83916"/>
                  <a:pt x="417007" y="90891"/>
                  <a:pt x="420334" y="94967"/>
                </a:cubicBezTo>
                <a:cubicBezTo>
                  <a:pt x="423661" y="99041"/>
                  <a:pt x="428128" y="101078"/>
                  <a:pt x="433735" y="101078"/>
                </a:cubicBezTo>
                <a:cubicBezTo>
                  <a:pt x="437927" y="101078"/>
                  <a:pt x="441359" y="99886"/>
                  <a:pt x="444031" y="97501"/>
                </a:cubicBezTo>
                <a:cubicBezTo>
                  <a:pt x="446704" y="95117"/>
                  <a:pt x="448590" y="91017"/>
                  <a:pt x="449691" y="85201"/>
                </a:cubicBezTo>
                <a:lnTo>
                  <a:pt x="471384" y="88974"/>
                </a:lnTo>
                <a:cubicBezTo>
                  <a:pt x="469131" y="98929"/>
                  <a:pt x="464808" y="106449"/>
                  <a:pt x="458415" y="111531"/>
                </a:cubicBezTo>
                <a:cubicBezTo>
                  <a:pt x="452022" y="116614"/>
                  <a:pt x="443455" y="119155"/>
                  <a:pt x="432713" y="119155"/>
                </a:cubicBezTo>
                <a:cubicBezTo>
                  <a:pt x="420504" y="119155"/>
                  <a:pt x="410771" y="115304"/>
                  <a:pt x="403514" y="107601"/>
                </a:cubicBezTo>
                <a:cubicBezTo>
                  <a:pt x="396257" y="99899"/>
                  <a:pt x="392628" y="89236"/>
                  <a:pt x="392628" y="75612"/>
                </a:cubicBezTo>
                <a:cubicBezTo>
                  <a:pt x="392628" y="61831"/>
                  <a:pt x="396270" y="51102"/>
                  <a:pt x="403553" y="43426"/>
                </a:cubicBezTo>
                <a:cubicBezTo>
                  <a:pt x="410837" y="35749"/>
                  <a:pt x="420688" y="31911"/>
                  <a:pt x="433106" y="31911"/>
                </a:cubicBezTo>
                <a:cubicBezTo>
                  <a:pt x="443272" y="31911"/>
                  <a:pt x="451354" y="34099"/>
                  <a:pt x="457354" y="38474"/>
                </a:cubicBezTo>
                <a:cubicBezTo>
                  <a:pt x="463354" y="42849"/>
                  <a:pt x="467663" y="49517"/>
                  <a:pt x="470283" y="58477"/>
                </a:cubicBezTo>
                <a:close/>
                <a:moveTo>
                  <a:pt x="525278" y="33797"/>
                </a:moveTo>
                <a:lnTo>
                  <a:pt x="525278" y="51403"/>
                </a:lnTo>
                <a:lnTo>
                  <a:pt x="510187" y="51403"/>
                </a:lnTo>
                <a:lnTo>
                  <a:pt x="510187" y="84990"/>
                </a:lnTo>
                <a:cubicBezTo>
                  <a:pt x="510187" y="91792"/>
                  <a:pt x="510331" y="95755"/>
                  <a:pt x="510619" y="96880"/>
                </a:cubicBezTo>
                <a:cubicBezTo>
                  <a:pt x="510907" y="98003"/>
                  <a:pt x="511562" y="98932"/>
                  <a:pt x="512584" y="99665"/>
                </a:cubicBezTo>
                <a:cubicBezTo>
                  <a:pt x="513606" y="100397"/>
                  <a:pt x="514850" y="100763"/>
                  <a:pt x="516318" y="100763"/>
                </a:cubicBezTo>
                <a:cubicBezTo>
                  <a:pt x="518361" y="100763"/>
                  <a:pt x="521322" y="100056"/>
                  <a:pt x="525199" y="98641"/>
                </a:cubicBezTo>
                <a:lnTo>
                  <a:pt x="527086" y="115840"/>
                </a:lnTo>
                <a:cubicBezTo>
                  <a:pt x="521950" y="118050"/>
                  <a:pt x="516134" y="119155"/>
                  <a:pt x="509637" y="119155"/>
                </a:cubicBezTo>
                <a:cubicBezTo>
                  <a:pt x="505654" y="119155"/>
                  <a:pt x="502065" y="118487"/>
                  <a:pt x="498869" y="117151"/>
                </a:cubicBezTo>
                <a:cubicBezTo>
                  <a:pt x="495672" y="115815"/>
                  <a:pt x="493327" y="114086"/>
                  <a:pt x="491834" y="111964"/>
                </a:cubicBezTo>
                <a:cubicBezTo>
                  <a:pt x="490341" y="109841"/>
                  <a:pt x="489306" y="106973"/>
                  <a:pt x="488729" y="103357"/>
                </a:cubicBezTo>
                <a:cubicBezTo>
                  <a:pt x="488258" y="100790"/>
                  <a:pt x="488022" y="95602"/>
                  <a:pt x="488022" y="87795"/>
                </a:cubicBezTo>
                <a:lnTo>
                  <a:pt x="488022" y="51403"/>
                </a:lnTo>
                <a:lnTo>
                  <a:pt x="477883" y="51403"/>
                </a:lnTo>
                <a:lnTo>
                  <a:pt x="477883" y="33797"/>
                </a:lnTo>
                <a:lnTo>
                  <a:pt x="488022" y="33797"/>
                </a:lnTo>
                <a:lnTo>
                  <a:pt x="488022" y="17134"/>
                </a:lnTo>
                <a:lnTo>
                  <a:pt x="510187" y="4087"/>
                </a:lnTo>
                <a:lnTo>
                  <a:pt x="510187" y="33797"/>
                </a:lnTo>
                <a:lnTo>
                  <a:pt x="525278" y="33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Metrics">
            <a:extLst xmlns:a="http://schemas.openxmlformats.org/drawingml/2006/main">
              <a:ext uri="{FF2B5EF4-FFF2-40B4-BE49-F238E27FC236}">
                <a16:creationId xmlns:a16="http://schemas.microsoft.com/office/drawing/2014/main" id="{2388B2D4-AAD0-4773-BE8C-F1434848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12" y="4656354"/>
            <a:ext cx="544402" cy="117112"/>
          </a:xfrm>
          <a:custGeom xmlns:a="http://schemas.openxmlformats.org/drawingml/2006/main">
            <a:pathLst>
              <a:path w="544402" h="117112">
                <a:moveTo>
                  <a:pt x="0" y="115225"/>
                </a:moveTo>
                <a:lnTo>
                  <a:pt x="0" y="0"/>
                </a:lnTo>
                <a:lnTo>
                  <a:pt x="34819" y="0"/>
                </a:lnTo>
                <a:lnTo>
                  <a:pt x="55726" y="78599"/>
                </a:lnTo>
                <a:lnTo>
                  <a:pt x="76398" y="0"/>
                </a:lnTo>
                <a:lnTo>
                  <a:pt x="111296" y="0"/>
                </a:lnTo>
                <a:lnTo>
                  <a:pt x="111296" y="115225"/>
                </a:lnTo>
                <a:lnTo>
                  <a:pt x="89681" y="115225"/>
                </a:lnTo>
                <a:lnTo>
                  <a:pt x="89681" y="24523"/>
                </a:lnTo>
                <a:lnTo>
                  <a:pt x="66809" y="115225"/>
                </a:lnTo>
                <a:lnTo>
                  <a:pt x="44408" y="115225"/>
                </a:lnTo>
                <a:lnTo>
                  <a:pt x="21615" y="24523"/>
                </a:lnTo>
                <a:lnTo>
                  <a:pt x="21615" y="115225"/>
                </a:lnTo>
                <a:lnTo>
                  <a:pt x="0" y="115225"/>
                </a:lnTo>
                <a:close/>
                <a:moveTo>
                  <a:pt x="182583" y="88659"/>
                </a:moveTo>
                <a:lnTo>
                  <a:pt x="204591" y="92432"/>
                </a:lnTo>
                <a:cubicBezTo>
                  <a:pt x="201761" y="100475"/>
                  <a:pt x="197294" y="106599"/>
                  <a:pt x="191190" y="110804"/>
                </a:cubicBezTo>
                <a:cubicBezTo>
                  <a:pt x="185085" y="115009"/>
                  <a:pt x="177448" y="117112"/>
                  <a:pt x="168278" y="117112"/>
                </a:cubicBezTo>
                <a:cubicBezTo>
                  <a:pt x="153764" y="117112"/>
                  <a:pt x="143022" y="112370"/>
                  <a:pt x="136053" y="102886"/>
                </a:cubicBezTo>
                <a:cubicBezTo>
                  <a:pt x="130551" y="95288"/>
                  <a:pt x="127800" y="85699"/>
                  <a:pt x="127800" y="74118"/>
                </a:cubicBezTo>
                <a:cubicBezTo>
                  <a:pt x="127800" y="60285"/>
                  <a:pt x="131416" y="49452"/>
                  <a:pt x="138647" y="41618"/>
                </a:cubicBezTo>
                <a:cubicBezTo>
                  <a:pt x="145878" y="33784"/>
                  <a:pt x="155021" y="29867"/>
                  <a:pt x="166078" y="29867"/>
                </a:cubicBezTo>
                <a:cubicBezTo>
                  <a:pt x="178496" y="29867"/>
                  <a:pt x="188295" y="33968"/>
                  <a:pt x="195473" y="42168"/>
                </a:cubicBezTo>
                <a:cubicBezTo>
                  <a:pt x="202652" y="50369"/>
                  <a:pt x="206084" y="62931"/>
                  <a:pt x="205770" y="79856"/>
                </a:cubicBezTo>
                <a:lnTo>
                  <a:pt x="150436" y="79856"/>
                </a:lnTo>
                <a:cubicBezTo>
                  <a:pt x="150594" y="86406"/>
                  <a:pt x="152375" y="91502"/>
                  <a:pt x="155781" y="95144"/>
                </a:cubicBezTo>
                <a:cubicBezTo>
                  <a:pt x="159187" y="98785"/>
                  <a:pt x="163431" y="100606"/>
                  <a:pt x="168514" y="100606"/>
                </a:cubicBezTo>
                <a:cubicBezTo>
                  <a:pt x="171972" y="100606"/>
                  <a:pt x="174881" y="99663"/>
                  <a:pt x="177239" y="97777"/>
                </a:cubicBezTo>
                <a:cubicBezTo>
                  <a:pt x="179596" y="95890"/>
                  <a:pt x="181378" y="92851"/>
                  <a:pt x="182583" y="88659"/>
                </a:cubicBezTo>
                <a:moveTo>
                  <a:pt x="183841" y="66337"/>
                </a:moveTo>
                <a:cubicBezTo>
                  <a:pt x="183684" y="59971"/>
                  <a:pt x="182033" y="55130"/>
                  <a:pt x="178889" y="51816"/>
                </a:cubicBezTo>
                <a:cubicBezTo>
                  <a:pt x="175745" y="48502"/>
                  <a:pt x="171920" y="46845"/>
                  <a:pt x="167414" y="46845"/>
                </a:cubicBezTo>
                <a:cubicBezTo>
                  <a:pt x="162593" y="46845"/>
                  <a:pt x="158611" y="48593"/>
                  <a:pt x="155467" y="52089"/>
                </a:cubicBezTo>
                <a:cubicBezTo>
                  <a:pt x="152323" y="55586"/>
                  <a:pt x="150777" y="60336"/>
                  <a:pt x="150829" y="66337"/>
                </a:cubicBezTo>
                <a:lnTo>
                  <a:pt x="183841" y="66337"/>
                </a:lnTo>
                <a:close/>
                <a:moveTo>
                  <a:pt x="262022" y="31754"/>
                </a:moveTo>
                <a:lnTo>
                  <a:pt x="262022" y="49360"/>
                </a:lnTo>
                <a:lnTo>
                  <a:pt x="246931" y="49360"/>
                </a:lnTo>
                <a:lnTo>
                  <a:pt x="246931" y="82946"/>
                </a:lnTo>
                <a:cubicBezTo>
                  <a:pt x="246931" y="89748"/>
                  <a:pt x="247075" y="93712"/>
                  <a:pt x="247363" y="94837"/>
                </a:cubicBezTo>
                <a:cubicBezTo>
                  <a:pt x="247651" y="95960"/>
                  <a:pt x="248306" y="96888"/>
                  <a:pt x="249328" y="97622"/>
                </a:cubicBezTo>
                <a:cubicBezTo>
                  <a:pt x="250350" y="98354"/>
                  <a:pt x="251594" y="98720"/>
                  <a:pt x="253062" y="98720"/>
                </a:cubicBezTo>
                <a:cubicBezTo>
                  <a:pt x="255105" y="98720"/>
                  <a:pt x="258066" y="98012"/>
                  <a:pt x="261943" y="96598"/>
                </a:cubicBezTo>
                <a:lnTo>
                  <a:pt x="263830" y="113796"/>
                </a:lnTo>
                <a:cubicBezTo>
                  <a:pt x="258694" y="116007"/>
                  <a:pt x="252878" y="117112"/>
                  <a:pt x="246381" y="117112"/>
                </a:cubicBezTo>
                <a:cubicBezTo>
                  <a:pt x="242398" y="117112"/>
                  <a:pt x="238809" y="116444"/>
                  <a:pt x="235613" y="115108"/>
                </a:cubicBezTo>
                <a:cubicBezTo>
                  <a:pt x="232416" y="113771"/>
                  <a:pt x="230071" y="112042"/>
                  <a:pt x="228578" y="109920"/>
                </a:cubicBezTo>
                <a:cubicBezTo>
                  <a:pt x="227085" y="107798"/>
                  <a:pt x="226050" y="104929"/>
                  <a:pt x="225473" y="101314"/>
                </a:cubicBezTo>
                <a:cubicBezTo>
                  <a:pt x="225002" y="98746"/>
                  <a:pt x="224766" y="93558"/>
                  <a:pt x="224766" y="85751"/>
                </a:cubicBezTo>
                <a:lnTo>
                  <a:pt x="224766" y="49360"/>
                </a:lnTo>
                <a:lnTo>
                  <a:pt x="214627" y="49360"/>
                </a:lnTo>
                <a:lnTo>
                  <a:pt x="214627" y="31754"/>
                </a:lnTo>
                <a:lnTo>
                  <a:pt x="224766" y="31754"/>
                </a:lnTo>
                <a:lnTo>
                  <a:pt x="224766" y="15091"/>
                </a:lnTo>
                <a:lnTo>
                  <a:pt x="246931" y="2044"/>
                </a:lnTo>
                <a:lnTo>
                  <a:pt x="246931" y="31754"/>
                </a:lnTo>
                <a:lnTo>
                  <a:pt x="262022" y="31754"/>
                </a:lnTo>
                <a:close/>
                <a:moveTo>
                  <a:pt x="298490" y="115225"/>
                </a:moveTo>
                <a:lnTo>
                  <a:pt x="276404" y="115225"/>
                </a:lnTo>
                <a:lnTo>
                  <a:pt x="276404" y="31754"/>
                </a:lnTo>
                <a:lnTo>
                  <a:pt x="296918" y="31754"/>
                </a:lnTo>
                <a:lnTo>
                  <a:pt x="296918" y="43622"/>
                </a:lnTo>
                <a:cubicBezTo>
                  <a:pt x="300429" y="38015"/>
                  <a:pt x="303586" y="34321"/>
                  <a:pt x="306389" y="32540"/>
                </a:cubicBezTo>
                <a:cubicBezTo>
                  <a:pt x="309193" y="30758"/>
                  <a:pt x="312376" y="29867"/>
                  <a:pt x="315939" y="29867"/>
                </a:cubicBezTo>
                <a:cubicBezTo>
                  <a:pt x="320969" y="29867"/>
                  <a:pt x="325816" y="31256"/>
                  <a:pt x="330480" y="34033"/>
                </a:cubicBezTo>
                <a:lnTo>
                  <a:pt x="323642" y="53290"/>
                </a:lnTo>
                <a:cubicBezTo>
                  <a:pt x="319921" y="50879"/>
                  <a:pt x="316463" y="49674"/>
                  <a:pt x="313267" y="49674"/>
                </a:cubicBezTo>
                <a:cubicBezTo>
                  <a:pt x="310175" y="49674"/>
                  <a:pt x="307555" y="50526"/>
                  <a:pt x="305407" y="52229"/>
                </a:cubicBezTo>
                <a:cubicBezTo>
                  <a:pt x="303259" y="53932"/>
                  <a:pt x="301569" y="57010"/>
                  <a:pt x="300337" y="61464"/>
                </a:cubicBezTo>
                <a:cubicBezTo>
                  <a:pt x="299106" y="65918"/>
                  <a:pt x="298490" y="75245"/>
                  <a:pt x="298490" y="89445"/>
                </a:cubicBezTo>
                <a:lnTo>
                  <a:pt x="298490" y="115225"/>
                </a:lnTo>
                <a:close/>
                <a:moveTo>
                  <a:pt x="339965" y="20436"/>
                </a:moveTo>
                <a:lnTo>
                  <a:pt x="339965" y="0"/>
                </a:lnTo>
                <a:lnTo>
                  <a:pt x="362051" y="0"/>
                </a:lnTo>
                <a:lnTo>
                  <a:pt x="362051" y="20436"/>
                </a:lnTo>
                <a:lnTo>
                  <a:pt x="339965" y="20436"/>
                </a:lnTo>
                <a:moveTo>
                  <a:pt x="339965" y="115225"/>
                </a:moveTo>
                <a:lnTo>
                  <a:pt x="339965" y="31754"/>
                </a:lnTo>
                <a:lnTo>
                  <a:pt x="362051" y="31754"/>
                </a:lnTo>
                <a:lnTo>
                  <a:pt x="362051" y="115225"/>
                </a:lnTo>
                <a:lnTo>
                  <a:pt x="339965" y="115225"/>
                </a:lnTo>
                <a:close/>
                <a:moveTo>
                  <a:pt x="457496" y="56434"/>
                </a:moveTo>
                <a:lnTo>
                  <a:pt x="435725" y="60364"/>
                </a:lnTo>
                <a:cubicBezTo>
                  <a:pt x="434991" y="56041"/>
                  <a:pt x="433327" y="52785"/>
                  <a:pt x="430734" y="50598"/>
                </a:cubicBezTo>
                <a:cubicBezTo>
                  <a:pt x="428140" y="48410"/>
                  <a:pt x="424773" y="47316"/>
                  <a:pt x="420634" y="47316"/>
                </a:cubicBezTo>
                <a:cubicBezTo>
                  <a:pt x="415132" y="47316"/>
                  <a:pt x="410743" y="49210"/>
                  <a:pt x="407468" y="52998"/>
                </a:cubicBezTo>
                <a:cubicBezTo>
                  <a:pt x="404193" y="56785"/>
                  <a:pt x="402556" y="63119"/>
                  <a:pt x="402556" y="71999"/>
                </a:cubicBezTo>
                <a:cubicBezTo>
                  <a:pt x="402556" y="81873"/>
                  <a:pt x="404220" y="88847"/>
                  <a:pt x="407547" y="92923"/>
                </a:cubicBezTo>
                <a:cubicBezTo>
                  <a:pt x="410874" y="96997"/>
                  <a:pt x="415341" y="99034"/>
                  <a:pt x="420948" y="99034"/>
                </a:cubicBezTo>
                <a:cubicBezTo>
                  <a:pt x="425140" y="99034"/>
                  <a:pt x="428572" y="97842"/>
                  <a:pt x="431244" y="95458"/>
                </a:cubicBezTo>
                <a:cubicBezTo>
                  <a:pt x="433917" y="93074"/>
                  <a:pt x="435803" y="88974"/>
                  <a:pt x="436904" y="83157"/>
                </a:cubicBezTo>
                <a:lnTo>
                  <a:pt x="458597" y="86930"/>
                </a:lnTo>
                <a:cubicBezTo>
                  <a:pt x="456344" y="96886"/>
                  <a:pt x="452021" y="104405"/>
                  <a:pt x="445628" y="109488"/>
                </a:cubicBezTo>
                <a:cubicBezTo>
                  <a:pt x="439235" y="114570"/>
                  <a:pt x="430668" y="117112"/>
                  <a:pt x="419926" y="117112"/>
                </a:cubicBezTo>
                <a:cubicBezTo>
                  <a:pt x="407717" y="117112"/>
                  <a:pt x="397984" y="113261"/>
                  <a:pt x="390727" y="105558"/>
                </a:cubicBezTo>
                <a:cubicBezTo>
                  <a:pt x="383470" y="97855"/>
                  <a:pt x="379841" y="87192"/>
                  <a:pt x="379841" y="73568"/>
                </a:cubicBezTo>
                <a:cubicBezTo>
                  <a:pt x="379841" y="59787"/>
                  <a:pt x="383483" y="49059"/>
                  <a:pt x="390766" y="41382"/>
                </a:cubicBezTo>
                <a:cubicBezTo>
                  <a:pt x="398050" y="33706"/>
                  <a:pt x="407901" y="29867"/>
                  <a:pt x="420319" y="29867"/>
                </a:cubicBezTo>
                <a:cubicBezTo>
                  <a:pt x="430485" y="29867"/>
                  <a:pt x="438567" y="32055"/>
                  <a:pt x="444567" y="36430"/>
                </a:cubicBezTo>
                <a:cubicBezTo>
                  <a:pt x="450567" y="40806"/>
                  <a:pt x="454876" y="47474"/>
                  <a:pt x="457496" y="56434"/>
                </a:cubicBezTo>
                <a:close/>
                <a:moveTo>
                  <a:pt x="466432" y="91489"/>
                </a:moveTo>
                <a:lnTo>
                  <a:pt x="488597" y="88030"/>
                </a:lnTo>
                <a:cubicBezTo>
                  <a:pt x="489540" y="92301"/>
                  <a:pt x="491453" y="95543"/>
                  <a:pt x="494335" y="97757"/>
                </a:cubicBezTo>
                <a:cubicBezTo>
                  <a:pt x="497216" y="99971"/>
                  <a:pt x="501251" y="101078"/>
                  <a:pt x="506439" y="101078"/>
                </a:cubicBezTo>
                <a:cubicBezTo>
                  <a:pt x="512150" y="101078"/>
                  <a:pt x="516447" y="100031"/>
                  <a:pt x="519329" y="97939"/>
                </a:cubicBezTo>
                <a:cubicBezTo>
                  <a:pt x="521268" y="96473"/>
                  <a:pt x="522237" y="94511"/>
                  <a:pt x="522237" y="92051"/>
                </a:cubicBezTo>
                <a:cubicBezTo>
                  <a:pt x="522237" y="90376"/>
                  <a:pt x="521713" y="88989"/>
                  <a:pt x="520665" y="87890"/>
                </a:cubicBezTo>
                <a:cubicBezTo>
                  <a:pt x="519565" y="86844"/>
                  <a:pt x="517102" y="85876"/>
                  <a:pt x="513277" y="84987"/>
                </a:cubicBezTo>
                <a:cubicBezTo>
                  <a:pt x="495461" y="81064"/>
                  <a:pt x="484169" y="77479"/>
                  <a:pt x="479401" y="74234"/>
                </a:cubicBezTo>
                <a:cubicBezTo>
                  <a:pt x="472799" y="69731"/>
                  <a:pt x="469497" y="63475"/>
                  <a:pt x="469497" y="55466"/>
                </a:cubicBezTo>
                <a:cubicBezTo>
                  <a:pt x="469497" y="48241"/>
                  <a:pt x="472353" y="42169"/>
                  <a:pt x="478065" y="37248"/>
                </a:cubicBezTo>
                <a:cubicBezTo>
                  <a:pt x="483776" y="32328"/>
                  <a:pt x="492632" y="29867"/>
                  <a:pt x="504631" y="29867"/>
                </a:cubicBezTo>
                <a:cubicBezTo>
                  <a:pt x="516054" y="29867"/>
                  <a:pt x="524543" y="31721"/>
                  <a:pt x="530097" y="35428"/>
                </a:cubicBezTo>
                <a:cubicBezTo>
                  <a:pt x="535651" y="39136"/>
                  <a:pt x="539476" y="44618"/>
                  <a:pt x="541572" y="51875"/>
                </a:cubicBezTo>
                <a:lnTo>
                  <a:pt x="520744" y="55805"/>
                </a:lnTo>
                <a:cubicBezTo>
                  <a:pt x="519853" y="52556"/>
                  <a:pt x="518163" y="50067"/>
                  <a:pt x="515674" y="48338"/>
                </a:cubicBezTo>
                <a:cubicBezTo>
                  <a:pt x="513185" y="46609"/>
                  <a:pt x="509635" y="45744"/>
                  <a:pt x="505024" y="45744"/>
                </a:cubicBezTo>
                <a:cubicBezTo>
                  <a:pt x="499208" y="45744"/>
                  <a:pt x="495042" y="46556"/>
                  <a:pt x="492527" y="48178"/>
                </a:cubicBezTo>
                <a:cubicBezTo>
                  <a:pt x="490850" y="49328"/>
                  <a:pt x="490012" y="50819"/>
                  <a:pt x="490012" y="52651"/>
                </a:cubicBezTo>
                <a:cubicBezTo>
                  <a:pt x="490012" y="54220"/>
                  <a:pt x="490745" y="55554"/>
                  <a:pt x="492212" y="56652"/>
                </a:cubicBezTo>
                <a:cubicBezTo>
                  <a:pt x="494204" y="58118"/>
                  <a:pt x="501081" y="60185"/>
                  <a:pt x="512844" y="62854"/>
                </a:cubicBezTo>
                <a:cubicBezTo>
                  <a:pt x="524608" y="65523"/>
                  <a:pt x="532822" y="68797"/>
                  <a:pt x="537485" y="72677"/>
                </a:cubicBezTo>
                <a:cubicBezTo>
                  <a:pt x="542096" y="76610"/>
                  <a:pt x="544402" y="82089"/>
                  <a:pt x="544402" y="89114"/>
                </a:cubicBezTo>
                <a:cubicBezTo>
                  <a:pt x="544402" y="96769"/>
                  <a:pt x="541205" y="103349"/>
                  <a:pt x="534813" y="108854"/>
                </a:cubicBezTo>
                <a:cubicBezTo>
                  <a:pt x="528420" y="114359"/>
                  <a:pt x="518962" y="117112"/>
                  <a:pt x="506439" y="117112"/>
                </a:cubicBezTo>
                <a:cubicBezTo>
                  <a:pt x="495068" y="117112"/>
                  <a:pt x="486069" y="114814"/>
                  <a:pt x="479440" y="110217"/>
                </a:cubicBezTo>
                <a:cubicBezTo>
                  <a:pt x="472812" y="105619"/>
                  <a:pt x="468476" y="99376"/>
                  <a:pt x="466432" y="9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57FEF-D6F4-4DCB-A9DD-1499C16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062" y="4617320"/>
            <a:ext cx="290151" cy="10"/>
          </a:xfrm>
          <a:custGeom xmlns:a="http://schemas.openxmlformats.org/drawingml/2006/main">
            <a:pathLst>
              <a:path w="290151" h="1" fill="none">
                <a:moveTo>
                  <a:pt x="0" y="0"/>
                </a:moveTo>
                <a:lnTo>
                  <a:pt x="290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ADABA-BDA1-48DA-8610-26DDA8AE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752" y="4570371"/>
            <a:ext cx="93897" cy="93897"/>
          </a:xfrm>
          <a:custGeom xmlns:a="http://schemas.openxmlformats.org/drawingml/2006/main">
            <a:pathLst>
              <a:path w="93897" h="93897">
                <a:moveTo>
                  <a:pt x="93897" y="46949"/>
                </a:moveTo>
                <a:lnTo>
                  <a:pt x="0" y="93897"/>
                </a:lnTo>
                <a:lnTo>
                  <a:pt x="23460" y="46949"/>
                </a:lnTo>
                <a:lnTo>
                  <a:pt x="0" y="0"/>
                </a:lnTo>
                <a:lnTo>
                  <a:pt x="93897" y="469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D4ECC-4F56-453D-ACF2-16C4B9E8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752" y="4570371"/>
            <a:ext cx="93897" cy="93897"/>
          </a:xfrm>
          <a:custGeom xmlns:a="http://schemas.openxmlformats.org/drawingml/2006/main">
            <a:pathLst>
              <a:path w="93897" h="93897" fill="none">
                <a:moveTo>
                  <a:pt x="93897" y="46949"/>
                </a:moveTo>
                <a:lnTo>
                  <a:pt x="0" y="93897"/>
                </a:lnTo>
                <a:lnTo>
                  <a:pt x="23460" y="46949"/>
                </a:lnTo>
                <a:lnTo>
                  <a:pt x="0" y="0"/>
                </a:lnTo>
                <a:lnTo>
                  <a:pt x="93897" y="46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70D82-3227-4125-BF40-0B987B32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885" y="4124333"/>
            <a:ext cx="442667" cy="442667"/>
          </a:xfrm>
          <a:custGeom xmlns:a="http://schemas.openxmlformats.org/drawingml/2006/main">
            <a:pathLst>
              <a:path w="442667" h="442667">
                <a:moveTo>
                  <a:pt x="0" y="442667"/>
                </a:moveTo>
                <a:lnTo>
                  <a:pt x="442667" y="442667"/>
                </a:lnTo>
                <a:lnTo>
                  <a:pt x="442667" y="0"/>
                </a:lnTo>
                <a:lnTo>
                  <a:pt x="0" y="0"/>
                </a:lnTo>
                <a:lnTo>
                  <a:pt x="0" y="4426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8e38d02e94d59"/>
          <a:stretch xmlns:a="http://schemas.openxmlformats.org/drawingml/2006/main"/>
        </p:blipFill>
        <p:spPr>
          <a:xfrm xmlns:a="http://schemas.openxmlformats.org/drawingml/2006/main">
            <a:off x="1820885" y="4124332"/>
            <a:ext cx="442667" cy="442667"/>
          </a:xfrm>
          <a:prstGeom xmlns:a="http://schemas.openxmlformats.org/drawingml/2006/main" prst="rect">
            <a:avLst/>
          </a:prstGeom>
        </p:spPr>
      </p:pic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422EF-F950-4CAE-8603-A7794D5A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89" y="3078699"/>
            <a:ext cx="670712" cy="1018127"/>
          </a:xfrm>
          <a:custGeom xmlns:a="http://schemas.openxmlformats.org/drawingml/2006/main">
            <a:pathLst>
              <a:path w="670712" h="1018127">
                <a:moveTo>
                  <a:pt x="0" y="160992"/>
                </a:moveTo>
                <a:cubicBezTo>
                  <a:pt x="0" y="0"/>
                  <a:pt x="670712" y="0"/>
                  <a:pt x="670712" y="160992"/>
                </a:cubicBezTo>
                <a:lnTo>
                  <a:pt x="670712" y="857164"/>
                </a:lnTo>
                <a:cubicBezTo>
                  <a:pt x="670712" y="1018127"/>
                  <a:pt x="0" y="1018127"/>
                  <a:pt x="0" y="857164"/>
                </a:cubicBezTo>
                <a:lnTo>
                  <a:pt x="0" y="16099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E9AE0-02E4-43F1-87B2-3C135882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89" y="3078699"/>
            <a:ext cx="670712" cy="1018127"/>
          </a:xfrm>
          <a:custGeom xmlns:a="http://schemas.openxmlformats.org/drawingml/2006/main">
            <a:pathLst>
              <a:path w="670712" h="1018127" fill="none">
                <a:moveTo>
                  <a:pt x="0" y="160992"/>
                </a:moveTo>
                <a:cubicBezTo>
                  <a:pt x="0" y="0"/>
                  <a:pt x="670712" y="0"/>
                  <a:pt x="670712" y="160992"/>
                </a:cubicBezTo>
                <a:lnTo>
                  <a:pt x="670712" y="857164"/>
                </a:lnTo>
                <a:cubicBezTo>
                  <a:pt x="670712" y="1018127"/>
                  <a:pt x="0" y="1018127"/>
                  <a:pt x="0" y="857164"/>
                </a:cubicBezTo>
                <a:lnTo>
                  <a:pt x="0" y="1609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9AC64-B857-4C80-8CEE-4BC1AA68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89" y="3239691"/>
            <a:ext cx="670712" cy="241430"/>
          </a:xfrm>
          <a:custGeom xmlns:a="http://schemas.openxmlformats.org/drawingml/2006/main">
            <a:pathLst>
              <a:path w="670712" h="241430" fill="none">
                <a:moveTo>
                  <a:pt x="0" y="0"/>
                </a:moveTo>
                <a:cubicBezTo>
                  <a:pt x="0" y="120701"/>
                  <a:pt x="670712" y="120701"/>
                  <a:pt x="670712" y="0"/>
                </a:cubicBezTo>
                <a:moveTo>
                  <a:pt x="0" y="60350"/>
                </a:moveTo>
                <a:cubicBezTo>
                  <a:pt x="0" y="181080"/>
                  <a:pt x="670712" y="181080"/>
                  <a:pt x="670712" y="60350"/>
                </a:cubicBezTo>
                <a:moveTo>
                  <a:pt x="0" y="120701"/>
                </a:moveTo>
                <a:cubicBezTo>
                  <a:pt x="0" y="241430"/>
                  <a:pt x="670712" y="241430"/>
                  <a:pt x="670712" y="12070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72" name="Text NFR">
            <a:extLst xmlns:a="http://schemas.openxmlformats.org/drawingml/2006/main">
              <a:ext uri="{FF2B5EF4-FFF2-40B4-BE49-F238E27FC236}">
                <a16:creationId xmlns:a16="http://schemas.microsoft.com/office/drawing/2014/main" id="{83064B5F-8518-484B-AA46-528968EE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485" y="3489311"/>
            <a:ext cx="318008" cy="115225"/>
          </a:xfrm>
          <a:custGeom xmlns:a="http://schemas.openxmlformats.org/drawingml/2006/main">
            <a:pathLst>
              <a:path w="318008" h="115225">
                <a:moveTo>
                  <a:pt x="0" y="115225"/>
                </a:moveTo>
                <a:lnTo>
                  <a:pt x="0" y="0"/>
                </a:lnTo>
                <a:lnTo>
                  <a:pt x="22636" y="0"/>
                </a:lnTo>
                <a:lnTo>
                  <a:pt x="69796" y="77113"/>
                </a:lnTo>
                <a:lnTo>
                  <a:pt x="69796" y="0"/>
                </a:lnTo>
                <a:lnTo>
                  <a:pt x="91410" y="0"/>
                </a:lnTo>
                <a:lnTo>
                  <a:pt x="91410" y="115225"/>
                </a:lnTo>
                <a:lnTo>
                  <a:pt x="68066" y="115225"/>
                </a:lnTo>
                <a:lnTo>
                  <a:pt x="21615" y="39874"/>
                </a:lnTo>
                <a:lnTo>
                  <a:pt x="21615" y="115225"/>
                </a:lnTo>
                <a:lnTo>
                  <a:pt x="0" y="115225"/>
                </a:lnTo>
                <a:close/>
                <a:moveTo>
                  <a:pt x="116142" y="115225"/>
                </a:moveTo>
                <a:lnTo>
                  <a:pt x="116142" y="0"/>
                </a:lnTo>
                <a:lnTo>
                  <a:pt x="195133" y="0"/>
                </a:lnTo>
                <a:lnTo>
                  <a:pt x="195133" y="19492"/>
                </a:lnTo>
                <a:lnTo>
                  <a:pt x="139407" y="19492"/>
                </a:lnTo>
                <a:lnTo>
                  <a:pt x="139407" y="46688"/>
                </a:lnTo>
                <a:lnTo>
                  <a:pt x="187509" y="46688"/>
                </a:lnTo>
                <a:lnTo>
                  <a:pt x="187509" y="66180"/>
                </a:lnTo>
                <a:lnTo>
                  <a:pt x="139407" y="66180"/>
                </a:lnTo>
                <a:lnTo>
                  <a:pt x="139407" y="115225"/>
                </a:lnTo>
                <a:lnTo>
                  <a:pt x="116142" y="115225"/>
                </a:lnTo>
                <a:close/>
                <a:moveTo>
                  <a:pt x="214415" y="115225"/>
                </a:moveTo>
                <a:lnTo>
                  <a:pt x="214415" y="0"/>
                </a:lnTo>
                <a:lnTo>
                  <a:pt x="263382" y="0"/>
                </a:lnTo>
                <a:cubicBezTo>
                  <a:pt x="275696" y="0"/>
                  <a:pt x="284643" y="1035"/>
                  <a:pt x="290224" y="3105"/>
                </a:cubicBezTo>
                <a:cubicBezTo>
                  <a:pt x="295804" y="5174"/>
                  <a:pt x="300271" y="8855"/>
                  <a:pt x="303625" y="14148"/>
                </a:cubicBezTo>
                <a:cubicBezTo>
                  <a:pt x="306978" y="19440"/>
                  <a:pt x="308655" y="25492"/>
                  <a:pt x="308655" y="32304"/>
                </a:cubicBezTo>
                <a:cubicBezTo>
                  <a:pt x="308655" y="40950"/>
                  <a:pt x="306114" y="48089"/>
                  <a:pt x="301031" y="53722"/>
                </a:cubicBezTo>
                <a:cubicBezTo>
                  <a:pt x="295948" y="59355"/>
                  <a:pt x="288350" y="62905"/>
                  <a:pt x="278237" y="64372"/>
                </a:cubicBezTo>
                <a:cubicBezTo>
                  <a:pt x="283268" y="67307"/>
                  <a:pt x="287420" y="70529"/>
                  <a:pt x="290695" y="74040"/>
                </a:cubicBezTo>
                <a:cubicBezTo>
                  <a:pt x="293970" y="77551"/>
                  <a:pt x="298385" y="83786"/>
                  <a:pt x="303939" y="92746"/>
                </a:cubicBezTo>
                <a:lnTo>
                  <a:pt x="318008" y="115225"/>
                </a:lnTo>
                <a:lnTo>
                  <a:pt x="290184" y="115225"/>
                </a:lnTo>
                <a:lnTo>
                  <a:pt x="273364" y="90145"/>
                </a:lnTo>
                <a:cubicBezTo>
                  <a:pt x="267391" y="81188"/>
                  <a:pt x="263304" y="75545"/>
                  <a:pt x="261103" y="73215"/>
                </a:cubicBezTo>
                <a:cubicBezTo>
                  <a:pt x="258902" y="70883"/>
                  <a:pt x="256570" y="69285"/>
                  <a:pt x="254108" y="68420"/>
                </a:cubicBezTo>
                <a:cubicBezTo>
                  <a:pt x="251645" y="67555"/>
                  <a:pt x="247741" y="67123"/>
                  <a:pt x="242396" y="67123"/>
                </a:cubicBezTo>
                <a:lnTo>
                  <a:pt x="237681" y="67123"/>
                </a:lnTo>
                <a:lnTo>
                  <a:pt x="237681" y="115225"/>
                </a:lnTo>
                <a:lnTo>
                  <a:pt x="214415" y="115225"/>
                </a:lnTo>
                <a:moveTo>
                  <a:pt x="237681" y="48731"/>
                </a:moveTo>
                <a:lnTo>
                  <a:pt x="254894" y="48731"/>
                </a:lnTo>
                <a:cubicBezTo>
                  <a:pt x="266055" y="48731"/>
                  <a:pt x="273024" y="48260"/>
                  <a:pt x="275801" y="47316"/>
                </a:cubicBezTo>
                <a:cubicBezTo>
                  <a:pt x="278578" y="46373"/>
                  <a:pt x="280753" y="44749"/>
                  <a:pt x="282324" y="42443"/>
                </a:cubicBezTo>
                <a:cubicBezTo>
                  <a:pt x="283896" y="40138"/>
                  <a:pt x="284682" y="37256"/>
                  <a:pt x="284682" y="33797"/>
                </a:cubicBezTo>
                <a:cubicBezTo>
                  <a:pt x="284682" y="29920"/>
                  <a:pt x="283648" y="26789"/>
                  <a:pt x="281578" y="24405"/>
                </a:cubicBezTo>
                <a:cubicBezTo>
                  <a:pt x="279508" y="22021"/>
                  <a:pt x="276587" y="20514"/>
                  <a:pt x="272814" y="19885"/>
                </a:cubicBezTo>
                <a:cubicBezTo>
                  <a:pt x="270928" y="19623"/>
                  <a:pt x="265269" y="19492"/>
                  <a:pt x="255837" y="19492"/>
                </a:cubicBezTo>
                <a:lnTo>
                  <a:pt x="237681" y="19492"/>
                </a:lnTo>
                <a:lnTo>
                  <a:pt x="237681" y="48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Devs">
            <a:extLst xmlns:a="http://schemas.openxmlformats.org/drawingml/2006/main">
              <a:ext uri="{FF2B5EF4-FFF2-40B4-BE49-F238E27FC236}">
                <a16:creationId xmlns:a16="http://schemas.microsoft.com/office/drawing/2014/main" id="{7668B175-C2B6-43E5-91B5-2A18E759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348" y="3677113"/>
            <a:ext cx="365329" cy="117112"/>
          </a:xfrm>
          <a:custGeom xmlns:a="http://schemas.openxmlformats.org/drawingml/2006/main">
            <a:pathLst>
              <a:path w="365329" h="117112">
                <a:moveTo>
                  <a:pt x="0" y="0"/>
                </a:moveTo>
                <a:lnTo>
                  <a:pt x="42522" y="0"/>
                </a:lnTo>
                <a:cubicBezTo>
                  <a:pt x="52111" y="0"/>
                  <a:pt x="59421" y="734"/>
                  <a:pt x="64451" y="2201"/>
                </a:cubicBezTo>
                <a:cubicBezTo>
                  <a:pt x="71210" y="4192"/>
                  <a:pt x="77000" y="7729"/>
                  <a:pt x="81821" y="12812"/>
                </a:cubicBezTo>
                <a:cubicBezTo>
                  <a:pt x="86642" y="17894"/>
                  <a:pt x="90310" y="24117"/>
                  <a:pt x="92825" y="31479"/>
                </a:cubicBezTo>
                <a:cubicBezTo>
                  <a:pt x="95340" y="38841"/>
                  <a:pt x="96598" y="47919"/>
                  <a:pt x="96598" y="58713"/>
                </a:cubicBezTo>
                <a:cubicBezTo>
                  <a:pt x="96598" y="68197"/>
                  <a:pt x="95419" y="76372"/>
                  <a:pt x="93061" y="83236"/>
                </a:cubicBezTo>
                <a:cubicBezTo>
                  <a:pt x="90179" y="91620"/>
                  <a:pt x="86065" y="98405"/>
                  <a:pt x="80721" y="103593"/>
                </a:cubicBezTo>
                <a:cubicBezTo>
                  <a:pt x="76686" y="107523"/>
                  <a:pt x="71236" y="110588"/>
                  <a:pt x="64372" y="112789"/>
                </a:cubicBezTo>
                <a:cubicBezTo>
                  <a:pt x="59237" y="114413"/>
                  <a:pt x="52373" y="115225"/>
                  <a:pt x="43779" y="115225"/>
                </a:cubicBezTo>
                <a:lnTo>
                  <a:pt x="0" y="115225"/>
                </a:lnTo>
                <a:lnTo>
                  <a:pt x="0" y="0"/>
                </a:lnTo>
                <a:moveTo>
                  <a:pt x="23265" y="19492"/>
                </a:moveTo>
                <a:lnTo>
                  <a:pt x="23265" y="95733"/>
                </a:lnTo>
                <a:lnTo>
                  <a:pt x="40635" y="95733"/>
                </a:lnTo>
                <a:cubicBezTo>
                  <a:pt x="47133" y="95733"/>
                  <a:pt x="51823" y="95366"/>
                  <a:pt x="54705" y="94633"/>
                </a:cubicBezTo>
                <a:cubicBezTo>
                  <a:pt x="58477" y="93691"/>
                  <a:pt x="61608" y="92095"/>
                  <a:pt x="64097" y="89846"/>
                </a:cubicBezTo>
                <a:cubicBezTo>
                  <a:pt x="66586" y="87594"/>
                  <a:pt x="68617" y="83890"/>
                  <a:pt x="70189" y="78734"/>
                </a:cubicBezTo>
                <a:cubicBezTo>
                  <a:pt x="71760" y="73577"/>
                  <a:pt x="72546" y="66550"/>
                  <a:pt x="72546" y="57652"/>
                </a:cubicBezTo>
                <a:cubicBezTo>
                  <a:pt x="72546" y="48754"/>
                  <a:pt x="71760" y="41923"/>
                  <a:pt x="70189" y="37160"/>
                </a:cubicBezTo>
                <a:cubicBezTo>
                  <a:pt x="68617" y="32397"/>
                  <a:pt x="66416" y="28680"/>
                  <a:pt x="63586" y="26011"/>
                </a:cubicBezTo>
                <a:cubicBezTo>
                  <a:pt x="60757" y="23340"/>
                  <a:pt x="57167" y="21534"/>
                  <a:pt x="52818" y="20593"/>
                </a:cubicBezTo>
                <a:cubicBezTo>
                  <a:pt x="49569" y="19859"/>
                  <a:pt x="43203" y="19492"/>
                  <a:pt x="33719" y="19492"/>
                </a:cubicBezTo>
                <a:lnTo>
                  <a:pt x="23265" y="19492"/>
                </a:lnTo>
                <a:close/>
                <a:moveTo>
                  <a:pt x="164480" y="88659"/>
                </a:moveTo>
                <a:lnTo>
                  <a:pt x="186487" y="92432"/>
                </a:lnTo>
                <a:cubicBezTo>
                  <a:pt x="183658" y="100475"/>
                  <a:pt x="179191" y="106599"/>
                  <a:pt x="173086" y="110804"/>
                </a:cubicBezTo>
                <a:cubicBezTo>
                  <a:pt x="166982" y="115009"/>
                  <a:pt x="159345" y="117112"/>
                  <a:pt x="150175" y="117112"/>
                </a:cubicBezTo>
                <a:cubicBezTo>
                  <a:pt x="135660" y="117112"/>
                  <a:pt x="124918" y="112370"/>
                  <a:pt x="117949" y="102886"/>
                </a:cubicBezTo>
                <a:cubicBezTo>
                  <a:pt x="112448" y="95288"/>
                  <a:pt x="109697" y="85699"/>
                  <a:pt x="109697" y="74118"/>
                </a:cubicBezTo>
                <a:cubicBezTo>
                  <a:pt x="109697" y="60285"/>
                  <a:pt x="113312" y="49452"/>
                  <a:pt x="120543" y="41618"/>
                </a:cubicBezTo>
                <a:cubicBezTo>
                  <a:pt x="127774" y="33784"/>
                  <a:pt x="136918" y="29867"/>
                  <a:pt x="147974" y="29867"/>
                </a:cubicBezTo>
                <a:cubicBezTo>
                  <a:pt x="160393" y="29867"/>
                  <a:pt x="170191" y="33968"/>
                  <a:pt x="177370" y="42168"/>
                </a:cubicBezTo>
                <a:cubicBezTo>
                  <a:pt x="184549" y="50369"/>
                  <a:pt x="187981" y="62931"/>
                  <a:pt x="187666" y="79856"/>
                </a:cubicBezTo>
                <a:lnTo>
                  <a:pt x="132333" y="79856"/>
                </a:lnTo>
                <a:cubicBezTo>
                  <a:pt x="132490" y="86406"/>
                  <a:pt x="134272" y="91502"/>
                  <a:pt x="137678" y="95144"/>
                </a:cubicBezTo>
                <a:cubicBezTo>
                  <a:pt x="141084" y="98785"/>
                  <a:pt x="145328" y="100606"/>
                  <a:pt x="150411" y="100606"/>
                </a:cubicBezTo>
                <a:cubicBezTo>
                  <a:pt x="153869" y="100606"/>
                  <a:pt x="156777" y="99663"/>
                  <a:pt x="159135" y="97777"/>
                </a:cubicBezTo>
                <a:cubicBezTo>
                  <a:pt x="161493" y="95890"/>
                  <a:pt x="163275" y="92851"/>
                  <a:pt x="164480" y="88659"/>
                </a:cubicBezTo>
                <a:moveTo>
                  <a:pt x="165737" y="66337"/>
                </a:moveTo>
                <a:cubicBezTo>
                  <a:pt x="165580" y="59971"/>
                  <a:pt x="163930" y="55130"/>
                  <a:pt x="160786" y="51816"/>
                </a:cubicBezTo>
                <a:cubicBezTo>
                  <a:pt x="157642" y="48502"/>
                  <a:pt x="153817" y="46845"/>
                  <a:pt x="149310" y="46845"/>
                </a:cubicBezTo>
                <a:cubicBezTo>
                  <a:pt x="144490" y="46845"/>
                  <a:pt x="140507" y="48593"/>
                  <a:pt x="137363" y="52089"/>
                </a:cubicBezTo>
                <a:cubicBezTo>
                  <a:pt x="134219" y="55586"/>
                  <a:pt x="132674" y="60336"/>
                  <a:pt x="132726" y="66337"/>
                </a:cubicBezTo>
                <a:lnTo>
                  <a:pt x="165737" y="66337"/>
                </a:lnTo>
                <a:close/>
                <a:moveTo>
                  <a:pt x="228592" y="115225"/>
                </a:moveTo>
                <a:lnTo>
                  <a:pt x="194951" y="31754"/>
                </a:lnTo>
                <a:lnTo>
                  <a:pt x="218138" y="31754"/>
                </a:lnTo>
                <a:lnTo>
                  <a:pt x="233858" y="74354"/>
                </a:lnTo>
                <a:lnTo>
                  <a:pt x="238416" y="88581"/>
                </a:lnTo>
                <a:cubicBezTo>
                  <a:pt x="239622" y="84965"/>
                  <a:pt x="240381" y="82581"/>
                  <a:pt x="240696" y="81428"/>
                </a:cubicBezTo>
                <a:cubicBezTo>
                  <a:pt x="241429" y="79070"/>
                  <a:pt x="242215" y="76712"/>
                  <a:pt x="243054" y="74354"/>
                </a:cubicBezTo>
                <a:lnTo>
                  <a:pt x="258931" y="31754"/>
                </a:lnTo>
                <a:lnTo>
                  <a:pt x="281646" y="31754"/>
                </a:lnTo>
                <a:lnTo>
                  <a:pt x="248477" y="115225"/>
                </a:lnTo>
                <a:lnTo>
                  <a:pt x="228592" y="115225"/>
                </a:lnTo>
                <a:close/>
                <a:moveTo>
                  <a:pt x="287359" y="91489"/>
                </a:moveTo>
                <a:lnTo>
                  <a:pt x="309524" y="88030"/>
                </a:lnTo>
                <a:cubicBezTo>
                  <a:pt x="310467" y="92301"/>
                  <a:pt x="312379" y="95543"/>
                  <a:pt x="315261" y="97757"/>
                </a:cubicBezTo>
                <a:cubicBezTo>
                  <a:pt x="318143" y="99971"/>
                  <a:pt x="322178" y="101078"/>
                  <a:pt x="327365" y="101078"/>
                </a:cubicBezTo>
                <a:cubicBezTo>
                  <a:pt x="333077" y="101078"/>
                  <a:pt x="337374" y="100031"/>
                  <a:pt x="340256" y="97939"/>
                </a:cubicBezTo>
                <a:cubicBezTo>
                  <a:pt x="342194" y="96473"/>
                  <a:pt x="343164" y="94511"/>
                  <a:pt x="343164" y="92051"/>
                </a:cubicBezTo>
                <a:cubicBezTo>
                  <a:pt x="343164" y="90376"/>
                  <a:pt x="342640" y="88989"/>
                  <a:pt x="341592" y="87890"/>
                </a:cubicBezTo>
                <a:cubicBezTo>
                  <a:pt x="340491" y="86844"/>
                  <a:pt x="338029" y="85876"/>
                  <a:pt x="334203" y="84987"/>
                </a:cubicBezTo>
                <a:cubicBezTo>
                  <a:pt x="316388" y="81064"/>
                  <a:pt x="305096" y="77479"/>
                  <a:pt x="300328" y="74234"/>
                </a:cubicBezTo>
                <a:cubicBezTo>
                  <a:pt x="293725" y="69731"/>
                  <a:pt x="290424" y="63475"/>
                  <a:pt x="290424" y="55466"/>
                </a:cubicBezTo>
                <a:cubicBezTo>
                  <a:pt x="290424" y="48241"/>
                  <a:pt x="293280" y="42169"/>
                  <a:pt x="298991" y="37248"/>
                </a:cubicBezTo>
                <a:cubicBezTo>
                  <a:pt x="304703" y="32328"/>
                  <a:pt x="313558" y="29867"/>
                  <a:pt x="325558" y="29867"/>
                </a:cubicBezTo>
                <a:cubicBezTo>
                  <a:pt x="336981" y="29867"/>
                  <a:pt x="345469" y="31721"/>
                  <a:pt x="351024" y="35428"/>
                </a:cubicBezTo>
                <a:cubicBezTo>
                  <a:pt x="356578" y="39136"/>
                  <a:pt x="360403" y="44618"/>
                  <a:pt x="362499" y="51875"/>
                </a:cubicBezTo>
                <a:lnTo>
                  <a:pt x="341670" y="55805"/>
                </a:lnTo>
                <a:cubicBezTo>
                  <a:pt x="340780" y="52556"/>
                  <a:pt x="339090" y="50067"/>
                  <a:pt x="336601" y="48338"/>
                </a:cubicBezTo>
                <a:cubicBezTo>
                  <a:pt x="334112" y="46609"/>
                  <a:pt x="330562" y="45744"/>
                  <a:pt x="325951" y="45744"/>
                </a:cubicBezTo>
                <a:cubicBezTo>
                  <a:pt x="320134" y="45744"/>
                  <a:pt x="315969" y="46556"/>
                  <a:pt x="313453" y="48178"/>
                </a:cubicBezTo>
                <a:cubicBezTo>
                  <a:pt x="311777" y="49328"/>
                  <a:pt x="310938" y="50819"/>
                  <a:pt x="310938" y="52651"/>
                </a:cubicBezTo>
                <a:cubicBezTo>
                  <a:pt x="310938" y="54220"/>
                  <a:pt x="311672" y="55554"/>
                  <a:pt x="313139" y="56652"/>
                </a:cubicBezTo>
                <a:cubicBezTo>
                  <a:pt x="315130" y="58118"/>
                  <a:pt x="322008" y="60185"/>
                  <a:pt x="333771" y="62854"/>
                </a:cubicBezTo>
                <a:cubicBezTo>
                  <a:pt x="345535" y="65523"/>
                  <a:pt x="353748" y="68797"/>
                  <a:pt x="358412" y="72677"/>
                </a:cubicBezTo>
                <a:cubicBezTo>
                  <a:pt x="363023" y="76610"/>
                  <a:pt x="365329" y="82089"/>
                  <a:pt x="365329" y="89114"/>
                </a:cubicBezTo>
                <a:cubicBezTo>
                  <a:pt x="365329" y="96769"/>
                  <a:pt x="362132" y="103349"/>
                  <a:pt x="355739" y="108854"/>
                </a:cubicBezTo>
                <a:cubicBezTo>
                  <a:pt x="349347" y="114359"/>
                  <a:pt x="339889" y="117112"/>
                  <a:pt x="327365" y="117112"/>
                </a:cubicBezTo>
                <a:cubicBezTo>
                  <a:pt x="315995" y="117112"/>
                  <a:pt x="306995" y="114814"/>
                  <a:pt x="300367" y="110217"/>
                </a:cubicBezTo>
                <a:cubicBezTo>
                  <a:pt x="293738" y="105619"/>
                  <a:pt x="289402" y="99376"/>
                  <a:pt x="287359" y="9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(63)">
            <a:extLst xmlns:a="http://schemas.openxmlformats.org/drawingml/2006/main">
              <a:ext uri="{FF2B5EF4-FFF2-40B4-BE49-F238E27FC236}">
                <a16:creationId xmlns:a16="http://schemas.microsoft.com/office/drawing/2014/main" id="{F648968B-8A72-45D1-A010-C9EFEC83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384" y="3876278"/>
            <a:ext cx="269464" cy="151224"/>
          </a:xfrm>
          <a:custGeom xmlns:a="http://schemas.openxmlformats.org/drawingml/2006/main">
            <a:pathLst>
              <a:path w="269464" h="151224">
                <a:moveTo>
                  <a:pt x="39771" y="151224"/>
                </a:moveTo>
                <a:lnTo>
                  <a:pt x="24601" y="151224"/>
                </a:lnTo>
                <a:cubicBezTo>
                  <a:pt x="16584" y="139106"/>
                  <a:pt x="10480" y="126517"/>
                  <a:pt x="6288" y="113457"/>
                </a:cubicBezTo>
                <a:cubicBezTo>
                  <a:pt x="2096" y="100397"/>
                  <a:pt x="0" y="87755"/>
                  <a:pt x="0" y="75533"/>
                </a:cubicBezTo>
                <a:cubicBezTo>
                  <a:pt x="0" y="60374"/>
                  <a:pt x="2594" y="46028"/>
                  <a:pt x="7781" y="32496"/>
                </a:cubicBezTo>
                <a:cubicBezTo>
                  <a:pt x="12288" y="20745"/>
                  <a:pt x="17999" y="9913"/>
                  <a:pt x="24916" y="0"/>
                </a:cubicBezTo>
                <a:lnTo>
                  <a:pt x="40007" y="0"/>
                </a:lnTo>
                <a:cubicBezTo>
                  <a:pt x="32828" y="15893"/>
                  <a:pt x="27889" y="29413"/>
                  <a:pt x="25191" y="40559"/>
                </a:cubicBezTo>
                <a:cubicBezTo>
                  <a:pt x="22492" y="51706"/>
                  <a:pt x="21143" y="63521"/>
                  <a:pt x="21143" y="76005"/>
                </a:cubicBezTo>
                <a:cubicBezTo>
                  <a:pt x="21143" y="84608"/>
                  <a:pt x="21942" y="93421"/>
                  <a:pt x="23540" y="102443"/>
                </a:cubicBezTo>
                <a:cubicBezTo>
                  <a:pt x="25138" y="111464"/>
                  <a:pt x="27326" y="120040"/>
                  <a:pt x="30103" y="128170"/>
                </a:cubicBezTo>
                <a:cubicBezTo>
                  <a:pt x="31937" y="133521"/>
                  <a:pt x="35160" y="141206"/>
                  <a:pt x="39771" y="151224"/>
                </a:cubicBezTo>
                <a:close/>
                <a:moveTo>
                  <a:pt x="126857" y="30496"/>
                </a:moveTo>
                <a:lnTo>
                  <a:pt x="105478" y="32854"/>
                </a:lnTo>
                <a:cubicBezTo>
                  <a:pt x="104954" y="28453"/>
                  <a:pt x="103592" y="25204"/>
                  <a:pt x="101391" y="23108"/>
                </a:cubicBezTo>
                <a:cubicBezTo>
                  <a:pt x="99190" y="21012"/>
                  <a:pt x="96334" y="19964"/>
                  <a:pt x="92824" y="19964"/>
                </a:cubicBezTo>
                <a:cubicBezTo>
                  <a:pt x="88160" y="19964"/>
                  <a:pt x="84217" y="22067"/>
                  <a:pt x="80995" y="26274"/>
                </a:cubicBezTo>
                <a:cubicBezTo>
                  <a:pt x="77772" y="30481"/>
                  <a:pt x="75742" y="39224"/>
                  <a:pt x="74903" y="52504"/>
                </a:cubicBezTo>
                <a:cubicBezTo>
                  <a:pt x="80405" y="46006"/>
                  <a:pt x="87243" y="42758"/>
                  <a:pt x="95417" y="42758"/>
                </a:cubicBezTo>
                <a:cubicBezTo>
                  <a:pt x="104640" y="42758"/>
                  <a:pt x="112539" y="46258"/>
                  <a:pt x="119115" y="53258"/>
                </a:cubicBezTo>
                <a:cubicBezTo>
                  <a:pt x="125691" y="60258"/>
                  <a:pt x="128979" y="69295"/>
                  <a:pt x="128979" y="80369"/>
                </a:cubicBezTo>
                <a:cubicBezTo>
                  <a:pt x="128979" y="92123"/>
                  <a:pt x="125521" y="101553"/>
                  <a:pt x="118604" y="108658"/>
                </a:cubicBezTo>
                <a:cubicBezTo>
                  <a:pt x="111687" y="115761"/>
                  <a:pt x="102806" y="119313"/>
                  <a:pt x="91959" y="119313"/>
                </a:cubicBezTo>
                <a:cubicBezTo>
                  <a:pt x="80326" y="119313"/>
                  <a:pt x="70764" y="114791"/>
                  <a:pt x="63271" y="105747"/>
                </a:cubicBezTo>
                <a:cubicBezTo>
                  <a:pt x="55778" y="96702"/>
                  <a:pt x="52031" y="81875"/>
                  <a:pt x="52031" y="61268"/>
                </a:cubicBezTo>
                <a:cubicBezTo>
                  <a:pt x="52031" y="40138"/>
                  <a:pt x="55935" y="24906"/>
                  <a:pt x="63742" y="15572"/>
                </a:cubicBezTo>
                <a:cubicBezTo>
                  <a:pt x="71550" y="6239"/>
                  <a:pt x="81689" y="1572"/>
                  <a:pt x="94160" y="1572"/>
                </a:cubicBezTo>
                <a:cubicBezTo>
                  <a:pt x="102910" y="1572"/>
                  <a:pt x="110155" y="4042"/>
                  <a:pt x="115892" y="8982"/>
                </a:cubicBezTo>
                <a:cubicBezTo>
                  <a:pt x="121630" y="13921"/>
                  <a:pt x="125285" y="21092"/>
                  <a:pt x="126857" y="30496"/>
                </a:cubicBezTo>
                <a:moveTo>
                  <a:pt x="76790" y="78650"/>
                </a:moveTo>
                <a:cubicBezTo>
                  <a:pt x="76790" y="85762"/>
                  <a:pt x="78440" y="91251"/>
                  <a:pt x="81741" y="95119"/>
                </a:cubicBezTo>
                <a:cubicBezTo>
                  <a:pt x="85042" y="98987"/>
                  <a:pt x="88815" y="100921"/>
                  <a:pt x="93059" y="100921"/>
                </a:cubicBezTo>
                <a:cubicBezTo>
                  <a:pt x="97147" y="100921"/>
                  <a:pt x="100553" y="99337"/>
                  <a:pt x="103277" y="96170"/>
                </a:cubicBezTo>
                <a:cubicBezTo>
                  <a:pt x="106002" y="93003"/>
                  <a:pt x="107364" y="87813"/>
                  <a:pt x="107364" y="80598"/>
                </a:cubicBezTo>
                <a:cubicBezTo>
                  <a:pt x="107364" y="73174"/>
                  <a:pt x="105897" y="67736"/>
                  <a:pt x="102963" y="64284"/>
                </a:cubicBezTo>
                <a:cubicBezTo>
                  <a:pt x="100029" y="60832"/>
                  <a:pt x="96361" y="59106"/>
                  <a:pt x="91959" y="59106"/>
                </a:cubicBezTo>
                <a:cubicBezTo>
                  <a:pt x="87715" y="59106"/>
                  <a:pt x="84125" y="60754"/>
                  <a:pt x="81191" y="64050"/>
                </a:cubicBezTo>
                <a:cubicBezTo>
                  <a:pt x="78257" y="67347"/>
                  <a:pt x="76790" y="72213"/>
                  <a:pt x="76790" y="78650"/>
                </a:cubicBezTo>
                <a:close/>
                <a:moveTo>
                  <a:pt x="140744" y="86694"/>
                </a:moveTo>
                <a:lnTo>
                  <a:pt x="162123" y="84100"/>
                </a:lnTo>
                <a:cubicBezTo>
                  <a:pt x="162804" y="89550"/>
                  <a:pt x="164638" y="93716"/>
                  <a:pt x="167625" y="96598"/>
                </a:cubicBezTo>
                <a:cubicBezTo>
                  <a:pt x="170612" y="99480"/>
                  <a:pt x="174227" y="100921"/>
                  <a:pt x="178472" y="100921"/>
                </a:cubicBezTo>
                <a:cubicBezTo>
                  <a:pt x="183030" y="100921"/>
                  <a:pt x="186868" y="99191"/>
                  <a:pt x="189986" y="95733"/>
                </a:cubicBezTo>
                <a:cubicBezTo>
                  <a:pt x="193104" y="92275"/>
                  <a:pt x="194663" y="87611"/>
                  <a:pt x="194663" y="81742"/>
                </a:cubicBezTo>
                <a:cubicBezTo>
                  <a:pt x="194663" y="76188"/>
                  <a:pt x="193169" y="71787"/>
                  <a:pt x="190183" y="68538"/>
                </a:cubicBezTo>
                <a:cubicBezTo>
                  <a:pt x="187196" y="65289"/>
                  <a:pt x="183554" y="63665"/>
                  <a:pt x="179258" y="63665"/>
                </a:cubicBezTo>
                <a:cubicBezTo>
                  <a:pt x="176428" y="63665"/>
                  <a:pt x="173048" y="64215"/>
                  <a:pt x="169118" y="65315"/>
                </a:cubicBezTo>
                <a:lnTo>
                  <a:pt x="171555" y="47474"/>
                </a:lnTo>
                <a:cubicBezTo>
                  <a:pt x="177528" y="47631"/>
                  <a:pt x="182087" y="46338"/>
                  <a:pt x="185231" y="43595"/>
                </a:cubicBezTo>
                <a:cubicBezTo>
                  <a:pt x="188375" y="40851"/>
                  <a:pt x="189947" y="37206"/>
                  <a:pt x="189947" y="32660"/>
                </a:cubicBezTo>
                <a:cubicBezTo>
                  <a:pt x="189947" y="28794"/>
                  <a:pt x="188794" y="25712"/>
                  <a:pt x="186489" y="23413"/>
                </a:cubicBezTo>
                <a:cubicBezTo>
                  <a:pt x="184183" y="21114"/>
                  <a:pt x="181118" y="19964"/>
                  <a:pt x="177293" y="19964"/>
                </a:cubicBezTo>
                <a:cubicBezTo>
                  <a:pt x="173520" y="19964"/>
                  <a:pt x="170297" y="21274"/>
                  <a:pt x="167625" y="23894"/>
                </a:cubicBezTo>
                <a:cubicBezTo>
                  <a:pt x="164953" y="26514"/>
                  <a:pt x="163328" y="30339"/>
                  <a:pt x="162752" y="35369"/>
                </a:cubicBezTo>
                <a:lnTo>
                  <a:pt x="142395" y="31911"/>
                </a:lnTo>
                <a:cubicBezTo>
                  <a:pt x="143810" y="24888"/>
                  <a:pt x="145945" y="19277"/>
                  <a:pt x="148801" y="15079"/>
                </a:cubicBezTo>
                <a:cubicBezTo>
                  <a:pt x="151656" y="10880"/>
                  <a:pt x="155639" y="7580"/>
                  <a:pt x="160748" y="5178"/>
                </a:cubicBezTo>
                <a:cubicBezTo>
                  <a:pt x="165856" y="2774"/>
                  <a:pt x="171581" y="1572"/>
                  <a:pt x="177921" y="1572"/>
                </a:cubicBezTo>
                <a:cubicBezTo>
                  <a:pt x="188768" y="1572"/>
                  <a:pt x="197466" y="5035"/>
                  <a:pt x="204016" y="11962"/>
                </a:cubicBezTo>
                <a:cubicBezTo>
                  <a:pt x="209413" y="17631"/>
                  <a:pt x="212112" y="24033"/>
                  <a:pt x="212112" y="31169"/>
                </a:cubicBezTo>
                <a:cubicBezTo>
                  <a:pt x="212112" y="41297"/>
                  <a:pt x="206584" y="49379"/>
                  <a:pt x="195527" y="55414"/>
                </a:cubicBezTo>
                <a:cubicBezTo>
                  <a:pt x="202130" y="56829"/>
                  <a:pt x="207409" y="59999"/>
                  <a:pt x="211365" y="64925"/>
                </a:cubicBezTo>
                <a:cubicBezTo>
                  <a:pt x="215321" y="69850"/>
                  <a:pt x="217299" y="75798"/>
                  <a:pt x="217299" y="82767"/>
                </a:cubicBezTo>
                <a:cubicBezTo>
                  <a:pt x="217299" y="92878"/>
                  <a:pt x="213605" y="101497"/>
                  <a:pt x="206217" y="108623"/>
                </a:cubicBezTo>
                <a:cubicBezTo>
                  <a:pt x="198829" y="115749"/>
                  <a:pt x="189633" y="119313"/>
                  <a:pt x="178629" y="119313"/>
                </a:cubicBezTo>
                <a:cubicBezTo>
                  <a:pt x="168201" y="119313"/>
                  <a:pt x="159555" y="116305"/>
                  <a:pt x="152691" y="110291"/>
                </a:cubicBezTo>
                <a:cubicBezTo>
                  <a:pt x="145827" y="104277"/>
                  <a:pt x="141845" y="96411"/>
                  <a:pt x="140744" y="86694"/>
                </a:cubicBezTo>
                <a:close/>
                <a:moveTo>
                  <a:pt x="229615" y="151224"/>
                </a:moveTo>
                <a:cubicBezTo>
                  <a:pt x="233964" y="141887"/>
                  <a:pt x="237029" y="134727"/>
                  <a:pt x="238811" y="129744"/>
                </a:cubicBezTo>
                <a:cubicBezTo>
                  <a:pt x="240592" y="124761"/>
                  <a:pt x="242243" y="119018"/>
                  <a:pt x="243762" y="112514"/>
                </a:cubicBezTo>
                <a:cubicBezTo>
                  <a:pt x="245282" y="106008"/>
                  <a:pt x="246409" y="99832"/>
                  <a:pt x="247142" y="93984"/>
                </a:cubicBezTo>
                <a:cubicBezTo>
                  <a:pt x="247876" y="88135"/>
                  <a:pt x="248242" y="82142"/>
                  <a:pt x="248242" y="76005"/>
                </a:cubicBezTo>
                <a:cubicBezTo>
                  <a:pt x="248242" y="63521"/>
                  <a:pt x="246906" y="51706"/>
                  <a:pt x="244234" y="40559"/>
                </a:cubicBezTo>
                <a:cubicBezTo>
                  <a:pt x="241562" y="29413"/>
                  <a:pt x="236636" y="15893"/>
                  <a:pt x="229457" y="0"/>
                </a:cubicBezTo>
                <a:lnTo>
                  <a:pt x="244470" y="0"/>
                </a:lnTo>
                <a:cubicBezTo>
                  <a:pt x="252382" y="11277"/>
                  <a:pt x="258526" y="23237"/>
                  <a:pt x="262901" y="35878"/>
                </a:cubicBezTo>
                <a:cubicBezTo>
                  <a:pt x="267276" y="48519"/>
                  <a:pt x="269464" y="61344"/>
                  <a:pt x="269464" y="74352"/>
                </a:cubicBezTo>
                <a:cubicBezTo>
                  <a:pt x="269464" y="85315"/>
                  <a:pt x="267735" y="97064"/>
                  <a:pt x="264277" y="109601"/>
                </a:cubicBezTo>
                <a:cubicBezTo>
                  <a:pt x="260347" y="123658"/>
                  <a:pt x="253875" y="137533"/>
                  <a:pt x="244863" y="151224"/>
                </a:cubicBezTo>
                <a:lnTo>
                  <a:pt x="229615" y="151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413FC-E01E-4B70-90DB-D734D8A9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5324" y="3117070"/>
            <a:ext cx="1743847" cy="513355"/>
          </a:xfrm>
          <a:custGeom xmlns:a="http://schemas.openxmlformats.org/drawingml/2006/main">
            <a:pathLst>
              <a:path w="1743847" h="513355">
                <a:moveTo>
                  <a:pt x="0" y="513355"/>
                </a:moveTo>
                <a:lnTo>
                  <a:pt x="1743847" y="513355"/>
                </a:lnTo>
                <a:lnTo>
                  <a:pt x="1743847" y="0"/>
                </a:lnTo>
                <a:lnTo>
                  <a:pt x="0" y="0"/>
                </a:lnTo>
                <a:lnTo>
                  <a:pt x="0" y="5133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D7828-E985-4D16-A1E2-BBDD9EBA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5324" y="3117070"/>
            <a:ext cx="1743847" cy="513355"/>
          </a:xfrm>
          <a:custGeom xmlns:a="http://schemas.openxmlformats.org/drawingml/2006/main">
            <a:pathLst>
              <a:path w="1743847" h="513355" fill="none">
                <a:moveTo>
                  <a:pt x="0" y="513355"/>
                </a:moveTo>
                <a:lnTo>
                  <a:pt x="1743847" y="513355"/>
                </a:lnTo>
                <a:lnTo>
                  <a:pt x="1743847" y="0"/>
                </a:lnTo>
                <a:lnTo>
                  <a:pt x="0" y="0"/>
                </a:lnTo>
                <a:lnTo>
                  <a:pt x="0" y="5133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77" name="Text RQ1:OpenCoding">
            <a:extLst xmlns:a="http://schemas.openxmlformats.org/drawingml/2006/main">
              <a:ext uri="{FF2B5EF4-FFF2-40B4-BE49-F238E27FC236}">
                <a16:creationId xmlns:a16="http://schemas.microsoft.com/office/drawing/2014/main" id="{F146A6E9-2B0B-4589-A1DA-C7E61437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418" y="3205574"/>
            <a:ext cx="1417761" cy="151224"/>
          </a:xfrm>
          <a:custGeom xmlns:a="http://schemas.openxmlformats.org/drawingml/2006/main">
            <a:pathLst>
              <a:path w="1417761" h="151224">
                <a:moveTo>
                  <a:pt x="0" y="117269"/>
                </a:moveTo>
                <a:lnTo>
                  <a:pt x="0" y="2044"/>
                </a:lnTo>
                <a:lnTo>
                  <a:pt x="48967" y="2044"/>
                </a:lnTo>
                <a:cubicBezTo>
                  <a:pt x="61281" y="2044"/>
                  <a:pt x="70228" y="3078"/>
                  <a:pt x="75808" y="5148"/>
                </a:cubicBezTo>
                <a:cubicBezTo>
                  <a:pt x="81389" y="7218"/>
                  <a:pt x="85856" y="10899"/>
                  <a:pt x="89209" y="16191"/>
                </a:cubicBezTo>
                <a:cubicBezTo>
                  <a:pt x="92563" y="21484"/>
                  <a:pt x="94240" y="27536"/>
                  <a:pt x="94240" y="34348"/>
                </a:cubicBezTo>
                <a:cubicBezTo>
                  <a:pt x="94240" y="42993"/>
                  <a:pt x="91698" y="50133"/>
                  <a:pt x="86616" y="55766"/>
                </a:cubicBezTo>
                <a:cubicBezTo>
                  <a:pt x="81533" y="61399"/>
                  <a:pt x="73935" y="64949"/>
                  <a:pt x="63822" y="66416"/>
                </a:cubicBezTo>
                <a:cubicBezTo>
                  <a:pt x="68852" y="69350"/>
                  <a:pt x="73005" y="72573"/>
                  <a:pt x="76280" y="76083"/>
                </a:cubicBezTo>
                <a:cubicBezTo>
                  <a:pt x="79555" y="79594"/>
                  <a:pt x="83969" y="85830"/>
                  <a:pt x="89524" y="94790"/>
                </a:cubicBezTo>
                <a:lnTo>
                  <a:pt x="103593" y="117269"/>
                </a:lnTo>
                <a:lnTo>
                  <a:pt x="75769" y="117269"/>
                </a:lnTo>
                <a:lnTo>
                  <a:pt x="58949" y="92189"/>
                </a:lnTo>
                <a:cubicBezTo>
                  <a:pt x="52975" y="83232"/>
                  <a:pt x="48888" y="77588"/>
                  <a:pt x="46688" y="75258"/>
                </a:cubicBezTo>
                <a:cubicBezTo>
                  <a:pt x="44487" y="72926"/>
                  <a:pt x="42155" y="71328"/>
                  <a:pt x="39692" y="70464"/>
                </a:cubicBezTo>
                <a:cubicBezTo>
                  <a:pt x="37230" y="69599"/>
                  <a:pt x="33326" y="69167"/>
                  <a:pt x="27981" y="69167"/>
                </a:cubicBezTo>
                <a:lnTo>
                  <a:pt x="23265" y="69167"/>
                </a:lnTo>
                <a:lnTo>
                  <a:pt x="23265" y="117269"/>
                </a:lnTo>
                <a:lnTo>
                  <a:pt x="0" y="117269"/>
                </a:lnTo>
                <a:moveTo>
                  <a:pt x="23265" y="50775"/>
                </a:moveTo>
                <a:lnTo>
                  <a:pt x="40478" y="50775"/>
                </a:lnTo>
                <a:cubicBezTo>
                  <a:pt x="51639" y="50775"/>
                  <a:pt x="58608" y="50303"/>
                  <a:pt x="61385" y="49360"/>
                </a:cubicBezTo>
                <a:cubicBezTo>
                  <a:pt x="64163" y="48417"/>
                  <a:pt x="66337" y="46792"/>
                  <a:pt x="67909" y="44487"/>
                </a:cubicBezTo>
                <a:cubicBezTo>
                  <a:pt x="69481" y="42181"/>
                  <a:pt x="70267" y="39299"/>
                  <a:pt x="70267" y="35841"/>
                </a:cubicBezTo>
                <a:cubicBezTo>
                  <a:pt x="70267" y="31963"/>
                  <a:pt x="69232" y="28833"/>
                  <a:pt x="67162" y="26448"/>
                </a:cubicBezTo>
                <a:cubicBezTo>
                  <a:pt x="65093" y="24064"/>
                  <a:pt x="62171" y="22558"/>
                  <a:pt x="58399" y="21929"/>
                </a:cubicBezTo>
                <a:cubicBezTo>
                  <a:pt x="56512" y="21667"/>
                  <a:pt x="50853" y="21536"/>
                  <a:pt x="41421" y="21536"/>
                </a:cubicBezTo>
                <a:lnTo>
                  <a:pt x="23265" y="21536"/>
                </a:lnTo>
                <a:lnTo>
                  <a:pt x="23265" y="50775"/>
                </a:lnTo>
                <a:close/>
                <a:moveTo>
                  <a:pt x="208888" y="102500"/>
                </a:moveTo>
                <a:cubicBezTo>
                  <a:pt x="214599" y="106584"/>
                  <a:pt x="220809" y="109830"/>
                  <a:pt x="227516" y="112239"/>
                </a:cubicBezTo>
                <a:lnTo>
                  <a:pt x="218949" y="128902"/>
                </a:lnTo>
                <a:cubicBezTo>
                  <a:pt x="215438" y="127854"/>
                  <a:pt x="212006" y="126413"/>
                  <a:pt x="208652" y="124579"/>
                </a:cubicBezTo>
                <a:cubicBezTo>
                  <a:pt x="207919" y="124212"/>
                  <a:pt x="202757" y="120806"/>
                  <a:pt x="193168" y="114361"/>
                </a:cubicBezTo>
                <a:cubicBezTo>
                  <a:pt x="185623" y="117662"/>
                  <a:pt x="177265" y="119313"/>
                  <a:pt x="168095" y="119313"/>
                </a:cubicBezTo>
                <a:cubicBezTo>
                  <a:pt x="150384" y="119313"/>
                  <a:pt x="136512" y="114092"/>
                  <a:pt x="126477" y="103652"/>
                </a:cubicBezTo>
                <a:cubicBezTo>
                  <a:pt x="116443" y="93210"/>
                  <a:pt x="111426" y="78545"/>
                  <a:pt x="111426" y="59656"/>
                </a:cubicBezTo>
                <a:cubicBezTo>
                  <a:pt x="111426" y="40820"/>
                  <a:pt x="116456" y="26169"/>
                  <a:pt x="126517" y="15703"/>
                </a:cubicBezTo>
                <a:cubicBezTo>
                  <a:pt x="136577" y="5234"/>
                  <a:pt x="150227" y="0"/>
                  <a:pt x="167466" y="0"/>
                </a:cubicBezTo>
                <a:cubicBezTo>
                  <a:pt x="184549" y="0"/>
                  <a:pt x="198094" y="5224"/>
                  <a:pt x="208102" y="15671"/>
                </a:cubicBezTo>
                <a:cubicBezTo>
                  <a:pt x="218110" y="26116"/>
                  <a:pt x="223114" y="40738"/>
                  <a:pt x="223114" y="59536"/>
                </a:cubicBezTo>
                <a:cubicBezTo>
                  <a:pt x="223114" y="69485"/>
                  <a:pt x="221726" y="78230"/>
                  <a:pt x="218949" y="85771"/>
                </a:cubicBezTo>
                <a:cubicBezTo>
                  <a:pt x="216853" y="91530"/>
                  <a:pt x="213499" y="97106"/>
                  <a:pt x="208888" y="102500"/>
                </a:cubicBezTo>
                <a:moveTo>
                  <a:pt x="190181" y="89455"/>
                </a:moveTo>
                <a:cubicBezTo>
                  <a:pt x="193168" y="85948"/>
                  <a:pt x="195408" y="81707"/>
                  <a:pt x="196902" y="76734"/>
                </a:cubicBezTo>
                <a:cubicBezTo>
                  <a:pt x="198395" y="71761"/>
                  <a:pt x="199142" y="66056"/>
                  <a:pt x="199142" y="59617"/>
                </a:cubicBezTo>
                <a:cubicBezTo>
                  <a:pt x="199142" y="46321"/>
                  <a:pt x="196207" y="36388"/>
                  <a:pt x="190339" y="29818"/>
                </a:cubicBezTo>
                <a:cubicBezTo>
                  <a:pt x="184470" y="23249"/>
                  <a:pt x="176794" y="19964"/>
                  <a:pt x="167309" y="19964"/>
                </a:cubicBezTo>
                <a:cubicBezTo>
                  <a:pt x="157825" y="19964"/>
                  <a:pt x="150136" y="23268"/>
                  <a:pt x="144241" y="29877"/>
                </a:cubicBezTo>
                <a:cubicBezTo>
                  <a:pt x="138346" y="36486"/>
                  <a:pt x="135398" y="46426"/>
                  <a:pt x="135398" y="59696"/>
                </a:cubicBezTo>
                <a:cubicBezTo>
                  <a:pt x="135398" y="73175"/>
                  <a:pt x="138346" y="83259"/>
                  <a:pt x="144241" y="89946"/>
                </a:cubicBezTo>
                <a:cubicBezTo>
                  <a:pt x="150136" y="96634"/>
                  <a:pt x="157589" y="99977"/>
                  <a:pt x="166602" y="99977"/>
                </a:cubicBezTo>
                <a:cubicBezTo>
                  <a:pt x="169955" y="99977"/>
                  <a:pt x="173126" y="99419"/>
                  <a:pt x="176112" y="98302"/>
                </a:cubicBezTo>
                <a:cubicBezTo>
                  <a:pt x="171396" y="95188"/>
                  <a:pt x="166602" y="92759"/>
                  <a:pt x="161729" y="91017"/>
                </a:cubicBezTo>
                <a:lnTo>
                  <a:pt x="168252" y="77498"/>
                </a:lnTo>
                <a:cubicBezTo>
                  <a:pt x="175903" y="80156"/>
                  <a:pt x="183212" y="84141"/>
                  <a:pt x="190181" y="89455"/>
                </a:cubicBezTo>
                <a:close/>
                <a:moveTo>
                  <a:pt x="293015" y="117269"/>
                </a:moveTo>
                <a:lnTo>
                  <a:pt x="270929" y="117269"/>
                </a:lnTo>
                <a:lnTo>
                  <a:pt x="270929" y="34124"/>
                </a:lnTo>
                <a:cubicBezTo>
                  <a:pt x="262860" y="41699"/>
                  <a:pt x="253349" y="47302"/>
                  <a:pt x="242398" y="50932"/>
                </a:cubicBezTo>
                <a:lnTo>
                  <a:pt x="242398" y="30811"/>
                </a:lnTo>
                <a:cubicBezTo>
                  <a:pt x="248162" y="28919"/>
                  <a:pt x="254424" y="25334"/>
                  <a:pt x="261183" y="20055"/>
                </a:cubicBezTo>
                <a:cubicBezTo>
                  <a:pt x="267942" y="14774"/>
                  <a:pt x="272580" y="8613"/>
                  <a:pt x="275095" y="1572"/>
                </a:cubicBezTo>
                <a:lnTo>
                  <a:pt x="293015" y="1572"/>
                </a:lnTo>
                <a:lnTo>
                  <a:pt x="293015" y="117269"/>
                </a:lnTo>
                <a:close/>
                <a:moveTo>
                  <a:pt x="334962" y="55962"/>
                </a:moveTo>
                <a:lnTo>
                  <a:pt x="334962" y="33797"/>
                </a:lnTo>
                <a:lnTo>
                  <a:pt x="357049" y="33797"/>
                </a:lnTo>
                <a:lnTo>
                  <a:pt x="357049" y="55962"/>
                </a:lnTo>
                <a:lnTo>
                  <a:pt x="334962" y="55962"/>
                </a:lnTo>
                <a:moveTo>
                  <a:pt x="334962" y="117269"/>
                </a:moveTo>
                <a:lnTo>
                  <a:pt x="334962" y="95104"/>
                </a:lnTo>
                <a:lnTo>
                  <a:pt x="357049" y="95104"/>
                </a:lnTo>
                <a:lnTo>
                  <a:pt x="357049" y="117269"/>
                </a:lnTo>
                <a:lnTo>
                  <a:pt x="334962" y="117269"/>
                </a:lnTo>
                <a:close/>
                <a:moveTo>
                  <a:pt x="424511" y="60364"/>
                </a:moveTo>
                <a:cubicBezTo>
                  <a:pt x="424511" y="48612"/>
                  <a:pt x="426267" y="38748"/>
                  <a:pt x="429778" y="30774"/>
                </a:cubicBezTo>
                <a:cubicBezTo>
                  <a:pt x="432397" y="24897"/>
                  <a:pt x="435974" y="19623"/>
                  <a:pt x="440506" y="14953"/>
                </a:cubicBezTo>
                <a:cubicBezTo>
                  <a:pt x="445039" y="10283"/>
                  <a:pt x="450004" y="6820"/>
                  <a:pt x="455401" y="4564"/>
                </a:cubicBezTo>
                <a:cubicBezTo>
                  <a:pt x="462579" y="1521"/>
                  <a:pt x="470858" y="0"/>
                  <a:pt x="480238" y="0"/>
                </a:cubicBezTo>
                <a:cubicBezTo>
                  <a:pt x="497215" y="0"/>
                  <a:pt x="510800" y="5273"/>
                  <a:pt x="520991" y="15820"/>
                </a:cubicBezTo>
                <a:cubicBezTo>
                  <a:pt x="531183" y="26366"/>
                  <a:pt x="536279" y="41030"/>
                  <a:pt x="536279" y="59813"/>
                </a:cubicBezTo>
                <a:cubicBezTo>
                  <a:pt x="536279" y="78440"/>
                  <a:pt x="531222" y="93013"/>
                  <a:pt x="521109" y="103534"/>
                </a:cubicBezTo>
                <a:cubicBezTo>
                  <a:pt x="510996" y="114053"/>
                  <a:pt x="497477" y="119313"/>
                  <a:pt x="480552" y="119313"/>
                </a:cubicBezTo>
                <a:cubicBezTo>
                  <a:pt x="463418" y="119313"/>
                  <a:pt x="449794" y="114079"/>
                  <a:pt x="439681" y="103613"/>
                </a:cubicBezTo>
                <a:cubicBezTo>
                  <a:pt x="429568" y="93144"/>
                  <a:pt x="424511" y="78728"/>
                  <a:pt x="424511" y="60364"/>
                </a:cubicBezTo>
                <a:moveTo>
                  <a:pt x="448484" y="59578"/>
                </a:moveTo>
                <a:cubicBezTo>
                  <a:pt x="448484" y="72625"/>
                  <a:pt x="451497" y="82515"/>
                  <a:pt x="457523" y="89249"/>
                </a:cubicBezTo>
                <a:cubicBezTo>
                  <a:pt x="463549" y="95982"/>
                  <a:pt x="471199" y="99349"/>
                  <a:pt x="480474" y="99349"/>
                </a:cubicBezTo>
                <a:cubicBezTo>
                  <a:pt x="489748" y="99349"/>
                  <a:pt x="497359" y="96008"/>
                  <a:pt x="503306" y="89327"/>
                </a:cubicBezTo>
                <a:cubicBezTo>
                  <a:pt x="509254" y="82646"/>
                  <a:pt x="512227" y="72625"/>
                  <a:pt x="512227" y="59263"/>
                </a:cubicBezTo>
                <a:cubicBezTo>
                  <a:pt x="512227" y="46059"/>
                  <a:pt x="509332" y="36208"/>
                  <a:pt x="503542" y="29710"/>
                </a:cubicBezTo>
                <a:cubicBezTo>
                  <a:pt x="497752" y="23213"/>
                  <a:pt x="490063" y="19964"/>
                  <a:pt x="480474" y="19964"/>
                </a:cubicBezTo>
                <a:cubicBezTo>
                  <a:pt x="470885" y="19964"/>
                  <a:pt x="463156" y="23252"/>
                  <a:pt x="457287" y="29828"/>
                </a:cubicBezTo>
                <a:cubicBezTo>
                  <a:pt x="451418" y="36404"/>
                  <a:pt x="448484" y="46321"/>
                  <a:pt x="448484" y="59578"/>
                </a:cubicBezTo>
                <a:close/>
                <a:moveTo>
                  <a:pt x="553676" y="33797"/>
                </a:moveTo>
                <a:lnTo>
                  <a:pt x="574269" y="33797"/>
                </a:lnTo>
                <a:lnTo>
                  <a:pt x="574269" y="46059"/>
                </a:lnTo>
                <a:cubicBezTo>
                  <a:pt x="576941" y="41867"/>
                  <a:pt x="580557" y="38461"/>
                  <a:pt x="585115" y="35841"/>
                </a:cubicBezTo>
                <a:cubicBezTo>
                  <a:pt x="589674" y="33221"/>
                  <a:pt x="594731" y="31911"/>
                  <a:pt x="600285" y="31911"/>
                </a:cubicBezTo>
                <a:cubicBezTo>
                  <a:pt x="609979" y="31911"/>
                  <a:pt x="618205" y="35710"/>
                  <a:pt x="624965" y="43308"/>
                </a:cubicBezTo>
                <a:cubicBezTo>
                  <a:pt x="631724" y="50906"/>
                  <a:pt x="635104" y="61490"/>
                  <a:pt x="635104" y="75062"/>
                </a:cubicBezTo>
                <a:cubicBezTo>
                  <a:pt x="635104" y="89000"/>
                  <a:pt x="631698" y="99833"/>
                  <a:pt x="624886" y="107562"/>
                </a:cubicBezTo>
                <a:cubicBezTo>
                  <a:pt x="618074" y="115291"/>
                  <a:pt x="609821" y="119155"/>
                  <a:pt x="600128" y="119155"/>
                </a:cubicBezTo>
                <a:cubicBezTo>
                  <a:pt x="595516" y="119155"/>
                  <a:pt x="591338" y="118238"/>
                  <a:pt x="587591" y="116404"/>
                </a:cubicBezTo>
                <a:cubicBezTo>
                  <a:pt x="583845" y="114570"/>
                  <a:pt x="579902" y="111427"/>
                  <a:pt x="575762" y="106973"/>
                </a:cubicBezTo>
                <a:lnTo>
                  <a:pt x="575762" y="149023"/>
                </a:lnTo>
                <a:lnTo>
                  <a:pt x="553676" y="149023"/>
                </a:lnTo>
                <a:lnTo>
                  <a:pt x="553676" y="33797"/>
                </a:lnTo>
                <a:moveTo>
                  <a:pt x="575526" y="74082"/>
                </a:moveTo>
                <a:cubicBezTo>
                  <a:pt x="575526" y="83446"/>
                  <a:pt x="577386" y="90365"/>
                  <a:pt x="581107" y="94839"/>
                </a:cubicBezTo>
                <a:cubicBezTo>
                  <a:pt x="584827" y="99313"/>
                  <a:pt x="589360" y="101549"/>
                  <a:pt x="594704" y="101549"/>
                </a:cubicBezTo>
                <a:cubicBezTo>
                  <a:pt x="599839" y="101549"/>
                  <a:pt x="604110" y="99496"/>
                  <a:pt x="607516" y="95389"/>
                </a:cubicBezTo>
                <a:cubicBezTo>
                  <a:pt x="610922" y="91282"/>
                  <a:pt x="612625" y="84546"/>
                  <a:pt x="612625" y="75180"/>
                </a:cubicBezTo>
                <a:cubicBezTo>
                  <a:pt x="612625" y="66442"/>
                  <a:pt x="610869" y="59954"/>
                  <a:pt x="607359" y="55717"/>
                </a:cubicBezTo>
                <a:cubicBezTo>
                  <a:pt x="603848" y="51479"/>
                  <a:pt x="599499" y="49360"/>
                  <a:pt x="594311" y="49360"/>
                </a:cubicBezTo>
                <a:cubicBezTo>
                  <a:pt x="588914" y="49360"/>
                  <a:pt x="584434" y="51439"/>
                  <a:pt x="580871" y="55599"/>
                </a:cubicBezTo>
                <a:cubicBezTo>
                  <a:pt x="577308" y="59758"/>
                  <a:pt x="575526" y="65919"/>
                  <a:pt x="575526" y="74082"/>
                </a:cubicBezTo>
                <a:close/>
                <a:moveTo>
                  <a:pt x="700995" y="90703"/>
                </a:moveTo>
                <a:lnTo>
                  <a:pt x="723003" y="94475"/>
                </a:lnTo>
                <a:cubicBezTo>
                  <a:pt x="720173" y="102519"/>
                  <a:pt x="715706" y="108643"/>
                  <a:pt x="709602" y="112848"/>
                </a:cubicBezTo>
                <a:cubicBezTo>
                  <a:pt x="703497" y="117053"/>
                  <a:pt x="695860" y="119155"/>
                  <a:pt x="686690" y="119155"/>
                </a:cubicBezTo>
                <a:cubicBezTo>
                  <a:pt x="672176" y="119155"/>
                  <a:pt x="661434" y="114413"/>
                  <a:pt x="654465" y="104929"/>
                </a:cubicBezTo>
                <a:cubicBezTo>
                  <a:pt x="648963" y="97331"/>
                  <a:pt x="646212" y="87742"/>
                  <a:pt x="646212" y="76162"/>
                </a:cubicBezTo>
                <a:cubicBezTo>
                  <a:pt x="646212" y="62329"/>
                  <a:pt x="649828" y="51495"/>
                  <a:pt x="657059" y="43661"/>
                </a:cubicBezTo>
                <a:cubicBezTo>
                  <a:pt x="664290" y="35828"/>
                  <a:pt x="673433" y="31911"/>
                  <a:pt x="684490" y="31911"/>
                </a:cubicBezTo>
                <a:cubicBezTo>
                  <a:pt x="696908" y="31911"/>
                  <a:pt x="706707" y="36011"/>
                  <a:pt x="713886" y="44212"/>
                </a:cubicBezTo>
                <a:cubicBezTo>
                  <a:pt x="721064" y="52412"/>
                  <a:pt x="724496" y="64975"/>
                  <a:pt x="724182" y="81900"/>
                </a:cubicBezTo>
                <a:lnTo>
                  <a:pt x="668849" y="81900"/>
                </a:lnTo>
                <a:cubicBezTo>
                  <a:pt x="669006" y="88450"/>
                  <a:pt x="670787" y="93545"/>
                  <a:pt x="674193" y="97187"/>
                </a:cubicBezTo>
                <a:cubicBezTo>
                  <a:pt x="677599" y="100829"/>
                  <a:pt x="681843" y="102650"/>
                  <a:pt x="686926" y="102650"/>
                </a:cubicBezTo>
                <a:cubicBezTo>
                  <a:pt x="690385" y="102650"/>
                  <a:pt x="693293" y="101707"/>
                  <a:pt x="695651" y="99820"/>
                </a:cubicBezTo>
                <a:cubicBezTo>
                  <a:pt x="698009" y="97934"/>
                  <a:pt x="699790" y="94895"/>
                  <a:pt x="700995" y="90703"/>
                </a:cubicBezTo>
                <a:moveTo>
                  <a:pt x="702253" y="68381"/>
                </a:moveTo>
                <a:cubicBezTo>
                  <a:pt x="702096" y="62014"/>
                  <a:pt x="700445" y="57174"/>
                  <a:pt x="697301" y="53860"/>
                </a:cubicBezTo>
                <a:cubicBezTo>
                  <a:pt x="694157" y="50545"/>
                  <a:pt x="690332" y="48888"/>
                  <a:pt x="685826" y="48888"/>
                </a:cubicBezTo>
                <a:cubicBezTo>
                  <a:pt x="681005" y="48888"/>
                  <a:pt x="677023" y="50636"/>
                  <a:pt x="673879" y="54132"/>
                </a:cubicBezTo>
                <a:cubicBezTo>
                  <a:pt x="670735" y="57630"/>
                  <a:pt x="669189" y="62379"/>
                  <a:pt x="669242" y="68381"/>
                </a:cubicBezTo>
                <a:lnTo>
                  <a:pt x="702253" y="68381"/>
                </a:lnTo>
                <a:close/>
                <a:moveTo>
                  <a:pt x="818083" y="117269"/>
                </a:moveTo>
                <a:lnTo>
                  <a:pt x="795997" y="117269"/>
                </a:lnTo>
                <a:lnTo>
                  <a:pt x="795997" y="74718"/>
                </a:lnTo>
                <a:cubicBezTo>
                  <a:pt x="795997" y="65715"/>
                  <a:pt x="795525" y="59892"/>
                  <a:pt x="794582" y="57249"/>
                </a:cubicBezTo>
                <a:cubicBezTo>
                  <a:pt x="793639" y="54606"/>
                  <a:pt x="792106" y="52552"/>
                  <a:pt x="789984" y="51087"/>
                </a:cubicBezTo>
                <a:cubicBezTo>
                  <a:pt x="787862" y="49621"/>
                  <a:pt x="785308" y="48888"/>
                  <a:pt x="782321" y="48888"/>
                </a:cubicBezTo>
                <a:cubicBezTo>
                  <a:pt x="778496" y="48888"/>
                  <a:pt x="775064" y="49935"/>
                  <a:pt x="772024" y="52030"/>
                </a:cubicBezTo>
                <a:cubicBezTo>
                  <a:pt x="768985" y="54122"/>
                  <a:pt x="766902" y="56896"/>
                  <a:pt x="765776" y="60351"/>
                </a:cubicBezTo>
                <a:cubicBezTo>
                  <a:pt x="764649" y="63805"/>
                  <a:pt x="764086" y="70190"/>
                  <a:pt x="764086" y="79507"/>
                </a:cubicBezTo>
                <a:lnTo>
                  <a:pt x="764086" y="117269"/>
                </a:lnTo>
                <a:lnTo>
                  <a:pt x="742000" y="117269"/>
                </a:lnTo>
                <a:lnTo>
                  <a:pt x="742000" y="33797"/>
                </a:lnTo>
                <a:lnTo>
                  <a:pt x="762514" y="33797"/>
                </a:lnTo>
                <a:lnTo>
                  <a:pt x="762514" y="46059"/>
                </a:lnTo>
                <a:cubicBezTo>
                  <a:pt x="769797" y="36627"/>
                  <a:pt x="778967" y="31911"/>
                  <a:pt x="790024" y="31911"/>
                </a:cubicBezTo>
                <a:cubicBezTo>
                  <a:pt x="794897" y="31911"/>
                  <a:pt x="799351" y="32789"/>
                  <a:pt x="803385" y="34544"/>
                </a:cubicBezTo>
                <a:cubicBezTo>
                  <a:pt x="807420" y="36299"/>
                  <a:pt x="810472" y="38539"/>
                  <a:pt x="812542" y="41264"/>
                </a:cubicBezTo>
                <a:cubicBezTo>
                  <a:pt x="814612" y="43989"/>
                  <a:pt x="816053" y="47081"/>
                  <a:pt x="816865" y="50539"/>
                </a:cubicBezTo>
                <a:cubicBezTo>
                  <a:pt x="817677" y="53997"/>
                  <a:pt x="818083" y="58949"/>
                  <a:pt x="818083" y="65394"/>
                </a:cubicBezTo>
                <a:lnTo>
                  <a:pt x="818083" y="117269"/>
                </a:lnTo>
                <a:close/>
                <a:moveTo>
                  <a:pt x="959141" y="74826"/>
                </a:moveTo>
                <a:lnTo>
                  <a:pt x="981699" y="81900"/>
                </a:lnTo>
                <a:cubicBezTo>
                  <a:pt x="978241" y="94556"/>
                  <a:pt x="972490" y="103956"/>
                  <a:pt x="964447" y="110099"/>
                </a:cubicBezTo>
                <a:cubicBezTo>
                  <a:pt x="956403" y="116242"/>
                  <a:pt x="946199" y="119313"/>
                  <a:pt x="933832" y="119313"/>
                </a:cubicBezTo>
                <a:cubicBezTo>
                  <a:pt x="918532" y="119313"/>
                  <a:pt x="905956" y="114079"/>
                  <a:pt x="896105" y="103613"/>
                </a:cubicBezTo>
                <a:cubicBezTo>
                  <a:pt x="886254" y="93144"/>
                  <a:pt x="881329" y="78834"/>
                  <a:pt x="881329" y="60681"/>
                </a:cubicBezTo>
                <a:cubicBezTo>
                  <a:pt x="881329" y="41476"/>
                  <a:pt x="886280" y="26562"/>
                  <a:pt x="896184" y="15938"/>
                </a:cubicBezTo>
                <a:cubicBezTo>
                  <a:pt x="906087" y="5313"/>
                  <a:pt x="919108" y="0"/>
                  <a:pt x="935247" y="0"/>
                </a:cubicBezTo>
                <a:cubicBezTo>
                  <a:pt x="949343" y="0"/>
                  <a:pt x="960792" y="4176"/>
                  <a:pt x="969595" y="12527"/>
                </a:cubicBezTo>
                <a:cubicBezTo>
                  <a:pt x="974835" y="17464"/>
                  <a:pt x="978765" y="24554"/>
                  <a:pt x="981385" y="33797"/>
                </a:cubicBezTo>
                <a:lnTo>
                  <a:pt x="958355" y="39299"/>
                </a:lnTo>
                <a:cubicBezTo>
                  <a:pt x="956993" y="33326"/>
                  <a:pt x="954150" y="28610"/>
                  <a:pt x="949827" y="25152"/>
                </a:cubicBezTo>
                <a:cubicBezTo>
                  <a:pt x="945504" y="21693"/>
                  <a:pt x="940251" y="19964"/>
                  <a:pt x="934068" y="19964"/>
                </a:cubicBezTo>
                <a:cubicBezTo>
                  <a:pt x="925527" y="19964"/>
                  <a:pt x="918597" y="23029"/>
                  <a:pt x="913279" y="29160"/>
                </a:cubicBezTo>
                <a:cubicBezTo>
                  <a:pt x="907960" y="35291"/>
                  <a:pt x="905301" y="45220"/>
                  <a:pt x="905301" y="58949"/>
                </a:cubicBezTo>
                <a:cubicBezTo>
                  <a:pt x="905301" y="73516"/>
                  <a:pt x="907921" y="83891"/>
                  <a:pt x="913161" y="90074"/>
                </a:cubicBezTo>
                <a:cubicBezTo>
                  <a:pt x="918401" y="96257"/>
                  <a:pt x="925213" y="99349"/>
                  <a:pt x="933597" y="99349"/>
                </a:cubicBezTo>
                <a:cubicBezTo>
                  <a:pt x="939780" y="99349"/>
                  <a:pt x="945098" y="97378"/>
                  <a:pt x="949552" y="93436"/>
                </a:cubicBezTo>
                <a:cubicBezTo>
                  <a:pt x="954006" y="89493"/>
                  <a:pt x="957202" y="83290"/>
                  <a:pt x="959141" y="74826"/>
                </a:cubicBezTo>
                <a:close/>
                <a:moveTo>
                  <a:pt x="996370" y="74354"/>
                </a:moveTo>
                <a:cubicBezTo>
                  <a:pt x="996370" y="67018"/>
                  <a:pt x="998178" y="59918"/>
                  <a:pt x="1001793" y="53054"/>
                </a:cubicBezTo>
                <a:cubicBezTo>
                  <a:pt x="1005409" y="46190"/>
                  <a:pt x="1010531" y="40950"/>
                  <a:pt x="1017159" y="37334"/>
                </a:cubicBezTo>
                <a:cubicBezTo>
                  <a:pt x="1023788" y="33719"/>
                  <a:pt x="1031189" y="31911"/>
                  <a:pt x="1039363" y="31911"/>
                </a:cubicBezTo>
                <a:cubicBezTo>
                  <a:pt x="1051992" y="31911"/>
                  <a:pt x="1062340" y="36011"/>
                  <a:pt x="1070410" y="44212"/>
                </a:cubicBezTo>
                <a:cubicBezTo>
                  <a:pt x="1078479" y="52412"/>
                  <a:pt x="1082514" y="62774"/>
                  <a:pt x="1082514" y="75297"/>
                </a:cubicBezTo>
                <a:cubicBezTo>
                  <a:pt x="1082514" y="87926"/>
                  <a:pt x="1078440" y="98392"/>
                  <a:pt x="1070292" y="106698"/>
                </a:cubicBezTo>
                <a:cubicBezTo>
                  <a:pt x="1062144" y="115003"/>
                  <a:pt x="1051887" y="119155"/>
                  <a:pt x="1039521" y="119155"/>
                </a:cubicBezTo>
                <a:cubicBezTo>
                  <a:pt x="1031870" y="119155"/>
                  <a:pt x="1024574" y="117426"/>
                  <a:pt x="1017631" y="113968"/>
                </a:cubicBezTo>
                <a:cubicBezTo>
                  <a:pt x="1010688" y="110510"/>
                  <a:pt x="1005409" y="105440"/>
                  <a:pt x="1001793" y="98759"/>
                </a:cubicBezTo>
                <a:cubicBezTo>
                  <a:pt x="998178" y="92078"/>
                  <a:pt x="996370" y="83943"/>
                  <a:pt x="996370" y="74354"/>
                </a:cubicBezTo>
                <a:moveTo>
                  <a:pt x="1019006" y="75533"/>
                </a:moveTo>
                <a:cubicBezTo>
                  <a:pt x="1019006" y="83786"/>
                  <a:pt x="1020971" y="90107"/>
                  <a:pt x="1024901" y="94495"/>
                </a:cubicBezTo>
                <a:cubicBezTo>
                  <a:pt x="1028831" y="98884"/>
                  <a:pt x="1033678" y="101078"/>
                  <a:pt x="1039442" y="101078"/>
                </a:cubicBezTo>
                <a:cubicBezTo>
                  <a:pt x="1045206" y="101078"/>
                  <a:pt x="1050040" y="98884"/>
                  <a:pt x="1053943" y="94495"/>
                </a:cubicBezTo>
                <a:cubicBezTo>
                  <a:pt x="1057847" y="90107"/>
                  <a:pt x="1059799" y="83734"/>
                  <a:pt x="1059799" y="75376"/>
                </a:cubicBezTo>
                <a:cubicBezTo>
                  <a:pt x="1059799" y="67228"/>
                  <a:pt x="1057847" y="60960"/>
                  <a:pt x="1053943" y="56571"/>
                </a:cubicBezTo>
                <a:cubicBezTo>
                  <a:pt x="1050040" y="52183"/>
                  <a:pt x="1045206" y="49989"/>
                  <a:pt x="1039442" y="49989"/>
                </a:cubicBezTo>
                <a:cubicBezTo>
                  <a:pt x="1033678" y="49989"/>
                  <a:pt x="1028831" y="52183"/>
                  <a:pt x="1024901" y="56571"/>
                </a:cubicBezTo>
                <a:cubicBezTo>
                  <a:pt x="1020971" y="60960"/>
                  <a:pt x="1019006" y="67280"/>
                  <a:pt x="1019006" y="75533"/>
                </a:cubicBezTo>
                <a:close/>
                <a:moveTo>
                  <a:pt x="1176386" y="117269"/>
                </a:moveTo>
                <a:lnTo>
                  <a:pt x="1155872" y="117269"/>
                </a:lnTo>
                <a:lnTo>
                  <a:pt x="1155872" y="105008"/>
                </a:lnTo>
                <a:cubicBezTo>
                  <a:pt x="1152466" y="109776"/>
                  <a:pt x="1148444" y="113326"/>
                  <a:pt x="1143807" y="115658"/>
                </a:cubicBezTo>
                <a:cubicBezTo>
                  <a:pt x="1139170" y="117990"/>
                  <a:pt x="1134493" y="119155"/>
                  <a:pt x="1129777" y="119155"/>
                </a:cubicBezTo>
                <a:cubicBezTo>
                  <a:pt x="1120188" y="119155"/>
                  <a:pt x="1111975" y="115291"/>
                  <a:pt x="1105137" y="107562"/>
                </a:cubicBezTo>
                <a:cubicBezTo>
                  <a:pt x="1098298" y="99833"/>
                  <a:pt x="1094879" y="89052"/>
                  <a:pt x="1094879" y="75219"/>
                </a:cubicBezTo>
                <a:cubicBezTo>
                  <a:pt x="1094879" y="61071"/>
                  <a:pt x="1098207" y="50316"/>
                  <a:pt x="1104861" y="42954"/>
                </a:cubicBezTo>
                <a:cubicBezTo>
                  <a:pt x="1111516" y="35592"/>
                  <a:pt x="1119926" y="31911"/>
                  <a:pt x="1130092" y="31911"/>
                </a:cubicBezTo>
                <a:cubicBezTo>
                  <a:pt x="1139419" y="31911"/>
                  <a:pt x="1147488" y="35789"/>
                  <a:pt x="1154300" y="43544"/>
                </a:cubicBezTo>
                <a:lnTo>
                  <a:pt x="1154300" y="2044"/>
                </a:lnTo>
                <a:lnTo>
                  <a:pt x="1176386" y="2044"/>
                </a:lnTo>
                <a:lnTo>
                  <a:pt x="1176386" y="117269"/>
                </a:lnTo>
                <a:moveTo>
                  <a:pt x="1117437" y="73767"/>
                </a:moveTo>
                <a:cubicBezTo>
                  <a:pt x="1117437" y="82662"/>
                  <a:pt x="1118669" y="89097"/>
                  <a:pt x="1121131" y="93073"/>
                </a:cubicBezTo>
                <a:cubicBezTo>
                  <a:pt x="1124694" y="98829"/>
                  <a:pt x="1129672" y="101707"/>
                  <a:pt x="1136065" y="101707"/>
                </a:cubicBezTo>
                <a:cubicBezTo>
                  <a:pt x="1141148" y="101707"/>
                  <a:pt x="1145471" y="99548"/>
                  <a:pt x="1149034" y="95232"/>
                </a:cubicBezTo>
                <a:cubicBezTo>
                  <a:pt x="1152597" y="90916"/>
                  <a:pt x="1154379" y="84467"/>
                  <a:pt x="1154379" y="75887"/>
                </a:cubicBezTo>
                <a:cubicBezTo>
                  <a:pt x="1154379" y="66311"/>
                  <a:pt x="1152649" y="59417"/>
                  <a:pt x="1149191" y="55206"/>
                </a:cubicBezTo>
                <a:cubicBezTo>
                  <a:pt x="1145733" y="50994"/>
                  <a:pt x="1141305" y="48888"/>
                  <a:pt x="1135908" y="48888"/>
                </a:cubicBezTo>
                <a:cubicBezTo>
                  <a:pt x="1130668" y="48888"/>
                  <a:pt x="1126280" y="50968"/>
                  <a:pt x="1122743" y="55127"/>
                </a:cubicBezTo>
                <a:cubicBezTo>
                  <a:pt x="1119206" y="59286"/>
                  <a:pt x="1117437" y="65500"/>
                  <a:pt x="1117437" y="73767"/>
                </a:cubicBezTo>
                <a:close/>
                <a:moveTo>
                  <a:pt x="1198183" y="22479"/>
                </a:moveTo>
                <a:lnTo>
                  <a:pt x="1198183" y="2044"/>
                </a:lnTo>
                <a:lnTo>
                  <a:pt x="1220269" y="2044"/>
                </a:lnTo>
                <a:lnTo>
                  <a:pt x="1220269" y="22479"/>
                </a:lnTo>
                <a:lnTo>
                  <a:pt x="1198183" y="22479"/>
                </a:lnTo>
                <a:moveTo>
                  <a:pt x="1198183" y="117269"/>
                </a:moveTo>
                <a:lnTo>
                  <a:pt x="1198183" y="33797"/>
                </a:lnTo>
                <a:lnTo>
                  <a:pt x="1220269" y="33797"/>
                </a:lnTo>
                <a:lnTo>
                  <a:pt x="1220269" y="117269"/>
                </a:lnTo>
                <a:lnTo>
                  <a:pt x="1198183" y="117269"/>
                </a:lnTo>
                <a:close/>
                <a:moveTo>
                  <a:pt x="1318859" y="117269"/>
                </a:moveTo>
                <a:lnTo>
                  <a:pt x="1296773" y="117269"/>
                </a:lnTo>
                <a:lnTo>
                  <a:pt x="1296773" y="74718"/>
                </a:lnTo>
                <a:cubicBezTo>
                  <a:pt x="1296773" y="65715"/>
                  <a:pt x="1296301" y="59892"/>
                  <a:pt x="1295358" y="57249"/>
                </a:cubicBezTo>
                <a:cubicBezTo>
                  <a:pt x="1294415" y="54606"/>
                  <a:pt x="1292882" y="52552"/>
                  <a:pt x="1290760" y="51087"/>
                </a:cubicBezTo>
                <a:cubicBezTo>
                  <a:pt x="1288638" y="49621"/>
                  <a:pt x="1286083" y="48888"/>
                  <a:pt x="1283097" y="48888"/>
                </a:cubicBezTo>
                <a:cubicBezTo>
                  <a:pt x="1279271" y="48888"/>
                  <a:pt x="1275839" y="49935"/>
                  <a:pt x="1272800" y="52030"/>
                </a:cubicBezTo>
                <a:cubicBezTo>
                  <a:pt x="1269761" y="54122"/>
                  <a:pt x="1267678" y="56896"/>
                  <a:pt x="1266552" y="60351"/>
                </a:cubicBezTo>
                <a:cubicBezTo>
                  <a:pt x="1265425" y="63805"/>
                  <a:pt x="1264862" y="70190"/>
                  <a:pt x="1264862" y="79507"/>
                </a:cubicBezTo>
                <a:lnTo>
                  <a:pt x="1264862" y="117269"/>
                </a:lnTo>
                <a:lnTo>
                  <a:pt x="1242776" y="117269"/>
                </a:lnTo>
                <a:lnTo>
                  <a:pt x="1242776" y="33797"/>
                </a:lnTo>
                <a:lnTo>
                  <a:pt x="1263290" y="33797"/>
                </a:lnTo>
                <a:lnTo>
                  <a:pt x="1263290" y="46059"/>
                </a:lnTo>
                <a:cubicBezTo>
                  <a:pt x="1270573" y="36627"/>
                  <a:pt x="1279743" y="31911"/>
                  <a:pt x="1290799" y="31911"/>
                </a:cubicBezTo>
                <a:cubicBezTo>
                  <a:pt x="1295672" y="31911"/>
                  <a:pt x="1300126" y="32789"/>
                  <a:pt x="1304161" y="34544"/>
                </a:cubicBezTo>
                <a:cubicBezTo>
                  <a:pt x="1308196" y="36299"/>
                  <a:pt x="1311248" y="38539"/>
                  <a:pt x="1313318" y="41264"/>
                </a:cubicBezTo>
                <a:cubicBezTo>
                  <a:pt x="1315387" y="43989"/>
                  <a:pt x="1316828" y="47081"/>
                  <a:pt x="1317641" y="50539"/>
                </a:cubicBezTo>
                <a:cubicBezTo>
                  <a:pt x="1318453" y="53997"/>
                  <a:pt x="1318859" y="58949"/>
                  <a:pt x="1318859" y="65394"/>
                </a:cubicBezTo>
                <a:lnTo>
                  <a:pt x="1318859" y="117269"/>
                </a:lnTo>
                <a:close/>
                <a:moveTo>
                  <a:pt x="1339241" y="122614"/>
                </a:moveTo>
                <a:lnTo>
                  <a:pt x="1364472" y="125758"/>
                </a:lnTo>
                <a:cubicBezTo>
                  <a:pt x="1364891" y="128720"/>
                  <a:pt x="1365860" y="130756"/>
                  <a:pt x="1367380" y="131866"/>
                </a:cubicBezTo>
                <a:cubicBezTo>
                  <a:pt x="1369476" y="133453"/>
                  <a:pt x="1372777" y="134246"/>
                  <a:pt x="1377283" y="134246"/>
                </a:cubicBezTo>
                <a:cubicBezTo>
                  <a:pt x="1383047" y="134246"/>
                  <a:pt x="1387370" y="133375"/>
                  <a:pt x="1390252" y="131633"/>
                </a:cubicBezTo>
                <a:cubicBezTo>
                  <a:pt x="1392191" y="130472"/>
                  <a:pt x="1393658" y="128599"/>
                  <a:pt x="1394653" y="126013"/>
                </a:cubicBezTo>
                <a:cubicBezTo>
                  <a:pt x="1395335" y="124166"/>
                  <a:pt x="1395675" y="120763"/>
                  <a:pt x="1395675" y="115803"/>
                </a:cubicBezTo>
                <a:lnTo>
                  <a:pt x="1395675" y="103531"/>
                </a:lnTo>
                <a:cubicBezTo>
                  <a:pt x="1389073" y="112690"/>
                  <a:pt x="1380741" y="117269"/>
                  <a:pt x="1370681" y="117269"/>
                </a:cubicBezTo>
                <a:cubicBezTo>
                  <a:pt x="1359467" y="117269"/>
                  <a:pt x="1350586" y="112527"/>
                  <a:pt x="1344036" y="103043"/>
                </a:cubicBezTo>
                <a:cubicBezTo>
                  <a:pt x="1338901" y="95550"/>
                  <a:pt x="1336333" y="86223"/>
                  <a:pt x="1336333" y="75062"/>
                </a:cubicBezTo>
                <a:cubicBezTo>
                  <a:pt x="1336333" y="61071"/>
                  <a:pt x="1339700" y="50382"/>
                  <a:pt x="1346433" y="42993"/>
                </a:cubicBezTo>
                <a:cubicBezTo>
                  <a:pt x="1353166" y="35605"/>
                  <a:pt x="1361537" y="31911"/>
                  <a:pt x="1371545" y="31911"/>
                </a:cubicBezTo>
                <a:cubicBezTo>
                  <a:pt x="1381868" y="31911"/>
                  <a:pt x="1390383" y="36465"/>
                  <a:pt x="1397090" y="45572"/>
                </a:cubicBezTo>
                <a:lnTo>
                  <a:pt x="1397090" y="33797"/>
                </a:lnTo>
                <a:lnTo>
                  <a:pt x="1417761" y="33797"/>
                </a:lnTo>
                <a:lnTo>
                  <a:pt x="1417761" y="108751"/>
                </a:lnTo>
                <a:cubicBezTo>
                  <a:pt x="1417761" y="118608"/>
                  <a:pt x="1416949" y="125975"/>
                  <a:pt x="1415325" y="130852"/>
                </a:cubicBezTo>
                <a:cubicBezTo>
                  <a:pt x="1413700" y="135728"/>
                  <a:pt x="1411421" y="139556"/>
                  <a:pt x="1408487" y="142335"/>
                </a:cubicBezTo>
                <a:cubicBezTo>
                  <a:pt x="1405552" y="145115"/>
                  <a:pt x="1401636" y="147291"/>
                  <a:pt x="1396736" y="148863"/>
                </a:cubicBezTo>
                <a:cubicBezTo>
                  <a:pt x="1391837" y="150437"/>
                  <a:pt x="1385641" y="151224"/>
                  <a:pt x="1378148" y="151224"/>
                </a:cubicBezTo>
                <a:cubicBezTo>
                  <a:pt x="1364000" y="151224"/>
                  <a:pt x="1353966" y="148780"/>
                  <a:pt x="1348044" y="143892"/>
                </a:cubicBezTo>
                <a:cubicBezTo>
                  <a:pt x="1342123" y="139006"/>
                  <a:pt x="1339163" y="132811"/>
                  <a:pt x="1339163" y="125308"/>
                </a:cubicBezTo>
                <a:cubicBezTo>
                  <a:pt x="1339163" y="124568"/>
                  <a:pt x="1339189" y="123670"/>
                  <a:pt x="1339241" y="122614"/>
                </a:cubicBezTo>
                <a:moveTo>
                  <a:pt x="1358970" y="73804"/>
                </a:moveTo>
                <a:cubicBezTo>
                  <a:pt x="1358970" y="82633"/>
                  <a:pt x="1360686" y="89098"/>
                  <a:pt x="1364118" y="93198"/>
                </a:cubicBezTo>
                <a:cubicBezTo>
                  <a:pt x="1367550" y="97298"/>
                  <a:pt x="1371781" y="99349"/>
                  <a:pt x="1376812" y="99349"/>
                </a:cubicBezTo>
                <a:cubicBezTo>
                  <a:pt x="1382209" y="99349"/>
                  <a:pt x="1386767" y="97246"/>
                  <a:pt x="1390488" y="93041"/>
                </a:cubicBezTo>
                <a:cubicBezTo>
                  <a:pt x="1394208" y="88836"/>
                  <a:pt x="1396068" y="82607"/>
                  <a:pt x="1396068" y="74354"/>
                </a:cubicBezTo>
                <a:cubicBezTo>
                  <a:pt x="1396068" y="65735"/>
                  <a:pt x="1394287" y="59335"/>
                  <a:pt x="1390724" y="55157"/>
                </a:cubicBezTo>
                <a:cubicBezTo>
                  <a:pt x="1387160" y="50978"/>
                  <a:pt x="1382654" y="48888"/>
                  <a:pt x="1377205" y="48888"/>
                </a:cubicBezTo>
                <a:cubicBezTo>
                  <a:pt x="1371912" y="48888"/>
                  <a:pt x="1367550" y="50938"/>
                  <a:pt x="1364118" y="55039"/>
                </a:cubicBezTo>
                <a:cubicBezTo>
                  <a:pt x="1360686" y="59139"/>
                  <a:pt x="1358970" y="65394"/>
                  <a:pt x="1358970" y="738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PRDiscussions">
            <a:extLst xmlns:a="http://schemas.openxmlformats.org/drawingml/2006/main">
              <a:ext uri="{FF2B5EF4-FFF2-40B4-BE49-F238E27FC236}">
                <a16:creationId xmlns:a16="http://schemas.microsoft.com/office/drawing/2014/main" id="{78B67AFE-1BF2-43B8-975E-FFFE1BF0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838" y="3408825"/>
            <a:ext cx="1197141" cy="117112"/>
          </a:xfrm>
          <a:custGeom xmlns:a="http://schemas.openxmlformats.org/drawingml/2006/main">
            <a:pathLst>
              <a:path w="1197141" h="117112">
                <a:moveTo>
                  <a:pt x="0" y="115225"/>
                </a:moveTo>
                <a:lnTo>
                  <a:pt x="0" y="0"/>
                </a:lnTo>
                <a:lnTo>
                  <a:pt x="37334" y="0"/>
                </a:lnTo>
                <a:cubicBezTo>
                  <a:pt x="51482" y="0"/>
                  <a:pt x="60704" y="576"/>
                  <a:pt x="65001" y="1727"/>
                </a:cubicBezTo>
                <a:cubicBezTo>
                  <a:pt x="71603" y="3454"/>
                  <a:pt x="77131" y="7210"/>
                  <a:pt x="81585" y="12993"/>
                </a:cubicBezTo>
                <a:cubicBezTo>
                  <a:pt x="86039" y="18777"/>
                  <a:pt x="88266" y="26249"/>
                  <a:pt x="88266" y="35409"/>
                </a:cubicBezTo>
                <a:cubicBezTo>
                  <a:pt x="88266" y="42474"/>
                  <a:pt x="86982" y="48415"/>
                  <a:pt x="84415" y="53231"/>
                </a:cubicBezTo>
                <a:cubicBezTo>
                  <a:pt x="81847" y="58047"/>
                  <a:pt x="78585" y="61828"/>
                  <a:pt x="74629" y="64576"/>
                </a:cubicBezTo>
                <a:cubicBezTo>
                  <a:pt x="70673" y="67324"/>
                  <a:pt x="66652" y="69143"/>
                  <a:pt x="62564" y="70034"/>
                </a:cubicBezTo>
                <a:cubicBezTo>
                  <a:pt x="57010" y="71133"/>
                  <a:pt x="48967" y="71682"/>
                  <a:pt x="38435" y="71682"/>
                </a:cubicBezTo>
                <a:lnTo>
                  <a:pt x="23265" y="71682"/>
                </a:lnTo>
                <a:lnTo>
                  <a:pt x="23265" y="115225"/>
                </a:lnTo>
                <a:lnTo>
                  <a:pt x="0" y="115225"/>
                </a:lnTo>
                <a:moveTo>
                  <a:pt x="23265" y="19492"/>
                </a:moveTo>
                <a:lnTo>
                  <a:pt x="23265" y="52189"/>
                </a:lnTo>
                <a:lnTo>
                  <a:pt x="35998" y="52189"/>
                </a:lnTo>
                <a:cubicBezTo>
                  <a:pt x="45168" y="52189"/>
                  <a:pt x="51299" y="51587"/>
                  <a:pt x="54390" y="50382"/>
                </a:cubicBezTo>
                <a:cubicBezTo>
                  <a:pt x="57482" y="49176"/>
                  <a:pt x="59905" y="47290"/>
                  <a:pt x="61661" y="44723"/>
                </a:cubicBezTo>
                <a:cubicBezTo>
                  <a:pt x="63416" y="42155"/>
                  <a:pt x="64294" y="39168"/>
                  <a:pt x="64294" y="35762"/>
                </a:cubicBezTo>
                <a:cubicBezTo>
                  <a:pt x="64294" y="31570"/>
                  <a:pt x="63062" y="28112"/>
                  <a:pt x="60599" y="25387"/>
                </a:cubicBezTo>
                <a:cubicBezTo>
                  <a:pt x="58137" y="22663"/>
                  <a:pt x="55019" y="20960"/>
                  <a:pt x="51246" y="20278"/>
                </a:cubicBezTo>
                <a:cubicBezTo>
                  <a:pt x="48469" y="19754"/>
                  <a:pt x="42889" y="19492"/>
                  <a:pt x="34505" y="19492"/>
                </a:cubicBezTo>
                <a:lnTo>
                  <a:pt x="23265" y="19492"/>
                </a:lnTo>
                <a:close/>
                <a:moveTo>
                  <a:pt x="107446" y="115225"/>
                </a:moveTo>
                <a:lnTo>
                  <a:pt x="107446" y="0"/>
                </a:lnTo>
                <a:lnTo>
                  <a:pt x="156413" y="0"/>
                </a:lnTo>
                <a:cubicBezTo>
                  <a:pt x="168726" y="0"/>
                  <a:pt x="177674" y="1035"/>
                  <a:pt x="183254" y="3105"/>
                </a:cubicBezTo>
                <a:cubicBezTo>
                  <a:pt x="188835" y="5174"/>
                  <a:pt x="193302" y="8855"/>
                  <a:pt x="196655" y="14148"/>
                </a:cubicBezTo>
                <a:cubicBezTo>
                  <a:pt x="200009" y="19440"/>
                  <a:pt x="201685" y="25492"/>
                  <a:pt x="201685" y="32304"/>
                </a:cubicBezTo>
                <a:cubicBezTo>
                  <a:pt x="201685" y="40950"/>
                  <a:pt x="199144" y="48089"/>
                  <a:pt x="194061" y="53722"/>
                </a:cubicBezTo>
                <a:cubicBezTo>
                  <a:pt x="188979" y="59355"/>
                  <a:pt x="181381" y="62905"/>
                  <a:pt x="171268" y="64372"/>
                </a:cubicBezTo>
                <a:cubicBezTo>
                  <a:pt x="176298" y="67307"/>
                  <a:pt x="180451" y="70529"/>
                  <a:pt x="183726" y="74040"/>
                </a:cubicBezTo>
                <a:cubicBezTo>
                  <a:pt x="187001" y="77551"/>
                  <a:pt x="191415" y="83786"/>
                  <a:pt x="196969" y="92746"/>
                </a:cubicBezTo>
                <a:lnTo>
                  <a:pt x="211039" y="115225"/>
                </a:lnTo>
                <a:lnTo>
                  <a:pt x="183215" y="115225"/>
                </a:lnTo>
                <a:lnTo>
                  <a:pt x="166395" y="90145"/>
                </a:lnTo>
                <a:cubicBezTo>
                  <a:pt x="160421" y="81188"/>
                  <a:pt x="156334" y="75545"/>
                  <a:pt x="154133" y="73215"/>
                </a:cubicBezTo>
                <a:cubicBezTo>
                  <a:pt x="151933" y="70883"/>
                  <a:pt x="149601" y="69285"/>
                  <a:pt x="147138" y="68420"/>
                </a:cubicBezTo>
                <a:cubicBezTo>
                  <a:pt x="144675" y="67555"/>
                  <a:pt x="140772" y="67123"/>
                  <a:pt x="135427" y="67123"/>
                </a:cubicBezTo>
                <a:lnTo>
                  <a:pt x="130711" y="67123"/>
                </a:lnTo>
                <a:lnTo>
                  <a:pt x="130711" y="115225"/>
                </a:lnTo>
                <a:lnTo>
                  <a:pt x="107446" y="115225"/>
                </a:lnTo>
                <a:moveTo>
                  <a:pt x="130711" y="48731"/>
                </a:moveTo>
                <a:lnTo>
                  <a:pt x="147924" y="48731"/>
                </a:lnTo>
                <a:cubicBezTo>
                  <a:pt x="159085" y="48731"/>
                  <a:pt x="166054" y="48260"/>
                  <a:pt x="168831" y="47316"/>
                </a:cubicBezTo>
                <a:cubicBezTo>
                  <a:pt x="171608" y="46373"/>
                  <a:pt x="173783" y="44749"/>
                  <a:pt x="175355" y="42443"/>
                </a:cubicBezTo>
                <a:cubicBezTo>
                  <a:pt x="176927" y="40138"/>
                  <a:pt x="177713" y="37256"/>
                  <a:pt x="177713" y="33797"/>
                </a:cubicBezTo>
                <a:cubicBezTo>
                  <a:pt x="177713" y="29920"/>
                  <a:pt x="176678" y="26789"/>
                  <a:pt x="174608" y="24405"/>
                </a:cubicBezTo>
                <a:cubicBezTo>
                  <a:pt x="172538" y="22021"/>
                  <a:pt x="169617" y="20514"/>
                  <a:pt x="165844" y="19885"/>
                </a:cubicBezTo>
                <a:cubicBezTo>
                  <a:pt x="163958" y="19623"/>
                  <a:pt x="158299" y="19492"/>
                  <a:pt x="148867" y="19492"/>
                </a:cubicBezTo>
                <a:lnTo>
                  <a:pt x="130711" y="19492"/>
                </a:lnTo>
                <a:lnTo>
                  <a:pt x="130711" y="48731"/>
                </a:lnTo>
                <a:close/>
                <a:moveTo>
                  <a:pt x="268258" y="0"/>
                </a:moveTo>
                <a:lnTo>
                  <a:pt x="310780" y="0"/>
                </a:lnTo>
                <a:cubicBezTo>
                  <a:pt x="320369" y="0"/>
                  <a:pt x="327679" y="734"/>
                  <a:pt x="332709" y="2201"/>
                </a:cubicBezTo>
                <a:cubicBezTo>
                  <a:pt x="339469" y="4192"/>
                  <a:pt x="345259" y="7729"/>
                  <a:pt x="350079" y="12812"/>
                </a:cubicBezTo>
                <a:cubicBezTo>
                  <a:pt x="354900" y="17894"/>
                  <a:pt x="358568" y="24117"/>
                  <a:pt x="361083" y="31479"/>
                </a:cubicBezTo>
                <a:cubicBezTo>
                  <a:pt x="363598" y="38841"/>
                  <a:pt x="364856" y="47919"/>
                  <a:pt x="364856" y="58713"/>
                </a:cubicBezTo>
                <a:cubicBezTo>
                  <a:pt x="364856" y="68197"/>
                  <a:pt x="363677" y="76372"/>
                  <a:pt x="361319" y="83236"/>
                </a:cubicBezTo>
                <a:cubicBezTo>
                  <a:pt x="358437" y="91620"/>
                  <a:pt x="354324" y="98405"/>
                  <a:pt x="348979" y="103593"/>
                </a:cubicBezTo>
                <a:cubicBezTo>
                  <a:pt x="344944" y="107523"/>
                  <a:pt x="339495" y="110588"/>
                  <a:pt x="332631" y="112789"/>
                </a:cubicBezTo>
                <a:cubicBezTo>
                  <a:pt x="327495" y="114413"/>
                  <a:pt x="320631" y="115225"/>
                  <a:pt x="312038" y="115225"/>
                </a:cubicBezTo>
                <a:lnTo>
                  <a:pt x="268258" y="115225"/>
                </a:lnTo>
                <a:lnTo>
                  <a:pt x="268258" y="0"/>
                </a:lnTo>
                <a:moveTo>
                  <a:pt x="291524" y="19492"/>
                </a:moveTo>
                <a:lnTo>
                  <a:pt x="291524" y="95733"/>
                </a:lnTo>
                <a:lnTo>
                  <a:pt x="308894" y="95733"/>
                </a:lnTo>
                <a:cubicBezTo>
                  <a:pt x="315391" y="95733"/>
                  <a:pt x="320081" y="95366"/>
                  <a:pt x="322963" y="94633"/>
                </a:cubicBezTo>
                <a:cubicBezTo>
                  <a:pt x="326736" y="93691"/>
                  <a:pt x="329867" y="92095"/>
                  <a:pt x="332355" y="89846"/>
                </a:cubicBezTo>
                <a:cubicBezTo>
                  <a:pt x="334844" y="87594"/>
                  <a:pt x="336875" y="83890"/>
                  <a:pt x="338447" y="78734"/>
                </a:cubicBezTo>
                <a:cubicBezTo>
                  <a:pt x="340019" y="73577"/>
                  <a:pt x="340805" y="66550"/>
                  <a:pt x="340805" y="57652"/>
                </a:cubicBezTo>
                <a:cubicBezTo>
                  <a:pt x="340805" y="48754"/>
                  <a:pt x="340019" y="41923"/>
                  <a:pt x="338447" y="37160"/>
                </a:cubicBezTo>
                <a:cubicBezTo>
                  <a:pt x="336875" y="32397"/>
                  <a:pt x="334674" y="28680"/>
                  <a:pt x="331845" y="26011"/>
                </a:cubicBezTo>
                <a:cubicBezTo>
                  <a:pt x="329015" y="23340"/>
                  <a:pt x="325426" y="21534"/>
                  <a:pt x="321077" y="20593"/>
                </a:cubicBezTo>
                <a:cubicBezTo>
                  <a:pt x="317828" y="19859"/>
                  <a:pt x="311461" y="19492"/>
                  <a:pt x="301977" y="19492"/>
                </a:cubicBezTo>
                <a:lnTo>
                  <a:pt x="291524" y="19492"/>
                </a:lnTo>
                <a:close/>
                <a:moveTo>
                  <a:pt x="384400" y="20436"/>
                </a:moveTo>
                <a:lnTo>
                  <a:pt x="384400" y="0"/>
                </a:lnTo>
                <a:lnTo>
                  <a:pt x="406486" y="0"/>
                </a:lnTo>
                <a:lnTo>
                  <a:pt x="406486" y="20436"/>
                </a:lnTo>
                <a:lnTo>
                  <a:pt x="384400" y="20436"/>
                </a:lnTo>
                <a:moveTo>
                  <a:pt x="384400" y="115225"/>
                </a:moveTo>
                <a:lnTo>
                  <a:pt x="384400" y="31754"/>
                </a:lnTo>
                <a:lnTo>
                  <a:pt x="406486" y="31754"/>
                </a:lnTo>
                <a:lnTo>
                  <a:pt x="406486" y="115225"/>
                </a:lnTo>
                <a:lnTo>
                  <a:pt x="384400" y="115225"/>
                </a:lnTo>
                <a:close/>
                <a:moveTo>
                  <a:pt x="421368" y="91489"/>
                </a:moveTo>
                <a:lnTo>
                  <a:pt x="443533" y="88030"/>
                </a:lnTo>
                <a:cubicBezTo>
                  <a:pt x="444476" y="92301"/>
                  <a:pt x="446389" y="95543"/>
                  <a:pt x="449271" y="97757"/>
                </a:cubicBezTo>
                <a:cubicBezTo>
                  <a:pt x="452152" y="99971"/>
                  <a:pt x="456187" y="101078"/>
                  <a:pt x="461375" y="101078"/>
                </a:cubicBezTo>
                <a:cubicBezTo>
                  <a:pt x="467086" y="101078"/>
                  <a:pt x="471383" y="100031"/>
                  <a:pt x="474265" y="97939"/>
                </a:cubicBezTo>
                <a:cubicBezTo>
                  <a:pt x="476204" y="96473"/>
                  <a:pt x="477173" y="94511"/>
                  <a:pt x="477173" y="92051"/>
                </a:cubicBezTo>
                <a:cubicBezTo>
                  <a:pt x="477173" y="90376"/>
                  <a:pt x="476649" y="88989"/>
                  <a:pt x="475601" y="87890"/>
                </a:cubicBezTo>
                <a:cubicBezTo>
                  <a:pt x="474501" y="86844"/>
                  <a:pt x="472038" y="85876"/>
                  <a:pt x="468213" y="84987"/>
                </a:cubicBezTo>
                <a:cubicBezTo>
                  <a:pt x="450397" y="81064"/>
                  <a:pt x="439105" y="77479"/>
                  <a:pt x="434337" y="74234"/>
                </a:cubicBezTo>
                <a:cubicBezTo>
                  <a:pt x="427735" y="69731"/>
                  <a:pt x="424433" y="63475"/>
                  <a:pt x="424433" y="55466"/>
                </a:cubicBezTo>
                <a:cubicBezTo>
                  <a:pt x="424433" y="48241"/>
                  <a:pt x="427289" y="42169"/>
                  <a:pt x="433001" y="37248"/>
                </a:cubicBezTo>
                <a:cubicBezTo>
                  <a:pt x="438712" y="32328"/>
                  <a:pt x="447568" y="29867"/>
                  <a:pt x="459567" y="29867"/>
                </a:cubicBezTo>
                <a:cubicBezTo>
                  <a:pt x="470990" y="29867"/>
                  <a:pt x="479479" y="31721"/>
                  <a:pt x="485033" y="35428"/>
                </a:cubicBezTo>
                <a:cubicBezTo>
                  <a:pt x="490587" y="39136"/>
                  <a:pt x="494412" y="44618"/>
                  <a:pt x="496508" y="51875"/>
                </a:cubicBezTo>
                <a:lnTo>
                  <a:pt x="475680" y="55805"/>
                </a:lnTo>
                <a:cubicBezTo>
                  <a:pt x="474789" y="52556"/>
                  <a:pt x="473099" y="50067"/>
                  <a:pt x="470610" y="48338"/>
                </a:cubicBezTo>
                <a:cubicBezTo>
                  <a:pt x="468121" y="46609"/>
                  <a:pt x="464571" y="45744"/>
                  <a:pt x="459960" y="45744"/>
                </a:cubicBezTo>
                <a:cubicBezTo>
                  <a:pt x="454144" y="45744"/>
                  <a:pt x="449978" y="46556"/>
                  <a:pt x="447463" y="48178"/>
                </a:cubicBezTo>
                <a:cubicBezTo>
                  <a:pt x="445786" y="49328"/>
                  <a:pt x="444948" y="50819"/>
                  <a:pt x="444948" y="52651"/>
                </a:cubicBezTo>
                <a:cubicBezTo>
                  <a:pt x="444948" y="54220"/>
                  <a:pt x="445681" y="55554"/>
                  <a:pt x="447148" y="56652"/>
                </a:cubicBezTo>
                <a:cubicBezTo>
                  <a:pt x="449140" y="58118"/>
                  <a:pt x="456017" y="60185"/>
                  <a:pt x="467781" y="62854"/>
                </a:cubicBezTo>
                <a:cubicBezTo>
                  <a:pt x="479544" y="65523"/>
                  <a:pt x="487758" y="68797"/>
                  <a:pt x="492421" y="72677"/>
                </a:cubicBezTo>
                <a:cubicBezTo>
                  <a:pt x="497032" y="76610"/>
                  <a:pt x="499338" y="82089"/>
                  <a:pt x="499338" y="89114"/>
                </a:cubicBezTo>
                <a:cubicBezTo>
                  <a:pt x="499338" y="96769"/>
                  <a:pt x="496141" y="103349"/>
                  <a:pt x="489749" y="108854"/>
                </a:cubicBezTo>
                <a:cubicBezTo>
                  <a:pt x="483356" y="114359"/>
                  <a:pt x="473898" y="117112"/>
                  <a:pt x="461375" y="117112"/>
                </a:cubicBezTo>
                <a:cubicBezTo>
                  <a:pt x="450004" y="117112"/>
                  <a:pt x="441005" y="114814"/>
                  <a:pt x="434376" y="110217"/>
                </a:cubicBezTo>
                <a:cubicBezTo>
                  <a:pt x="427748" y="105619"/>
                  <a:pt x="423412" y="99376"/>
                  <a:pt x="421368" y="91489"/>
                </a:cubicBezTo>
                <a:close/>
                <a:moveTo>
                  <a:pt x="591431" y="56434"/>
                </a:moveTo>
                <a:lnTo>
                  <a:pt x="569659" y="60364"/>
                </a:lnTo>
                <a:cubicBezTo>
                  <a:pt x="568926" y="56041"/>
                  <a:pt x="567262" y="52785"/>
                  <a:pt x="564668" y="50598"/>
                </a:cubicBezTo>
                <a:cubicBezTo>
                  <a:pt x="562074" y="48410"/>
                  <a:pt x="558708" y="47316"/>
                  <a:pt x="554568" y="47316"/>
                </a:cubicBezTo>
                <a:cubicBezTo>
                  <a:pt x="549066" y="47316"/>
                  <a:pt x="544678" y="49210"/>
                  <a:pt x="541403" y="52998"/>
                </a:cubicBezTo>
                <a:cubicBezTo>
                  <a:pt x="538128" y="56785"/>
                  <a:pt x="536491" y="63119"/>
                  <a:pt x="536491" y="71999"/>
                </a:cubicBezTo>
                <a:cubicBezTo>
                  <a:pt x="536491" y="81873"/>
                  <a:pt x="538154" y="88847"/>
                  <a:pt x="541482" y="92923"/>
                </a:cubicBezTo>
                <a:cubicBezTo>
                  <a:pt x="544809" y="96997"/>
                  <a:pt x="549276" y="99034"/>
                  <a:pt x="554883" y="99034"/>
                </a:cubicBezTo>
                <a:cubicBezTo>
                  <a:pt x="559075" y="99034"/>
                  <a:pt x="562507" y="97842"/>
                  <a:pt x="565179" y="95458"/>
                </a:cubicBezTo>
                <a:cubicBezTo>
                  <a:pt x="567851" y="93074"/>
                  <a:pt x="569738" y="88974"/>
                  <a:pt x="570838" y="83157"/>
                </a:cubicBezTo>
                <a:lnTo>
                  <a:pt x="592531" y="86930"/>
                </a:lnTo>
                <a:cubicBezTo>
                  <a:pt x="590278" y="96886"/>
                  <a:pt x="585955" y="104405"/>
                  <a:pt x="579563" y="109488"/>
                </a:cubicBezTo>
                <a:cubicBezTo>
                  <a:pt x="573170" y="114570"/>
                  <a:pt x="564603" y="117112"/>
                  <a:pt x="553861" y="117112"/>
                </a:cubicBezTo>
                <a:cubicBezTo>
                  <a:pt x="541652" y="117112"/>
                  <a:pt x="531919" y="113261"/>
                  <a:pt x="524662" y="105558"/>
                </a:cubicBezTo>
                <a:cubicBezTo>
                  <a:pt x="517404" y="97855"/>
                  <a:pt x="513776" y="87192"/>
                  <a:pt x="513776" y="73568"/>
                </a:cubicBezTo>
                <a:cubicBezTo>
                  <a:pt x="513776" y="59787"/>
                  <a:pt x="517417" y="49059"/>
                  <a:pt x="524701" y="41382"/>
                </a:cubicBezTo>
                <a:cubicBezTo>
                  <a:pt x="531984" y="33706"/>
                  <a:pt x="541835" y="29867"/>
                  <a:pt x="554254" y="29867"/>
                </a:cubicBezTo>
                <a:cubicBezTo>
                  <a:pt x="564419" y="29867"/>
                  <a:pt x="572502" y="32055"/>
                  <a:pt x="578502" y="36430"/>
                </a:cubicBezTo>
                <a:cubicBezTo>
                  <a:pt x="584501" y="40806"/>
                  <a:pt x="588811" y="47474"/>
                  <a:pt x="591431" y="56434"/>
                </a:cubicBezTo>
                <a:close/>
                <a:moveTo>
                  <a:pt x="663088" y="115225"/>
                </a:moveTo>
                <a:lnTo>
                  <a:pt x="663088" y="102728"/>
                </a:lnTo>
                <a:cubicBezTo>
                  <a:pt x="660049" y="107182"/>
                  <a:pt x="656054" y="110693"/>
                  <a:pt x="651102" y="113261"/>
                </a:cubicBezTo>
                <a:cubicBezTo>
                  <a:pt x="646150" y="115828"/>
                  <a:pt x="640924" y="117112"/>
                  <a:pt x="635422" y="117112"/>
                </a:cubicBezTo>
                <a:cubicBezTo>
                  <a:pt x="629815" y="117112"/>
                  <a:pt x="624785" y="115880"/>
                  <a:pt x="620331" y="113418"/>
                </a:cubicBezTo>
                <a:cubicBezTo>
                  <a:pt x="615877" y="110955"/>
                  <a:pt x="612654" y="107497"/>
                  <a:pt x="610663" y="103043"/>
                </a:cubicBezTo>
                <a:cubicBezTo>
                  <a:pt x="608672" y="98589"/>
                  <a:pt x="607676" y="92432"/>
                  <a:pt x="607676" y="84572"/>
                </a:cubicBezTo>
                <a:lnTo>
                  <a:pt x="607676" y="31754"/>
                </a:lnTo>
                <a:lnTo>
                  <a:pt x="629763" y="31754"/>
                </a:lnTo>
                <a:lnTo>
                  <a:pt x="629763" y="70021"/>
                </a:lnTo>
                <a:cubicBezTo>
                  <a:pt x="629763" y="81733"/>
                  <a:pt x="630169" y="88908"/>
                  <a:pt x="630981" y="91548"/>
                </a:cubicBezTo>
                <a:cubicBezTo>
                  <a:pt x="631793" y="94187"/>
                  <a:pt x="633273" y="96278"/>
                  <a:pt x="635422" y="97821"/>
                </a:cubicBezTo>
                <a:cubicBezTo>
                  <a:pt x="637570" y="99363"/>
                  <a:pt x="640295" y="100135"/>
                  <a:pt x="643596" y="100135"/>
                </a:cubicBezTo>
                <a:cubicBezTo>
                  <a:pt x="647369" y="100135"/>
                  <a:pt x="650748" y="99102"/>
                  <a:pt x="653735" y="97037"/>
                </a:cubicBezTo>
                <a:cubicBezTo>
                  <a:pt x="656722" y="94972"/>
                  <a:pt x="658765" y="92411"/>
                  <a:pt x="659866" y="89352"/>
                </a:cubicBezTo>
                <a:cubicBezTo>
                  <a:pt x="660966" y="86293"/>
                  <a:pt x="661516" y="78804"/>
                  <a:pt x="661516" y="66885"/>
                </a:cubicBezTo>
                <a:lnTo>
                  <a:pt x="661516" y="31754"/>
                </a:lnTo>
                <a:lnTo>
                  <a:pt x="683603" y="31754"/>
                </a:lnTo>
                <a:lnTo>
                  <a:pt x="683603" y="115225"/>
                </a:lnTo>
                <a:lnTo>
                  <a:pt x="663088" y="115225"/>
                </a:lnTo>
                <a:close/>
                <a:moveTo>
                  <a:pt x="698719" y="91489"/>
                </a:moveTo>
                <a:lnTo>
                  <a:pt x="720884" y="88030"/>
                </a:lnTo>
                <a:cubicBezTo>
                  <a:pt x="721827" y="92301"/>
                  <a:pt x="723739" y="95543"/>
                  <a:pt x="726621" y="97757"/>
                </a:cubicBezTo>
                <a:cubicBezTo>
                  <a:pt x="729503" y="99971"/>
                  <a:pt x="733538" y="101078"/>
                  <a:pt x="738725" y="101078"/>
                </a:cubicBezTo>
                <a:cubicBezTo>
                  <a:pt x="744437" y="101078"/>
                  <a:pt x="748734" y="100031"/>
                  <a:pt x="751616" y="97939"/>
                </a:cubicBezTo>
                <a:cubicBezTo>
                  <a:pt x="753554" y="96473"/>
                  <a:pt x="754524" y="94511"/>
                  <a:pt x="754524" y="92051"/>
                </a:cubicBezTo>
                <a:cubicBezTo>
                  <a:pt x="754524" y="90376"/>
                  <a:pt x="754000" y="88989"/>
                  <a:pt x="752952" y="87890"/>
                </a:cubicBezTo>
                <a:cubicBezTo>
                  <a:pt x="751851" y="86844"/>
                  <a:pt x="749389" y="85876"/>
                  <a:pt x="745563" y="84987"/>
                </a:cubicBezTo>
                <a:cubicBezTo>
                  <a:pt x="727748" y="81064"/>
                  <a:pt x="716456" y="77479"/>
                  <a:pt x="711687" y="74234"/>
                </a:cubicBezTo>
                <a:cubicBezTo>
                  <a:pt x="705085" y="69731"/>
                  <a:pt x="701784" y="63475"/>
                  <a:pt x="701784" y="55466"/>
                </a:cubicBezTo>
                <a:cubicBezTo>
                  <a:pt x="701784" y="48241"/>
                  <a:pt x="704640" y="42169"/>
                  <a:pt x="710351" y="37248"/>
                </a:cubicBezTo>
                <a:cubicBezTo>
                  <a:pt x="716063" y="32328"/>
                  <a:pt x="724918" y="29867"/>
                  <a:pt x="736918" y="29867"/>
                </a:cubicBezTo>
                <a:cubicBezTo>
                  <a:pt x="748341" y="29867"/>
                  <a:pt x="756829" y="31721"/>
                  <a:pt x="762384" y="35428"/>
                </a:cubicBezTo>
                <a:cubicBezTo>
                  <a:pt x="767938" y="39136"/>
                  <a:pt x="771763" y="44618"/>
                  <a:pt x="773859" y="51875"/>
                </a:cubicBezTo>
                <a:lnTo>
                  <a:pt x="753030" y="55805"/>
                </a:lnTo>
                <a:cubicBezTo>
                  <a:pt x="752140" y="52556"/>
                  <a:pt x="750450" y="50067"/>
                  <a:pt x="747961" y="48338"/>
                </a:cubicBezTo>
                <a:cubicBezTo>
                  <a:pt x="745472" y="46609"/>
                  <a:pt x="741922" y="45744"/>
                  <a:pt x="737311" y="45744"/>
                </a:cubicBezTo>
                <a:cubicBezTo>
                  <a:pt x="731494" y="45744"/>
                  <a:pt x="727329" y="46556"/>
                  <a:pt x="724813" y="48178"/>
                </a:cubicBezTo>
                <a:cubicBezTo>
                  <a:pt x="723137" y="49328"/>
                  <a:pt x="722298" y="50819"/>
                  <a:pt x="722298" y="52651"/>
                </a:cubicBezTo>
                <a:cubicBezTo>
                  <a:pt x="722298" y="54220"/>
                  <a:pt x="723032" y="55554"/>
                  <a:pt x="724499" y="56652"/>
                </a:cubicBezTo>
                <a:cubicBezTo>
                  <a:pt x="726490" y="58118"/>
                  <a:pt x="733368" y="60185"/>
                  <a:pt x="745131" y="62854"/>
                </a:cubicBezTo>
                <a:cubicBezTo>
                  <a:pt x="756895" y="65523"/>
                  <a:pt x="765108" y="68797"/>
                  <a:pt x="769772" y="72677"/>
                </a:cubicBezTo>
                <a:cubicBezTo>
                  <a:pt x="774383" y="76610"/>
                  <a:pt x="776688" y="82089"/>
                  <a:pt x="776688" y="89114"/>
                </a:cubicBezTo>
                <a:cubicBezTo>
                  <a:pt x="776688" y="96769"/>
                  <a:pt x="773492" y="103349"/>
                  <a:pt x="767099" y="108854"/>
                </a:cubicBezTo>
                <a:cubicBezTo>
                  <a:pt x="760707" y="114359"/>
                  <a:pt x="751249" y="117112"/>
                  <a:pt x="738725" y="117112"/>
                </a:cubicBezTo>
                <a:cubicBezTo>
                  <a:pt x="727355" y="117112"/>
                  <a:pt x="718355" y="114814"/>
                  <a:pt x="711727" y="110217"/>
                </a:cubicBezTo>
                <a:cubicBezTo>
                  <a:pt x="705098" y="105619"/>
                  <a:pt x="700762" y="99376"/>
                  <a:pt x="698719" y="91489"/>
                </a:cubicBezTo>
                <a:close/>
                <a:moveTo>
                  <a:pt x="788218" y="91489"/>
                </a:moveTo>
                <a:lnTo>
                  <a:pt x="810383" y="88030"/>
                </a:lnTo>
                <a:cubicBezTo>
                  <a:pt x="811326" y="92301"/>
                  <a:pt x="813238" y="95543"/>
                  <a:pt x="816120" y="97757"/>
                </a:cubicBezTo>
                <a:cubicBezTo>
                  <a:pt x="819002" y="99971"/>
                  <a:pt x="823037" y="101078"/>
                  <a:pt x="828225" y="101078"/>
                </a:cubicBezTo>
                <a:cubicBezTo>
                  <a:pt x="833936" y="101078"/>
                  <a:pt x="838233" y="100031"/>
                  <a:pt x="841115" y="97939"/>
                </a:cubicBezTo>
                <a:cubicBezTo>
                  <a:pt x="843054" y="96473"/>
                  <a:pt x="844023" y="94511"/>
                  <a:pt x="844023" y="92051"/>
                </a:cubicBezTo>
                <a:cubicBezTo>
                  <a:pt x="844023" y="90376"/>
                  <a:pt x="843499" y="88989"/>
                  <a:pt x="842451" y="87890"/>
                </a:cubicBezTo>
                <a:cubicBezTo>
                  <a:pt x="841351" y="86844"/>
                  <a:pt x="838888" y="85876"/>
                  <a:pt x="835063" y="84987"/>
                </a:cubicBezTo>
                <a:cubicBezTo>
                  <a:pt x="817247" y="81064"/>
                  <a:pt x="805955" y="77479"/>
                  <a:pt x="801187" y="74234"/>
                </a:cubicBezTo>
                <a:cubicBezTo>
                  <a:pt x="794584" y="69731"/>
                  <a:pt x="791283" y="63475"/>
                  <a:pt x="791283" y="55466"/>
                </a:cubicBezTo>
                <a:cubicBezTo>
                  <a:pt x="791283" y="48241"/>
                  <a:pt x="794139" y="42169"/>
                  <a:pt x="799850" y="37248"/>
                </a:cubicBezTo>
                <a:cubicBezTo>
                  <a:pt x="805562" y="32328"/>
                  <a:pt x="814417" y="29867"/>
                  <a:pt x="826417" y="29867"/>
                </a:cubicBezTo>
                <a:cubicBezTo>
                  <a:pt x="837840" y="29867"/>
                  <a:pt x="846328" y="31721"/>
                  <a:pt x="851883" y="35428"/>
                </a:cubicBezTo>
                <a:cubicBezTo>
                  <a:pt x="857437" y="39136"/>
                  <a:pt x="861262" y="44618"/>
                  <a:pt x="863358" y="51875"/>
                </a:cubicBezTo>
                <a:lnTo>
                  <a:pt x="842530" y="55805"/>
                </a:lnTo>
                <a:cubicBezTo>
                  <a:pt x="841639" y="52556"/>
                  <a:pt x="839949" y="50067"/>
                  <a:pt x="837460" y="48338"/>
                </a:cubicBezTo>
                <a:cubicBezTo>
                  <a:pt x="834971" y="46609"/>
                  <a:pt x="831421" y="45744"/>
                  <a:pt x="826810" y="45744"/>
                </a:cubicBezTo>
                <a:cubicBezTo>
                  <a:pt x="820994" y="45744"/>
                  <a:pt x="816828" y="46556"/>
                  <a:pt x="814313" y="48178"/>
                </a:cubicBezTo>
                <a:cubicBezTo>
                  <a:pt x="812636" y="49328"/>
                  <a:pt x="811797" y="50819"/>
                  <a:pt x="811797" y="52651"/>
                </a:cubicBezTo>
                <a:cubicBezTo>
                  <a:pt x="811797" y="54220"/>
                  <a:pt x="812531" y="55554"/>
                  <a:pt x="813998" y="56652"/>
                </a:cubicBezTo>
                <a:cubicBezTo>
                  <a:pt x="815989" y="58118"/>
                  <a:pt x="822867" y="60185"/>
                  <a:pt x="834630" y="62854"/>
                </a:cubicBezTo>
                <a:cubicBezTo>
                  <a:pt x="846394" y="65523"/>
                  <a:pt x="854607" y="68797"/>
                  <a:pt x="859271" y="72677"/>
                </a:cubicBezTo>
                <a:cubicBezTo>
                  <a:pt x="863882" y="76610"/>
                  <a:pt x="866188" y="82089"/>
                  <a:pt x="866188" y="89114"/>
                </a:cubicBezTo>
                <a:cubicBezTo>
                  <a:pt x="866188" y="96769"/>
                  <a:pt x="862991" y="103349"/>
                  <a:pt x="856599" y="108854"/>
                </a:cubicBezTo>
                <a:cubicBezTo>
                  <a:pt x="850206" y="114359"/>
                  <a:pt x="840748" y="117112"/>
                  <a:pt x="828225" y="117112"/>
                </a:cubicBezTo>
                <a:cubicBezTo>
                  <a:pt x="816854" y="117112"/>
                  <a:pt x="807854" y="114814"/>
                  <a:pt x="801226" y="110217"/>
                </a:cubicBezTo>
                <a:cubicBezTo>
                  <a:pt x="794597" y="105619"/>
                  <a:pt x="790261" y="99376"/>
                  <a:pt x="788218" y="91489"/>
                </a:cubicBezTo>
                <a:close/>
                <a:moveTo>
                  <a:pt x="885498" y="20436"/>
                </a:moveTo>
                <a:lnTo>
                  <a:pt x="885498" y="0"/>
                </a:lnTo>
                <a:lnTo>
                  <a:pt x="907584" y="0"/>
                </a:lnTo>
                <a:lnTo>
                  <a:pt x="907584" y="20436"/>
                </a:lnTo>
                <a:lnTo>
                  <a:pt x="885498" y="20436"/>
                </a:lnTo>
                <a:moveTo>
                  <a:pt x="885498" y="115225"/>
                </a:moveTo>
                <a:lnTo>
                  <a:pt x="885498" y="31754"/>
                </a:lnTo>
                <a:lnTo>
                  <a:pt x="907584" y="31754"/>
                </a:lnTo>
                <a:lnTo>
                  <a:pt x="907584" y="115225"/>
                </a:lnTo>
                <a:lnTo>
                  <a:pt x="885498" y="115225"/>
                </a:lnTo>
                <a:close/>
                <a:moveTo>
                  <a:pt x="925139" y="72311"/>
                </a:moveTo>
                <a:cubicBezTo>
                  <a:pt x="925139" y="64975"/>
                  <a:pt x="926947" y="57875"/>
                  <a:pt x="930562" y="51010"/>
                </a:cubicBezTo>
                <a:cubicBezTo>
                  <a:pt x="934178" y="44146"/>
                  <a:pt x="939300" y="38906"/>
                  <a:pt x="945928" y="35291"/>
                </a:cubicBezTo>
                <a:cubicBezTo>
                  <a:pt x="952557" y="31675"/>
                  <a:pt x="959958" y="29867"/>
                  <a:pt x="968132" y="29867"/>
                </a:cubicBezTo>
                <a:cubicBezTo>
                  <a:pt x="980761" y="29867"/>
                  <a:pt x="991109" y="33968"/>
                  <a:pt x="999179" y="42168"/>
                </a:cubicBezTo>
                <a:cubicBezTo>
                  <a:pt x="1007248" y="50369"/>
                  <a:pt x="1011283" y="60730"/>
                  <a:pt x="1011283" y="73254"/>
                </a:cubicBezTo>
                <a:cubicBezTo>
                  <a:pt x="1011283" y="85882"/>
                  <a:pt x="1007209" y="96349"/>
                  <a:pt x="999061" y="104654"/>
                </a:cubicBezTo>
                <a:cubicBezTo>
                  <a:pt x="990913" y="112959"/>
                  <a:pt x="980656" y="117112"/>
                  <a:pt x="968290" y="117112"/>
                </a:cubicBezTo>
                <a:cubicBezTo>
                  <a:pt x="960639" y="117112"/>
                  <a:pt x="953343" y="115383"/>
                  <a:pt x="946400" y="111924"/>
                </a:cubicBezTo>
                <a:cubicBezTo>
                  <a:pt x="939457" y="108466"/>
                  <a:pt x="934178" y="103396"/>
                  <a:pt x="930562" y="96716"/>
                </a:cubicBezTo>
                <a:cubicBezTo>
                  <a:pt x="926947" y="90035"/>
                  <a:pt x="925139" y="81900"/>
                  <a:pt x="925139" y="72311"/>
                </a:cubicBezTo>
                <a:moveTo>
                  <a:pt x="947775" y="73490"/>
                </a:moveTo>
                <a:cubicBezTo>
                  <a:pt x="947775" y="81742"/>
                  <a:pt x="949740" y="88063"/>
                  <a:pt x="953670" y="92452"/>
                </a:cubicBezTo>
                <a:cubicBezTo>
                  <a:pt x="957600" y="96840"/>
                  <a:pt x="962447" y="99034"/>
                  <a:pt x="968211" y="99034"/>
                </a:cubicBezTo>
                <a:cubicBezTo>
                  <a:pt x="973975" y="99034"/>
                  <a:pt x="978809" y="96840"/>
                  <a:pt x="982712" y="92452"/>
                </a:cubicBezTo>
                <a:cubicBezTo>
                  <a:pt x="986616" y="88063"/>
                  <a:pt x="988568" y="81690"/>
                  <a:pt x="988568" y="73332"/>
                </a:cubicBezTo>
                <a:cubicBezTo>
                  <a:pt x="988568" y="65184"/>
                  <a:pt x="986616" y="58916"/>
                  <a:pt x="982712" y="54528"/>
                </a:cubicBezTo>
                <a:cubicBezTo>
                  <a:pt x="978809" y="50139"/>
                  <a:pt x="973975" y="47945"/>
                  <a:pt x="968211" y="47945"/>
                </a:cubicBezTo>
                <a:cubicBezTo>
                  <a:pt x="962447" y="47945"/>
                  <a:pt x="957600" y="50139"/>
                  <a:pt x="953670" y="54528"/>
                </a:cubicBezTo>
                <a:cubicBezTo>
                  <a:pt x="949740" y="58916"/>
                  <a:pt x="947775" y="65237"/>
                  <a:pt x="947775" y="73490"/>
                </a:cubicBezTo>
                <a:close/>
                <a:moveTo>
                  <a:pt x="1104526" y="115225"/>
                </a:moveTo>
                <a:lnTo>
                  <a:pt x="1082440" y="115225"/>
                </a:lnTo>
                <a:lnTo>
                  <a:pt x="1082440" y="72674"/>
                </a:lnTo>
                <a:cubicBezTo>
                  <a:pt x="1082440" y="63671"/>
                  <a:pt x="1081969" y="57849"/>
                  <a:pt x="1081025" y="55206"/>
                </a:cubicBezTo>
                <a:cubicBezTo>
                  <a:pt x="1080082" y="52563"/>
                  <a:pt x="1078550" y="50509"/>
                  <a:pt x="1076427" y="49043"/>
                </a:cubicBezTo>
                <a:cubicBezTo>
                  <a:pt x="1074305" y="47578"/>
                  <a:pt x="1071751" y="46845"/>
                  <a:pt x="1068764" y="46845"/>
                </a:cubicBezTo>
                <a:cubicBezTo>
                  <a:pt x="1064939" y="46845"/>
                  <a:pt x="1061507" y="47892"/>
                  <a:pt x="1058468" y="49986"/>
                </a:cubicBezTo>
                <a:cubicBezTo>
                  <a:pt x="1055429" y="52079"/>
                  <a:pt x="1053346" y="54853"/>
                  <a:pt x="1052219" y="58308"/>
                </a:cubicBezTo>
                <a:cubicBezTo>
                  <a:pt x="1051093" y="61761"/>
                  <a:pt x="1050529" y="68147"/>
                  <a:pt x="1050529" y="77464"/>
                </a:cubicBezTo>
                <a:lnTo>
                  <a:pt x="1050529" y="115225"/>
                </a:lnTo>
                <a:lnTo>
                  <a:pt x="1028443" y="115225"/>
                </a:lnTo>
                <a:lnTo>
                  <a:pt x="1028443" y="31754"/>
                </a:lnTo>
                <a:lnTo>
                  <a:pt x="1048957" y="31754"/>
                </a:lnTo>
                <a:lnTo>
                  <a:pt x="1048957" y="44015"/>
                </a:lnTo>
                <a:cubicBezTo>
                  <a:pt x="1056241" y="34583"/>
                  <a:pt x="1065411" y="29867"/>
                  <a:pt x="1076467" y="29867"/>
                </a:cubicBezTo>
                <a:cubicBezTo>
                  <a:pt x="1081340" y="29867"/>
                  <a:pt x="1085794" y="30745"/>
                  <a:pt x="1089829" y="32501"/>
                </a:cubicBezTo>
                <a:cubicBezTo>
                  <a:pt x="1093863" y="34256"/>
                  <a:pt x="1096915" y="36496"/>
                  <a:pt x="1098985" y="39221"/>
                </a:cubicBezTo>
                <a:cubicBezTo>
                  <a:pt x="1101055" y="41945"/>
                  <a:pt x="1102496" y="45037"/>
                  <a:pt x="1103308" y="48495"/>
                </a:cubicBezTo>
                <a:cubicBezTo>
                  <a:pt x="1104120" y="51954"/>
                  <a:pt x="1104526" y="56905"/>
                  <a:pt x="1104526" y="63350"/>
                </a:cubicBezTo>
                <a:lnTo>
                  <a:pt x="1104526" y="115225"/>
                </a:lnTo>
                <a:close/>
                <a:moveTo>
                  <a:pt x="1119171" y="91489"/>
                </a:moveTo>
                <a:lnTo>
                  <a:pt x="1141336" y="88030"/>
                </a:lnTo>
                <a:cubicBezTo>
                  <a:pt x="1142279" y="92301"/>
                  <a:pt x="1144192" y="95543"/>
                  <a:pt x="1147073" y="97757"/>
                </a:cubicBezTo>
                <a:cubicBezTo>
                  <a:pt x="1149955" y="99971"/>
                  <a:pt x="1153990" y="101078"/>
                  <a:pt x="1159178" y="101078"/>
                </a:cubicBezTo>
                <a:cubicBezTo>
                  <a:pt x="1164889" y="101078"/>
                  <a:pt x="1169186" y="100031"/>
                  <a:pt x="1172068" y="97939"/>
                </a:cubicBezTo>
                <a:cubicBezTo>
                  <a:pt x="1174007" y="96473"/>
                  <a:pt x="1174976" y="94511"/>
                  <a:pt x="1174976" y="92051"/>
                </a:cubicBezTo>
                <a:cubicBezTo>
                  <a:pt x="1174976" y="90376"/>
                  <a:pt x="1174452" y="88989"/>
                  <a:pt x="1173404" y="87890"/>
                </a:cubicBezTo>
                <a:cubicBezTo>
                  <a:pt x="1172304" y="86844"/>
                  <a:pt x="1169841" y="85876"/>
                  <a:pt x="1166016" y="84987"/>
                </a:cubicBezTo>
                <a:cubicBezTo>
                  <a:pt x="1148200" y="81064"/>
                  <a:pt x="1136908" y="77479"/>
                  <a:pt x="1132140" y="74234"/>
                </a:cubicBezTo>
                <a:cubicBezTo>
                  <a:pt x="1125537" y="69731"/>
                  <a:pt x="1122236" y="63475"/>
                  <a:pt x="1122236" y="55466"/>
                </a:cubicBezTo>
                <a:cubicBezTo>
                  <a:pt x="1122236" y="48241"/>
                  <a:pt x="1125092" y="42169"/>
                  <a:pt x="1130804" y="37248"/>
                </a:cubicBezTo>
                <a:cubicBezTo>
                  <a:pt x="1136515" y="32328"/>
                  <a:pt x="1145371" y="29867"/>
                  <a:pt x="1157370" y="29867"/>
                </a:cubicBezTo>
                <a:cubicBezTo>
                  <a:pt x="1168793" y="29867"/>
                  <a:pt x="1177282" y="31721"/>
                  <a:pt x="1182836" y="35428"/>
                </a:cubicBezTo>
                <a:cubicBezTo>
                  <a:pt x="1188390" y="39136"/>
                  <a:pt x="1192215" y="44618"/>
                  <a:pt x="1194311" y="51875"/>
                </a:cubicBezTo>
                <a:lnTo>
                  <a:pt x="1173483" y="55805"/>
                </a:lnTo>
                <a:cubicBezTo>
                  <a:pt x="1172592" y="52556"/>
                  <a:pt x="1170902" y="50067"/>
                  <a:pt x="1168413" y="48338"/>
                </a:cubicBezTo>
                <a:cubicBezTo>
                  <a:pt x="1165924" y="46609"/>
                  <a:pt x="1162374" y="45744"/>
                  <a:pt x="1157763" y="45744"/>
                </a:cubicBezTo>
                <a:cubicBezTo>
                  <a:pt x="1151947" y="45744"/>
                  <a:pt x="1147781" y="46556"/>
                  <a:pt x="1145266" y="48178"/>
                </a:cubicBezTo>
                <a:cubicBezTo>
                  <a:pt x="1143589" y="49328"/>
                  <a:pt x="1142751" y="50819"/>
                  <a:pt x="1142751" y="52651"/>
                </a:cubicBezTo>
                <a:cubicBezTo>
                  <a:pt x="1142751" y="54220"/>
                  <a:pt x="1143484" y="55554"/>
                  <a:pt x="1144951" y="56652"/>
                </a:cubicBezTo>
                <a:cubicBezTo>
                  <a:pt x="1146942" y="58118"/>
                  <a:pt x="1153820" y="60185"/>
                  <a:pt x="1165583" y="62854"/>
                </a:cubicBezTo>
                <a:cubicBezTo>
                  <a:pt x="1177347" y="65523"/>
                  <a:pt x="1185561" y="68797"/>
                  <a:pt x="1190224" y="72677"/>
                </a:cubicBezTo>
                <a:cubicBezTo>
                  <a:pt x="1194835" y="76610"/>
                  <a:pt x="1197141" y="82089"/>
                  <a:pt x="1197141" y="89114"/>
                </a:cubicBezTo>
                <a:cubicBezTo>
                  <a:pt x="1197141" y="96769"/>
                  <a:pt x="1193944" y="103349"/>
                  <a:pt x="1187552" y="108854"/>
                </a:cubicBezTo>
                <a:cubicBezTo>
                  <a:pt x="1181159" y="114359"/>
                  <a:pt x="1171701" y="117112"/>
                  <a:pt x="1159178" y="117112"/>
                </a:cubicBezTo>
                <a:cubicBezTo>
                  <a:pt x="1147807" y="117112"/>
                  <a:pt x="1138808" y="114814"/>
                  <a:pt x="1132179" y="110217"/>
                </a:cubicBezTo>
                <a:cubicBezTo>
                  <a:pt x="1125551" y="105619"/>
                  <a:pt x="1121215" y="99376"/>
                  <a:pt x="1119171" y="9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3D78E-0C98-4579-A457-EFBABC1E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42" y="3058588"/>
            <a:ext cx="329316" cy="317920"/>
          </a:xfrm>
          <a:custGeom xmlns:a="http://schemas.openxmlformats.org/drawingml/2006/main">
            <a:pathLst>
              <a:path w="329316" h="317920">
                <a:moveTo>
                  <a:pt x="0" y="317920"/>
                </a:moveTo>
                <a:lnTo>
                  <a:pt x="329316" y="317920"/>
                </a:lnTo>
                <a:lnTo>
                  <a:pt x="329316" y="0"/>
                </a:lnTo>
                <a:lnTo>
                  <a:pt x="0" y="0"/>
                </a:lnTo>
                <a:lnTo>
                  <a:pt x="0" y="3179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3fc0872ef4fdd"/>
          <a:stretch xmlns:a="http://schemas.openxmlformats.org/drawingml/2006/main"/>
        </p:blipFill>
        <p:spPr>
          <a:xfrm xmlns:a="http://schemas.openxmlformats.org/drawingml/2006/main">
            <a:off x="8333442" y="3059750"/>
            <a:ext cx="329316" cy="315595"/>
          </a:xfrm>
          <a:prstGeom xmlns:a="http://schemas.openxmlformats.org/drawingml/2006/main" prst="rect">
            <a:avLst/>
          </a:prstGeom>
        </p:spPr>
      </p:pic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E9141-4E1B-4FB5-8CFD-6CAFCE58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256" y="3871398"/>
            <a:ext cx="295094" cy="316982"/>
          </a:xfrm>
          <a:custGeom xmlns:a="http://schemas.openxmlformats.org/drawingml/2006/main">
            <a:pathLst>
              <a:path w="295094" h="316982">
                <a:moveTo>
                  <a:pt x="295094" y="158506"/>
                </a:moveTo>
                <a:cubicBezTo>
                  <a:pt x="295094" y="168907"/>
                  <a:pt x="294180" y="179222"/>
                  <a:pt x="292265" y="189424"/>
                </a:cubicBezTo>
                <a:cubicBezTo>
                  <a:pt x="290379" y="199625"/>
                  <a:pt x="287579" y="209540"/>
                  <a:pt x="283864" y="219170"/>
                </a:cubicBezTo>
                <a:cubicBezTo>
                  <a:pt x="280178" y="228771"/>
                  <a:pt x="275634" y="237887"/>
                  <a:pt x="270234" y="246574"/>
                </a:cubicBezTo>
                <a:cubicBezTo>
                  <a:pt x="264862" y="255203"/>
                  <a:pt x="258747" y="263204"/>
                  <a:pt x="251889" y="270577"/>
                </a:cubicBezTo>
                <a:cubicBezTo>
                  <a:pt x="245059" y="277920"/>
                  <a:pt x="237601" y="284493"/>
                  <a:pt x="229543" y="290293"/>
                </a:cubicBezTo>
                <a:cubicBezTo>
                  <a:pt x="221485" y="296066"/>
                  <a:pt x="212969" y="300952"/>
                  <a:pt x="204026" y="304924"/>
                </a:cubicBezTo>
                <a:cubicBezTo>
                  <a:pt x="195082" y="308924"/>
                  <a:pt x="185852" y="311925"/>
                  <a:pt x="176336" y="313954"/>
                </a:cubicBezTo>
                <a:cubicBezTo>
                  <a:pt x="166821" y="315982"/>
                  <a:pt x="157248" y="316982"/>
                  <a:pt x="147561" y="316982"/>
                </a:cubicBezTo>
                <a:cubicBezTo>
                  <a:pt x="137874" y="316982"/>
                  <a:pt x="128273" y="315982"/>
                  <a:pt x="118758" y="313954"/>
                </a:cubicBezTo>
                <a:cubicBezTo>
                  <a:pt x="109271" y="311925"/>
                  <a:pt x="100041" y="308924"/>
                  <a:pt x="91097" y="304924"/>
                </a:cubicBezTo>
                <a:cubicBezTo>
                  <a:pt x="82125" y="300952"/>
                  <a:pt x="73638" y="296066"/>
                  <a:pt x="65580" y="290293"/>
                </a:cubicBezTo>
                <a:cubicBezTo>
                  <a:pt x="57521" y="284493"/>
                  <a:pt x="50063" y="277920"/>
                  <a:pt x="43205" y="270577"/>
                </a:cubicBezTo>
                <a:cubicBezTo>
                  <a:pt x="36376" y="263204"/>
                  <a:pt x="30261" y="255203"/>
                  <a:pt x="24860" y="246574"/>
                </a:cubicBezTo>
                <a:cubicBezTo>
                  <a:pt x="19488" y="237887"/>
                  <a:pt x="14945" y="228771"/>
                  <a:pt x="11230" y="219170"/>
                </a:cubicBezTo>
                <a:cubicBezTo>
                  <a:pt x="7515" y="209540"/>
                  <a:pt x="4715" y="199625"/>
                  <a:pt x="2829" y="189424"/>
                </a:cubicBezTo>
                <a:cubicBezTo>
                  <a:pt x="943" y="179222"/>
                  <a:pt x="0" y="168907"/>
                  <a:pt x="0" y="158506"/>
                </a:cubicBezTo>
                <a:cubicBezTo>
                  <a:pt x="0" y="148104"/>
                  <a:pt x="943" y="137789"/>
                  <a:pt x="2829" y="127587"/>
                </a:cubicBezTo>
                <a:cubicBezTo>
                  <a:pt x="4715" y="117386"/>
                  <a:pt x="7515" y="107471"/>
                  <a:pt x="11230" y="97841"/>
                </a:cubicBezTo>
                <a:cubicBezTo>
                  <a:pt x="14945" y="88240"/>
                  <a:pt x="19488" y="79096"/>
                  <a:pt x="24860" y="70466"/>
                </a:cubicBezTo>
                <a:cubicBezTo>
                  <a:pt x="30261" y="61808"/>
                  <a:pt x="36376" y="53778"/>
                  <a:pt x="43205" y="46434"/>
                </a:cubicBezTo>
                <a:cubicBezTo>
                  <a:pt x="50063" y="39091"/>
                  <a:pt x="57521" y="32518"/>
                  <a:pt x="65580" y="26718"/>
                </a:cubicBezTo>
                <a:cubicBezTo>
                  <a:pt x="73638" y="20945"/>
                  <a:pt x="82125" y="16059"/>
                  <a:pt x="91097" y="12087"/>
                </a:cubicBezTo>
                <a:cubicBezTo>
                  <a:pt x="100041" y="8087"/>
                  <a:pt x="109271" y="5086"/>
                  <a:pt x="118758" y="3058"/>
                </a:cubicBezTo>
                <a:cubicBezTo>
                  <a:pt x="128273" y="1029"/>
                  <a:pt x="137874" y="0"/>
                  <a:pt x="147561" y="0"/>
                </a:cubicBezTo>
                <a:cubicBezTo>
                  <a:pt x="157248" y="0"/>
                  <a:pt x="166821" y="1029"/>
                  <a:pt x="176336" y="3058"/>
                </a:cubicBezTo>
                <a:cubicBezTo>
                  <a:pt x="185852" y="5086"/>
                  <a:pt x="195082" y="8087"/>
                  <a:pt x="204026" y="12087"/>
                </a:cubicBezTo>
                <a:cubicBezTo>
                  <a:pt x="212969" y="16059"/>
                  <a:pt x="221485" y="20945"/>
                  <a:pt x="229543" y="26718"/>
                </a:cubicBezTo>
                <a:cubicBezTo>
                  <a:pt x="237601" y="32518"/>
                  <a:pt x="245059" y="39091"/>
                  <a:pt x="251889" y="46434"/>
                </a:cubicBezTo>
                <a:cubicBezTo>
                  <a:pt x="258747" y="53778"/>
                  <a:pt x="264862" y="61808"/>
                  <a:pt x="270234" y="70466"/>
                </a:cubicBezTo>
                <a:cubicBezTo>
                  <a:pt x="275634" y="79096"/>
                  <a:pt x="280178" y="88240"/>
                  <a:pt x="283864" y="97841"/>
                </a:cubicBezTo>
                <a:cubicBezTo>
                  <a:pt x="287579" y="107471"/>
                  <a:pt x="290379" y="117386"/>
                  <a:pt x="292265" y="127587"/>
                </a:cubicBezTo>
                <a:cubicBezTo>
                  <a:pt x="294180" y="137789"/>
                  <a:pt x="295094" y="148104"/>
                  <a:pt x="295094" y="1585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51215-DDD9-47B5-AC05-CBAE52D7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256" y="3871398"/>
            <a:ext cx="295094" cy="316982"/>
          </a:xfrm>
          <a:custGeom xmlns:a="http://schemas.openxmlformats.org/drawingml/2006/main">
            <a:pathLst>
              <a:path w="295094" h="316982" fill="none">
                <a:moveTo>
                  <a:pt x="295094" y="158506"/>
                </a:moveTo>
                <a:cubicBezTo>
                  <a:pt x="295094" y="168907"/>
                  <a:pt x="294180" y="179222"/>
                  <a:pt x="292265" y="189424"/>
                </a:cubicBezTo>
                <a:cubicBezTo>
                  <a:pt x="290379" y="199625"/>
                  <a:pt x="287579" y="209540"/>
                  <a:pt x="283864" y="219170"/>
                </a:cubicBezTo>
                <a:cubicBezTo>
                  <a:pt x="280178" y="228771"/>
                  <a:pt x="275634" y="237887"/>
                  <a:pt x="270234" y="246574"/>
                </a:cubicBezTo>
                <a:cubicBezTo>
                  <a:pt x="264862" y="255203"/>
                  <a:pt x="258747" y="263204"/>
                  <a:pt x="251889" y="270577"/>
                </a:cubicBezTo>
                <a:cubicBezTo>
                  <a:pt x="245059" y="277920"/>
                  <a:pt x="237601" y="284493"/>
                  <a:pt x="229543" y="290293"/>
                </a:cubicBezTo>
                <a:cubicBezTo>
                  <a:pt x="221485" y="296066"/>
                  <a:pt x="212969" y="300952"/>
                  <a:pt x="204026" y="304924"/>
                </a:cubicBezTo>
                <a:cubicBezTo>
                  <a:pt x="195082" y="308924"/>
                  <a:pt x="185852" y="311925"/>
                  <a:pt x="176336" y="313954"/>
                </a:cubicBezTo>
                <a:cubicBezTo>
                  <a:pt x="166821" y="315982"/>
                  <a:pt x="157248" y="316982"/>
                  <a:pt x="147561" y="316982"/>
                </a:cubicBezTo>
                <a:cubicBezTo>
                  <a:pt x="137874" y="316982"/>
                  <a:pt x="128273" y="315982"/>
                  <a:pt x="118758" y="313954"/>
                </a:cubicBezTo>
                <a:cubicBezTo>
                  <a:pt x="109271" y="311925"/>
                  <a:pt x="100041" y="308924"/>
                  <a:pt x="91097" y="304924"/>
                </a:cubicBezTo>
                <a:cubicBezTo>
                  <a:pt x="82125" y="300952"/>
                  <a:pt x="73638" y="296066"/>
                  <a:pt x="65580" y="290293"/>
                </a:cubicBezTo>
                <a:cubicBezTo>
                  <a:pt x="57521" y="284493"/>
                  <a:pt x="50063" y="277920"/>
                  <a:pt x="43205" y="270577"/>
                </a:cubicBezTo>
                <a:cubicBezTo>
                  <a:pt x="36376" y="263204"/>
                  <a:pt x="30261" y="255203"/>
                  <a:pt x="24860" y="246574"/>
                </a:cubicBezTo>
                <a:cubicBezTo>
                  <a:pt x="19488" y="237887"/>
                  <a:pt x="14945" y="228771"/>
                  <a:pt x="11230" y="219170"/>
                </a:cubicBezTo>
                <a:cubicBezTo>
                  <a:pt x="7515" y="209540"/>
                  <a:pt x="4715" y="199625"/>
                  <a:pt x="2829" y="189424"/>
                </a:cubicBezTo>
                <a:cubicBezTo>
                  <a:pt x="943" y="179222"/>
                  <a:pt x="0" y="168907"/>
                  <a:pt x="0" y="158506"/>
                </a:cubicBezTo>
                <a:cubicBezTo>
                  <a:pt x="0" y="148104"/>
                  <a:pt x="943" y="137789"/>
                  <a:pt x="2829" y="127587"/>
                </a:cubicBezTo>
                <a:cubicBezTo>
                  <a:pt x="4715" y="117386"/>
                  <a:pt x="7515" y="107471"/>
                  <a:pt x="11230" y="97841"/>
                </a:cubicBezTo>
                <a:cubicBezTo>
                  <a:pt x="14945" y="88240"/>
                  <a:pt x="19488" y="79096"/>
                  <a:pt x="24860" y="70466"/>
                </a:cubicBezTo>
                <a:cubicBezTo>
                  <a:pt x="30261" y="61808"/>
                  <a:pt x="36376" y="53778"/>
                  <a:pt x="43205" y="46434"/>
                </a:cubicBezTo>
                <a:cubicBezTo>
                  <a:pt x="50063" y="39091"/>
                  <a:pt x="57521" y="32518"/>
                  <a:pt x="65580" y="26718"/>
                </a:cubicBezTo>
                <a:cubicBezTo>
                  <a:pt x="73638" y="20945"/>
                  <a:pt x="82125" y="16059"/>
                  <a:pt x="91097" y="12087"/>
                </a:cubicBezTo>
                <a:cubicBezTo>
                  <a:pt x="100041" y="8087"/>
                  <a:pt x="109271" y="5086"/>
                  <a:pt x="118758" y="3058"/>
                </a:cubicBezTo>
                <a:cubicBezTo>
                  <a:pt x="128273" y="1029"/>
                  <a:pt x="137874" y="0"/>
                  <a:pt x="147561" y="0"/>
                </a:cubicBezTo>
                <a:cubicBezTo>
                  <a:pt x="157248" y="0"/>
                  <a:pt x="166821" y="1029"/>
                  <a:pt x="176336" y="3058"/>
                </a:cubicBezTo>
                <a:cubicBezTo>
                  <a:pt x="185852" y="5086"/>
                  <a:pt x="195082" y="8087"/>
                  <a:pt x="204026" y="12087"/>
                </a:cubicBezTo>
                <a:cubicBezTo>
                  <a:pt x="212969" y="16059"/>
                  <a:pt x="221485" y="20945"/>
                  <a:pt x="229543" y="26718"/>
                </a:cubicBezTo>
                <a:cubicBezTo>
                  <a:pt x="237601" y="32518"/>
                  <a:pt x="245059" y="39091"/>
                  <a:pt x="251889" y="46434"/>
                </a:cubicBezTo>
                <a:cubicBezTo>
                  <a:pt x="258747" y="53778"/>
                  <a:pt x="264862" y="61808"/>
                  <a:pt x="270234" y="70466"/>
                </a:cubicBezTo>
                <a:cubicBezTo>
                  <a:pt x="275634" y="79096"/>
                  <a:pt x="280178" y="88240"/>
                  <a:pt x="283864" y="97841"/>
                </a:cubicBezTo>
                <a:cubicBezTo>
                  <a:pt x="287579" y="107471"/>
                  <a:pt x="290379" y="117386"/>
                  <a:pt x="292265" y="127587"/>
                </a:cubicBezTo>
                <a:cubicBezTo>
                  <a:pt x="294180" y="137789"/>
                  <a:pt x="295094" y="148104"/>
                  <a:pt x="295094" y="1585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513CE-CF7B-45D1-8ECA-0F367033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1592" y="3817763"/>
            <a:ext cx="402422" cy="424282"/>
          </a:xfrm>
          <a:custGeom xmlns:a="http://schemas.openxmlformats.org/drawingml/2006/main">
            <a:pathLst>
              <a:path w="402422" h="424282" fill="none">
                <a:moveTo>
                  <a:pt x="402422" y="212141"/>
                </a:moveTo>
                <a:cubicBezTo>
                  <a:pt x="402422" y="226057"/>
                  <a:pt x="401136" y="239859"/>
                  <a:pt x="398564" y="253517"/>
                </a:cubicBezTo>
                <a:cubicBezTo>
                  <a:pt x="395992" y="267176"/>
                  <a:pt x="392163" y="280464"/>
                  <a:pt x="387106" y="293322"/>
                </a:cubicBezTo>
                <a:cubicBezTo>
                  <a:pt x="382048" y="306181"/>
                  <a:pt x="375876" y="318411"/>
                  <a:pt x="368503" y="330013"/>
                </a:cubicBezTo>
                <a:cubicBezTo>
                  <a:pt x="361188" y="341586"/>
                  <a:pt x="352844" y="352301"/>
                  <a:pt x="343500" y="362160"/>
                </a:cubicBezTo>
                <a:cubicBezTo>
                  <a:pt x="334156" y="371989"/>
                  <a:pt x="323983" y="380790"/>
                  <a:pt x="313011" y="388534"/>
                </a:cubicBezTo>
                <a:cubicBezTo>
                  <a:pt x="302038" y="396278"/>
                  <a:pt x="290436" y="402822"/>
                  <a:pt x="278206" y="408137"/>
                </a:cubicBezTo>
                <a:cubicBezTo>
                  <a:pt x="266005" y="413480"/>
                  <a:pt x="253432" y="417481"/>
                  <a:pt x="240487" y="420224"/>
                </a:cubicBezTo>
                <a:cubicBezTo>
                  <a:pt x="227514" y="422910"/>
                  <a:pt x="214427" y="424282"/>
                  <a:pt x="201225" y="424282"/>
                </a:cubicBezTo>
                <a:cubicBezTo>
                  <a:pt x="187995" y="424282"/>
                  <a:pt x="174908" y="422910"/>
                  <a:pt x="161963" y="420224"/>
                </a:cubicBezTo>
                <a:cubicBezTo>
                  <a:pt x="148990" y="417481"/>
                  <a:pt x="136417" y="413480"/>
                  <a:pt x="124216" y="408137"/>
                </a:cubicBezTo>
                <a:cubicBezTo>
                  <a:pt x="112014" y="402822"/>
                  <a:pt x="100413" y="396278"/>
                  <a:pt x="89440" y="388534"/>
                </a:cubicBezTo>
                <a:cubicBezTo>
                  <a:pt x="78438" y="380790"/>
                  <a:pt x="68266" y="371989"/>
                  <a:pt x="58922" y="362160"/>
                </a:cubicBezTo>
                <a:cubicBezTo>
                  <a:pt x="49606" y="352301"/>
                  <a:pt x="41262" y="341586"/>
                  <a:pt x="33919" y="330013"/>
                </a:cubicBezTo>
                <a:cubicBezTo>
                  <a:pt x="26575" y="318411"/>
                  <a:pt x="20374" y="306181"/>
                  <a:pt x="15316" y="293322"/>
                </a:cubicBezTo>
                <a:cubicBezTo>
                  <a:pt x="10258" y="280464"/>
                  <a:pt x="6458" y="267176"/>
                  <a:pt x="3886" y="253517"/>
                </a:cubicBezTo>
                <a:cubicBezTo>
                  <a:pt x="1286" y="239859"/>
                  <a:pt x="0" y="226057"/>
                  <a:pt x="0" y="212141"/>
                </a:cubicBezTo>
                <a:cubicBezTo>
                  <a:pt x="0" y="198196"/>
                  <a:pt x="1286" y="184423"/>
                  <a:pt x="3886" y="170736"/>
                </a:cubicBezTo>
                <a:cubicBezTo>
                  <a:pt x="6458" y="157077"/>
                  <a:pt x="10258" y="143818"/>
                  <a:pt x="15316" y="130959"/>
                </a:cubicBezTo>
                <a:cubicBezTo>
                  <a:pt x="20374" y="118072"/>
                  <a:pt x="26575" y="105870"/>
                  <a:pt x="33919" y="94269"/>
                </a:cubicBezTo>
                <a:cubicBezTo>
                  <a:pt x="41262" y="82696"/>
                  <a:pt x="49606" y="71980"/>
                  <a:pt x="58922" y="62122"/>
                </a:cubicBezTo>
                <a:cubicBezTo>
                  <a:pt x="68266" y="52292"/>
                  <a:pt x="78438" y="43491"/>
                  <a:pt x="89440" y="35747"/>
                </a:cubicBezTo>
                <a:cubicBezTo>
                  <a:pt x="100413" y="28004"/>
                  <a:pt x="112014" y="21488"/>
                  <a:pt x="124216" y="16145"/>
                </a:cubicBezTo>
                <a:cubicBezTo>
                  <a:pt x="136417" y="10830"/>
                  <a:pt x="148990" y="6801"/>
                  <a:pt x="161963" y="4086"/>
                </a:cubicBezTo>
                <a:cubicBezTo>
                  <a:pt x="174908" y="1343"/>
                  <a:pt x="187995" y="0"/>
                  <a:pt x="201225" y="0"/>
                </a:cubicBezTo>
                <a:cubicBezTo>
                  <a:pt x="214427" y="0"/>
                  <a:pt x="227514" y="1343"/>
                  <a:pt x="240487" y="4086"/>
                </a:cubicBezTo>
                <a:cubicBezTo>
                  <a:pt x="253432" y="6801"/>
                  <a:pt x="266005" y="10830"/>
                  <a:pt x="278206" y="16145"/>
                </a:cubicBezTo>
                <a:cubicBezTo>
                  <a:pt x="290436" y="21488"/>
                  <a:pt x="302038" y="28004"/>
                  <a:pt x="313011" y="35747"/>
                </a:cubicBezTo>
                <a:cubicBezTo>
                  <a:pt x="323983" y="43491"/>
                  <a:pt x="334156" y="52292"/>
                  <a:pt x="343500" y="62122"/>
                </a:cubicBezTo>
                <a:cubicBezTo>
                  <a:pt x="352844" y="71980"/>
                  <a:pt x="361188" y="82696"/>
                  <a:pt x="368503" y="94269"/>
                </a:cubicBezTo>
                <a:cubicBezTo>
                  <a:pt x="375876" y="105870"/>
                  <a:pt x="382048" y="118072"/>
                  <a:pt x="387106" y="130959"/>
                </a:cubicBezTo>
                <a:cubicBezTo>
                  <a:pt x="392163" y="143818"/>
                  <a:pt x="395992" y="157077"/>
                  <a:pt x="398564" y="170736"/>
                </a:cubicBezTo>
                <a:cubicBezTo>
                  <a:pt x="401136" y="184423"/>
                  <a:pt x="402422" y="198196"/>
                  <a:pt x="402422" y="21214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84" name="Text End">
            <a:extLst xmlns:a="http://schemas.openxmlformats.org/drawingml/2006/main">
              <a:ext uri="{FF2B5EF4-FFF2-40B4-BE49-F238E27FC236}">
                <a16:creationId xmlns:a16="http://schemas.microsoft.com/office/drawing/2014/main" id="{3BCB4A2D-DC5C-4010-A87E-ABF849F2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419" y="3999060"/>
            <a:ext cx="262025" cy="117112"/>
          </a:xfrm>
          <a:custGeom xmlns:a="http://schemas.openxmlformats.org/drawingml/2006/main">
            <a:pathLst>
              <a:path w="262025" h="117112">
                <a:moveTo>
                  <a:pt x="0" y="115225"/>
                </a:moveTo>
                <a:lnTo>
                  <a:pt x="0" y="0"/>
                </a:lnTo>
                <a:lnTo>
                  <a:pt x="83314" y="0"/>
                </a:lnTo>
                <a:lnTo>
                  <a:pt x="83314" y="13598"/>
                </a:lnTo>
                <a:lnTo>
                  <a:pt x="15248" y="13598"/>
                </a:lnTo>
                <a:lnTo>
                  <a:pt x="15248" y="48888"/>
                </a:lnTo>
                <a:lnTo>
                  <a:pt x="78992" y="48888"/>
                </a:lnTo>
                <a:lnTo>
                  <a:pt x="78992" y="62250"/>
                </a:lnTo>
                <a:lnTo>
                  <a:pt x="15248" y="62250"/>
                </a:lnTo>
                <a:lnTo>
                  <a:pt x="15248" y="101628"/>
                </a:lnTo>
                <a:lnTo>
                  <a:pt x="85987" y="101628"/>
                </a:lnTo>
                <a:lnTo>
                  <a:pt x="85987" y="115225"/>
                </a:lnTo>
                <a:lnTo>
                  <a:pt x="0" y="115225"/>
                </a:lnTo>
                <a:close/>
                <a:moveTo>
                  <a:pt x="105246" y="115225"/>
                </a:moveTo>
                <a:lnTo>
                  <a:pt x="105246" y="31754"/>
                </a:lnTo>
                <a:lnTo>
                  <a:pt x="117979" y="31754"/>
                </a:lnTo>
                <a:lnTo>
                  <a:pt x="117979" y="43544"/>
                </a:lnTo>
                <a:cubicBezTo>
                  <a:pt x="124109" y="34426"/>
                  <a:pt x="132965" y="29867"/>
                  <a:pt x="144545" y="29867"/>
                </a:cubicBezTo>
                <a:cubicBezTo>
                  <a:pt x="149575" y="29867"/>
                  <a:pt x="154199" y="30771"/>
                  <a:pt x="158417" y="32579"/>
                </a:cubicBezTo>
                <a:cubicBezTo>
                  <a:pt x="162636" y="34387"/>
                  <a:pt x="165793" y="36758"/>
                  <a:pt x="167889" y="39692"/>
                </a:cubicBezTo>
                <a:cubicBezTo>
                  <a:pt x="169985" y="42627"/>
                  <a:pt x="171452" y="46111"/>
                  <a:pt x="172290" y="50146"/>
                </a:cubicBezTo>
                <a:cubicBezTo>
                  <a:pt x="172814" y="52766"/>
                  <a:pt x="173076" y="57351"/>
                  <a:pt x="173076" y="63901"/>
                </a:cubicBezTo>
                <a:lnTo>
                  <a:pt x="173076" y="115225"/>
                </a:lnTo>
                <a:lnTo>
                  <a:pt x="158928" y="115225"/>
                </a:lnTo>
                <a:lnTo>
                  <a:pt x="158928" y="64397"/>
                </a:lnTo>
                <a:cubicBezTo>
                  <a:pt x="158928" y="58626"/>
                  <a:pt x="158378" y="54312"/>
                  <a:pt x="157278" y="51453"/>
                </a:cubicBezTo>
                <a:cubicBezTo>
                  <a:pt x="156177" y="48594"/>
                  <a:pt x="154226" y="46312"/>
                  <a:pt x="151422" y="44607"/>
                </a:cubicBezTo>
                <a:cubicBezTo>
                  <a:pt x="148619" y="42903"/>
                  <a:pt x="145331" y="42050"/>
                  <a:pt x="141558" y="42050"/>
                </a:cubicBezTo>
                <a:cubicBezTo>
                  <a:pt x="135532" y="42050"/>
                  <a:pt x="130332" y="43965"/>
                  <a:pt x="125956" y="47795"/>
                </a:cubicBezTo>
                <a:cubicBezTo>
                  <a:pt x="121581" y="51624"/>
                  <a:pt x="119393" y="58888"/>
                  <a:pt x="119393" y="69589"/>
                </a:cubicBezTo>
                <a:lnTo>
                  <a:pt x="119393" y="115225"/>
                </a:lnTo>
                <a:lnTo>
                  <a:pt x="105246" y="115225"/>
                </a:lnTo>
                <a:close/>
                <a:moveTo>
                  <a:pt x="248899" y="115225"/>
                </a:moveTo>
                <a:lnTo>
                  <a:pt x="248899" y="104693"/>
                </a:lnTo>
                <a:cubicBezTo>
                  <a:pt x="243607" y="112972"/>
                  <a:pt x="235826" y="117112"/>
                  <a:pt x="225555" y="117112"/>
                </a:cubicBezTo>
                <a:cubicBezTo>
                  <a:pt x="218901" y="117112"/>
                  <a:pt x="212783" y="115278"/>
                  <a:pt x="207203" y="111610"/>
                </a:cubicBezTo>
                <a:cubicBezTo>
                  <a:pt x="201622" y="107942"/>
                  <a:pt x="197299" y="102820"/>
                  <a:pt x="194234" y="96244"/>
                </a:cubicBezTo>
                <a:cubicBezTo>
                  <a:pt x="191168" y="89668"/>
                  <a:pt x="189636" y="82109"/>
                  <a:pt x="189636" y="73568"/>
                </a:cubicBezTo>
                <a:cubicBezTo>
                  <a:pt x="189636" y="65237"/>
                  <a:pt x="191024" y="57678"/>
                  <a:pt x="193802" y="50893"/>
                </a:cubicBezTo>
                <a:cubicBezTo>
                  <a:pt x="196579" y="44107"/>
                  <a:pt x="200744" y="38906"/>
                  <a:pt x="206299" y="35291"/>
                </a:cubicBezTo>
                <a:cubicBezTo>
                  <a:pt x="211853" y="31675"/>
                  <a:pt x="218062" y="29867"/>
                  <a:pt x="224927" y="29867"/>
                </a:cubicBezTo>
                <a:cubicBezTo>
                  <a:pt x="229957" y="29867"/>
                  <a:pt x="234437" y="30929"/>
                  <a:pt x="238367" y="33051"/>
                </a:cubicBezTo>
                <a:cubicBezTo>
                  <a:pt x="242297" y="35173"/>
                  <a:pt x="245493" y="37937"/>
                  <a:pt x="247956" y="41343"/>
                </a:cubicBezTo>
                <a:lnTo>
                  <a:pt x="247956" y="0"/>
                </a:lnTo>
                <a:lnTo>
                  <a:pt x="262025" y="0"/>
                </a:lnTo>
                <a:lnTo>
                  <a:pt x="262025" y="115225"/>
                </a:lnTo>
                <a:lnTo>
                  <a:pt x="248899" y="115225"/>
                </a:lnTo>
                <a:moveTo>
                  <a:pt x="204177" y="73529"/>
                </a:moveTo>
                <a:cubicBezTo>
                  <a:pt x="204177" y="84179"/>
                  <a:pt x="206430" y="92140"/>
                  <a:pt x="210936" y="97413"/>
                </a:cubicBezTo>
                <a:cubicBezTo>
                  <a:pt x="215442" y="102686"/>
                  <a:pt x="220761" y="105322"/>
                  <a:pt x="226892" y="105322"/>
                </a:cubicBezTo>
                <a:cubicBezTo>
                  <a:pt x="233075" y="105322"/>
                  <a:pt x="238328" y="102804"/>
                  <a:pt x="242651" y="97767"/>
                </a:cubicBezTo>
                <a:cubicBezTo>
                  <a:pt x="246973" y="92728"/>
                  <a:pt x="249135" y="85040"/>
                  <a:pt x="249135" y="74703"/>
                </a:cubicBezTo>
                <a:cubicBezTo>
                  <a:pt x="249135" y="63323"/>
                  <a:pt x="246934" y="54970"/>
                  <a:pt x="242533" y="49645"/>
                </a:cubicBezTo>
                <a:cubicBezTo>
                  <a:pt x="238131" y="44320"/>
                  <a:pt x="232708" y="41657"/>
                  <a:pt x="226263" y="41657"/>
                </a:cubicBezTo>
                <a:cubicBezTo>
                  <a:pt x="219975" y="41657"/>
                  <a:pt x="214722" y="44216"/>
                  <a:pt x="210504" y="49333"/>
                </a:cubicBezTo>
                <a:cubicBezTo>
                  <a:pt x="206286" y="54448"/>
                  <a:pt x="204177" y="62514"/>
                  <a:pt x="204177" y="735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19AF1B-350D-4423-8088-BC84908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170" y="3373822"/>
            <a:ext cx="357759" cy="583387"/>
          </a:xfrm>
          <a:custGeom xmlns:a="http://schemas.openxmlformats.org/drawingml/2006/main">
            <a:pathLst>
              <a:path w="357759" h="583387" fill="none">
                <a:moveTo>
                  <a:pt x="0" y="0"/>
                </a:moveTo>
                <a:lnTo>
                  <a:pt x="357759" y="583387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E28D6-B346-4A4A-875C-E339247C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609" y="3912518"/>
            <a:ext cx="89211" cy="104642"/>
          </a:xfrm>
          <a:custGeom xmlns:a="http://schemas.openxmlformats.org/drawingml/2006/main">
            <a:pathLst>
              <a:path w="89211" h="104642">
                <a:moveTo>
                  <a:pt x="89211" y="104642"/>
                </a:moveTo>
                <a:lnTo>
                  <a:pt x="0" y="49092"/>
                </a:lnTo>
                <a:lnTo>
                  <a:pt x="52321" y="44691"/>
                </a:lnTo>
                <a:lnTo>
                  <a:pt x="80096" y="0"/>
                </a:lnTo>
                <a:lnTo>
                  <a:pt x="89211" y="1046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4379C-42B5-40A7-AA81-8384907B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609" y="3912518"/>
            <a:ext cx="89211" cy="104642"/>
          </a:xfrm>
          <a:custGeom xmlns:a="http://schemas.openxmlformats.org/drawingml/2006/main">
            <a:pathLst>
              <a:path w="89211" h="104642" fill="none">
                <a:moveTo>
                  <a:pt x="89211" y="104642"/>
                </a:moveTo>
                <a:lnTo>
                  <a:pt x="0" y="49092"/>
                </a:lnTo>
                <a:lnTo>
                  <a:pt x="52321" y="44691"/>
                </a:lnTo>
                <a:lnTo>
                  <a:pt x="80096" y="0"/>
                </a:lnTo>
                <a:lnTo>
                  <a:pt x="89211" y="1046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5B7BC-BA73-4216-AAE2-85711173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714" y="3254315"/>
            <a:ext cx="1193855" cy="677005"/>
          </a:xfrm>
          <a:custGeom xmlns:a="http://schemas.openxmlformats.org/drawingml/2006/main">
            <a:pathLst>
              <a:path w="1193855" h="677005">
                <a:moveTo>
                  <a:pt x="0" y="677005"/>
                </a:moveTo>
                <a:lnTo>
                  <a:pt x="1193855" y="677005"/>
                </a:lnTo>
                <a:lnTo>
                  <a:pt x="1193855" y="0"/>
                </a:lnTo>
                <a:lnTo>
                  <a:pt x="0" y="0"/>
                </a:lnTo>
                <a:lnTo>
                  <a:pt x="0" y="6770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CD1BB-43D6-4A28-9BE3-0F8CDD1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714" y="3254315"/>
            <a:ext cx="1193855" cy="677005"/>
          </a:xfrm>
          <a:custGeom xmlns:a="http://schemas.openxmlformats.org/drawingml/2006/main">
            <a:pathLst>
              <a:path w="1193855" h="677005" fill="none">
                <a:moveTo>
                  <a:pt x="0" y="677005"/>
                </a:moveTo>
                <a:lnTo>
                  <a:pt x="1193855" y="677005"/>
                </a:lnTo>
                <a:lnTo>
                  <a:pt x="1193855" y="0"/>
                </a:lnTo>
                <a:lnTo>
                  <a:pt x="0" y="0"/>
                </a:lnTo>
                <a:lnTo>
                  <a:pt x="0" y="6770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90" name="Text Select">
            <a:extLst xmlns:a="http://schemas.openxmlformats.org/drawingml/2006/main">
              <a:ext uri="{FF2B5EF4-FFF2-40B4-BE49-F238E27FC236}">
                <a16:creationId xmlns:a16="http://schemas.microsoft.com/office/drawing/2014/main" id="{F059F3A2-1305-4455-A660-5110A2FA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773" y="3433604"/>
            <a:ext cx="466437" cy="119470"/>
          </a:xfrm>
          <a:custGeom xmlns:a="http://schemas.openxmlformats.org/drawingml/2006/main">
            <a:pathLst>
              <a:path w="466437" h="119470">
                <a:moveTo>
                  <a:pt x="0" y="79856"/>
                </a:moveTo>
                <a:lnTo>
                  <a:pt x="22636" y="77655"/>
                </a:lnTo>
                <a:cubicBezTo>
                  <a:pt x="23999" y="85281"/>
                  <a:pt x="26763" y="90882"/>
                  <a:pt x="30929" y="94458"/>
                </a:cubicBezTo>
                <a:cubicBezTo>
                  <a:pt x="35094" y="98033"/>
                  <a:pt x="40714" y="99820"/>
                  <a:pt x="47788" y="99820"/>
                </a:cubicBezTo>
                <a:cubicBezTo>
                  <a:pt x="55281" y="99820"/>
                  <a:pt x="60927" y="98230"/>
                  <a:pt x="64726" y="95050"/>
                </a:cubicBezTo>
                <a:cubicBezTo>
                  <a:pt x="68525" y="91870"/>
                  <a:pt x="70424" y="88151"/>
                  <a:pt x="70424" y="83892"/>
                </a:cubicBezTo>
                <a:cubicBezTo>
                  <a:pt x="70424" y="81159"/>
                  <a:pt x="69625" y="78834"/>
                  <a:pt x="68027" y="76916"/>
                </a:cubicBezTo>
                <a:cubicBezTo>
                  <a:pt x="66429" y="74997"/>
                  <a:pt x="63639" y="73328"/>
                  <a:pt x="59656" y="71908"/>
                </a:cubicBezTo>
                <a:cubicBezTo>
                  <a:pt x="56932" y="70963"/>
                  <a:pt x="50722" y="69283"/>
                  <a:pt x="41028" y="66868"/>
                </a:cubicBezTo>
                <a:cubicBezTo>
                  <a:pt x="28557" y="63770"/>
                  <a:pt x="19807" y="59963"/>
                  <a:pt x="14777" y="55446"/>
                </a:cubicBezTo>
                <a:cubicBezTo>
                  <a:pt x="7703" y="49093"/>
                  <a:pt x="4166" y="41349"/>
                  <a:pt x="4166" y="32213"/>
                </a:cubicBezTo>
                <a:cubicBezTo>
                  <a:pt x="4166" y="26333"/>
                  <a:pt x="5829" y="20834"/>
                  <a:pt x="9157" y="15715"/>
                </a:cubicBezTo>
                <a:cubicBezTo>
                  <a:pt x="12484" y="10594"/>
                  <a:pt x="17279" y="6696"/>
                  <a:pt x="23540" y="4018"/>
                </a:cubicBezTo>
                <a:cubicBezTo>
                  <a:pt x="29802" y="1339"/>
                  <a:pt x="37361" y="0"/>
                  <a:pt x="46216" y="0"/>
                </a:cubicBezTo>
                <a:cubicBezTo>
                  <a:pt x="60678" y="0"/>
                  <a:pt x="71564" y="3185"/>
                  <a:pt x="78874" y="9555"/>
                </a:cubicBezTo>
                <a:cubicBezTo>
                  <a:pt x="86183" y="15923"/>
                  <a:pt x="90022" y="24423"/>
                  <a:pt x="90388" y="35055"/>
                </a:cubicBezTo>
                <a:lnTo>
                  <a:pt x="67123" y="35998"/>
                </a:lnTo>
                <a:cubicBezTo>
                  <a:pt x="66128" y="30077"/>
                  <a:pt x="63992" y="25820"/>
                  <a:pt x="60717" y="23226"/>
                </a:cubicBezTo>
                <a:cubicBezTo>
                  <a:pt x="57442" y="20632"/>
                  <a:pt x="52530" y="19335"/>
                  <a:pt x="45980" y="19335"/>
                </a:cubicBezTo>
                <a:cubicBezTo>
                  <a:pt x="39221" y="19335"/>
                  <a:pt x="33928" y="20725"/>
                  <a:pt x="30103" y="23503"/>
                </a:cubicBezTo>
                <a:cubicBezTo>
                  <a:pt x="27640" y="25285"/>
                  <a:pt x="26409" y="27670"/>
                  <a:pt x="26409" y="30658"/>
                </a:cubicBezTo>
                <a:cubicBezTo>
                  <a:pt x="26409" y="33385"/>
                  <a:pt x="27562" y="35717"/>
                  <a:pt x="29867" y="37656"/>
                </a:cubicBezTo>
                <a:cubicBezTo>
                  <a:pt x="32802" y="40120"/>
                  <a:pt x="39928" y="42691"/>
                  <a:pt x="51246" y="45369"/>
                </a:cubicBezTo>
                <a:cubicBezTo>
                  <a:pt x="62564" y="48046"/>
                  <a:pt x="70935" y="50816"/>
                  <a:pt x="76358" y="53678"/>
                </a:cubicBezTo>
                <a:cubicBezTo>
                  <a:pt x="81782" y="56539"/>
                  <a:pt x="86026" y="60450"/>
                  <a:pt x="89091" y="65411"/>
                </a:cubicBezTo>
                <a:cubicBezTo>
                  <a:pt x="92157" y="70371"/>
                  <a:pt x="93689" y="76500"/>
                  <a:pt x="93689" y="83798"/>
                </a:cubicBezTo>
                <a:cubicBezTo>
                  <a:pt x="93689" y="90412"/>
                  <a:pt x="91856" y="96607"/>
                  <a:pt x="88188" y="102382"/>
                </a:cubicBezTo>
                <a:cubicBezTo>
                  <a:pt x="84520" y="108157"/>
                  <a:pt x="79332" y="112449"/>
                  <a:pt x="72625" y="115257"/>
                </a:cubicBezTo>
                <a:cubicBezTo>
                  <a:pt x="65918" y="118066"/>
                  <a:pt x="57560" y="119470"/>
                  <a:pt x="47552" y="119470"/>
                </a:cubicBezTo>
                <a:cubicBezTo>
                  <a:pt x="32985" y="119470"/>
                  <a:pt x="21798" y="116097"/>
                  <a:pt x="13991" y="109350"/>
                </a:cubicBezTo>
                <a:cubicBezTo>
                  <a:pt x="6183" y="102604"/>
                  <a:pt x="1520" y="92772"/>
                  <a:pt x="0" y="79856"/>
                </a:cubicBezTo>
                <a:close/>
                <a:moveTo>
                  <a:pt x="161443" y="90703"/>
                </a:moveTo>
                <a:lnTo>
                  <a:pt x="183450" y="94475"/>
                </a:lnTo>
                <a:cubicBezTo>
                  <a:pt x="180621" y="102519"/>
                  <a:pt x="176154" y="108643"/>
                  <a:pt x="170049" y="112848"/>
                </a:cubicBezTo>
                <a:cubicBezTo>
                  <a:pt x="163945" y="117053"/>
                  <a:pt x="156308" y="119155"/>
                  <a:pt x="147138" y="119155"/>
                </a:cubicBezTo>
                <a:cubicBezTo>
                  <a:pt x="132623" y="119155"/>
                  <a:pt x="121881" y="114413"/>
                  <a:pt x="114912" y="104929"/>
                </a:cubicBezTo>
                <a:cubicBezTo>
                  <a:pt x="109410" y="97331"/>
                  <a:pt x="106659" y="87742"/>
                  <a:pt x="106659" y="76162"/>
                </a:cubicBezTo>
                <a:cubicBezTo>
                  <a:pt x="106659" y="62329"/>
                  <a:pt x="110275" y="51495"/>
                  <a:pt x="117506" y="43661"/>
                </a:cubicBezTo>
                <a:cubicBezTo>
                  <a:pt x="124737" y="35828"/>
                  <a:pt x="133881" y="31911"/>
                  <a:pt x="144937" y="31911"/>
                </a:cubicBezTo>
                <a:cubicBezTo>
                  <a:pt x="157356" y="31911"/>
                  <a:pt x="167154" y="36011"/>
                  <a:pt x="174333" y="44212"/>
                </a:cubicBezTo>
                <a:cubicBezTo>
                  <a:pt x="181511" y="52412"/>
                  <a:pt x="184944" y="64975"/>
                  <a:pt x="184629" y="81900"/>
                </a:cubicBezTo>
                <a:lnTo>
                  <a:pt x="129296" y="81900"/>
                </a:lnTo>
                <a:cubicBezTo>
                  <a:pt x="129453" y="88450"/>
                  <a:pt x="131235" y="93545"/>
                  <a:pt x="134641" y="97187"/>
                </a:cubicBezTo>
                <a:cubicBezTo>
                  <a:pt x="138046" y="100829"/>
                  <a:pt x="142291" y="102650"/>
                  <a:pt x="147374" y="102650"/>
                </a:cubicBezTo>
                <a:cubicBezTo>
                  <a:pt x="150832" y="102650"/>
                  <a:pt x="153740" y="101707"/>
                  <a:pt x="156098" y="99820"/>
                </a:cubicBezTo>
                <a:cubicBezTo>
                  <a:pt x="158456" y="97934"/>
                  <a:pt x="160237" y="94895"/>
                  <a:pt x="161443" y="90703"/>
                </a:cubicBezTo>
                <a:moveTo>
                  <a:pt x="162700" y="68381"/>
                </a:moveTo>
                <a:cubicBezTo>
                  <a:pt x="162543" y="62014"/>
                  <a:pt x="160892" y="57174"/>
                  <a:pt x="157749" y="53860"/>
                </a:cubicBezTo>
                <a:cubicBezTo>
                  <a:pt x="154605" y="50545"/>
                  <a:pt x="150779" y="48888"/>
                  <a:pt x="146273" y="48888"/>
                </a:cubicBezTo>
                <a:cubicBezTo>
                  <a:pt x="141452" y="48888"/>
                  <a:pt x="137470" y="50636"/>
                  <a:pt x="134326" y="54132"/>
                </a:cubicBezTo>
                <a:cubicBezTo>
                  <a:pt x="131182" y="57630"/>
                  <a:pt x="129636" y="62379"/>
                  <a:pt x="129689" y="68381"/>
                </a:cubicBezTo>
                <a:lnTo>
                  <a:pt x="162700" y="68381"/>
                </a:lnTo>
                <a:close/>
                <a:moveTo>
                  <a:pt x="202604" y="117269"/>
                </a:moveTo>
                <a:lnTo>
                  <a:pt x="202604" y="2044"/>
                </a:lnTo>
                <a:lnTo>
                  <a:pt x="224690" y="2044"/>
                </a:lnTo>
                <a:lnTo>
                  <a:pt x="224690" y="117269"/>
                </a:lnTo>
                <a:lnTo>
                  <a:pt x="202604" y="117269"/>
                </a:lnTo>
                <a:close/>
                <a:moveTo>
                  <a:pt x="295691" y="90703"/>
                </a:moveTo>
                <a:lnTo>
                  <a:pt x="317699" y="94475"/>
                </a:lnTo>
                <a:cubicBezTo>
                  <a:pt x="314869" y="102519"/>
                  <a:pt x="310402" y="108643"/>
                  <a:pt x="304298" y="112848"/>
                </a:cubicBezTo>
                <a:cubicBezTo>
                  <a:pt x="298193" y="117053"/>
                  <a:pt x="290556" y="119155"/>
                  <a:pt x="281386" y="119155"/>
                </a:cubicBezTo>
                <a:cubicBezTo>
                  <a:pt x="266872" y="119155"/>
                  <a:pt x="256130" y="114413"/>
                  <a:pt x="249161" y="104929"/>
                </a:cubicBezTo>
                <a:cubicBezTo>
                  <a:pt x="243659" y="97331"/>
                  <a:pt x="240908" y="87742"/>
                  <a:pt x="240908" y="76162"/>
                </a:cubicBezTo>
                <a:cubicBezTo>
                  <a:pt x="240908" y="62329"/>
                  <a:pt x="244524" y="51495"/>
                  <a:pt x="251755" y="43661"/>
                </a:cubicBezTo>
                <a:cubicBezTo>
                  <a:pt x="258986" y="35828"/>
                  <a:pt x="268130" y="31911"/>
                  <a:pt x="279186" y="31911"/>
                </a:cubicBezTo>
                <a:cubicBezTo>
                  <a:pt x="291604" y="31911"/>
                  <a:pt x="301403" y="36011"/>
                  <a:pt x="308582" y="44212"/>
                </a:cubicBezTo>
                <a:cubicBezTo>
                  <a:pt x="315760" y="52412"/>
                  <a:pt x="319192" y="64975"/>
                  <a:pt x="318878" y="81900"/>
                </a:cubicBezTo>
                <a:lnTo>
                  <a:pt x="263545" y="81900"/>
                </a:lnTo>
                <a:cubicBezTo>
                  <a:pt x="263702" y="88450"/>
                  <a:pt x="265483" y="93545"/>
                  <a:pt x="268889" y="97187"/>
                </a:cubicBezTo>
                <a:cubicBezTo>
                  <a:pt x="272295" y="100829"/>
                  <a:pt x="276540" y="102650"/>
                  <a:pt x="281622" y="102650"/>
                </a:cubicBezTo>
                <a:cubicBezTo>
                  <a:pt x="285081" y="102650"/>
                  <a:pt x="287989" y="101707"/>
                  <a:pt x="290347" y="99820"/>
                </a:cubicBezTo>
                <a:cubicBezTo>
                  <a:pt x="292705" y="97934"/>
                  <a:pt x="294486" y="94895"/>
                  <a:pt x="295691" y="90703"/>
                </a:cubicBezTo>
                <a:moveTo>
                  <a:pt x="296949" y="68381"/>
                </a:moveTo>
                <a:cubicBezTo>
                  <a:pt x="296792" y="62014"/>
                  <a:pt x="295141" y="57174"/>
                  <a:pt x="291997" y="53860"/>
                </a:cubicBezTo>
                <a:cubicBezTo>
                  <a:pt x="288853" y="50545"/>
                  <a:pt x="285028" y="48888"/>
                  <a:pt x="280522" y="48888"/>
                </a:cubicBezTo>
                <a:cubicBezTo>
                  <a:pt x="275701" y="48888"/>
                  <a:pt x="271719" y="50636"/>
                  <a:pt x="268575" y="54132"/>
                </a:cubicBezTo>
                <a:cubicBezTo>
                  <a:pt x="265431" y="57630"/>
                  <a:pt x="263885" y="62379"/>
                  <a:pt x="263938" y="68381"/>
                </a:cubicBezTo>
                <a:lnTo>
                  <a:pt x="296949" y="68381"/>
                </a:lnTo>
                <a:close/>
                <a:moveTo>
                  <a:pt x="409635" y="58477"/>
                </a:moveTo>
                <a:lnTo>
                  <a:pt x="387863" y="62407"/>
                </a:lnTo>
                <a:cubicBezTo>
                  <a:pt x="387129" y="58084"/>
                  <a:pt x="385466" y="54829"/>
                  <a:pt x="382872" y="52641"/>
                </a:cubicBezTo>
                <a:cubicBezTo>
                  <a:pt x="380278" y="50454"/>
                  <a:pt x="376912" y="49360"/>
                  <a:pt x="372772" y="49360"/>
                </a:cubicBezTo>
                <a:cubicBezTo>
                  <a:pt x="367270" y="49360"/>
                  <a:pt x="362882" y="51254"/>
                  <a:pt x="359607" y="55041"/>
                </a:cubicBezTo>
                <a:cubicBezTo>
                  <a:pt x="356332" y="58829"/>
                  <a:pt x="354694" y="65162"/>
                  <a:pt x="354694" y="74042"/>
                </a:cubicBezTo>
                <a:cubicBezTo>
                  <a:pt x="354694" y="83916"/>
                  <a:pt x="356358" y="90891"/>
                  <a:pt x="359685" y="94967"/>
                </a:cubicBezTo>
                <a:cubicBezTo>
                  <a:pt x="363013" y="99041"/>
                  <a:pt x="367480" y="101078"/>
                  <a:pt x="373086" y="101078"/>
                </a:cubicBezTo>
                <a:cubicBezTo>
                  <a:pt x="377278" y="101078"/>
                  <a:pt x="380711" y="99886"/>
                  <a:pt x="383383" y="97501"/>
                </a:cubicBezTo>
                <a:cubicBezTo>
                  <a:pt x="386055" y="95117"/>
                  <a:pt x="387942" y="91017"/>
                  <a:pt x="389042" y="85201"/>
                </a:cubicBezTo>
                <a:lnTo>
                  <a:pt x="410735" y="88974"/>
                </a:lnTo>
                <a:cubicBezTo>
                  <a:pt x="408482" y="98929"/>
                  <a:pt x="404159" y="106449"/>
                  <a:pt x="397766" y="111531"/>
                </a:cubicBezTo>
                <a:cubicBezTo>
                  <a:pt x="391374" y="116614"/>
                  <a:pt x="382806" y="119155"/>
                  <a:pt x="372065" y="119155"/>
                </a:cubicBezTo>
                <a:cubicBezTo>
                  <a:pt x="359856" y="119155"/>
                  <a:pt x="350123" y="115304"/>
                  <a:pt x="342865" y="107601"/>
                </a:cubicBezTo>
                <a:cubicBezTo>
                  <a:pt x="335608" y="99899"/>
                  <a:pt x="331979" y="89236"/>
                  <a:pt x="331979" y="75612"/>
                </a:cubicBezTo>
                <a:cubicBezTo>
                  <a:pt x="331979" y="61831"/>
                  <a:pt x="335621" y="51102"/>
                  <a:pt x="342905" y="43426"/>
                </a:cubicBezTo>
                <a:cubicBezTo>
                  <a:pt x="350188" y="35749"/>
                  <a:pt x="360039" y="31911"/>
                  <a:pt x="372458" y="31911"/>
                </a:cubicBezTo>
                <a:cubicBezTo>
                  <a:pt x="382623" y="31911"/>
                  <a:pt x="390706" y="34099"/>
                  <a:pt x="396705" y="38474"/>
                </a:cubicBezTo>
                <a:cubicBezTo>
                  <a:pt x="402705" y="42849"/>
                  <a:pt x="407015" y="49517"/>
                  <a:pt x="409635" y="58477"/>
                </a:cubicBezTo>
                <a:close/>
                <a:moveTo>
                  <a:pt x="464629" y="33797"/>
                </a:moveTo>
                <a:lnTo>
                  <a:pt x="464629" y="51403"/>
                </a:lnTo>
                <a:lnTo>
                  <a:pt x="449538" y="51403"/>
                </a:lnTo>
                <a:lnTo>
                  <a:pt x="449538" y="84990"/>
                </a:lnTo>
                <a:cubicBezTo>
                  <a:pt x="449538" y="91792"/>
                  <a:pt x="449682" y="95755"/>
                  <a:pt x="449971" y="96880"/>
                </a:cubicBezTo>
                <a:cubicBezTo>
                  <a:pt x="450259" y="98003"/>
                  <a:pt x="450914" y="98932"/>
                  <a:pt x="451936" y="99665"/>
                </a:cubicBezTo>
                <a:cubicBezTo>
                  <a:pt x="452957" y="100397"/>
                  <a:pt x="454202" y="100763"/>
                  <a:pt x="455669" y="100763"/>
                </a:cubicBezTo>
                <a:cubicBezTo>
                  <a:pt x="457713" y="100763"/>
                  <a:pt x="460673" y="100056"/>
                  <a:pt x="464551" y="98641"/>
                </a:cubicBezTo>
                <a:lnTo>
                  <a:pt x="466437" y="115840"/>
                </a:lnTo>
                <a:cubicBezTo>
                  <a:pt x="461302" y="118050"/>
                  <a:pt x="455486" y="119155"/>
                  <a:pt x="448988" y="119155"/>
                </a:cubicBezTo>
                <a:cubicBezTo>
                  <a:pt x="445006" y="119155"/>
                  <a:pt x="441416" y="118487"/>
                  <a:pt x="438220" y="117151"/>
                </a:cubicBezTo>
                <a:cubicBezTo>
                  <a:pt x="435024" y="115815"/>
                  <a:pt x="432679" y="114086"/>
                  <a:pt x="431186" y="111964"/>
                </a:cubicBezTo>
                <a:cubicBezTo>
                  <a:pt x="429692" y="109841"/>
                  <a:pt x="428657" y="106973"/>
                  <a:pt x="428081" y="103357"/>
                </a:cubicBezTo>
                <a:cubicBezTo>
                  <a:pt x="427609" y="100790"/>
                  <a:pt x="427374" y="95602"/>
                  <a:pt x="427374" y="87795"/>
                </a:cubicBezTo>
                <a:lnTo>
                  <a:pt x="427374" y="51403"/>
                </a:lnTo>
                <a:lnTo>
                  <a:pt x="417234" y="51403"/>
                </a:lnTo>
                <a:lnTo>
                  <a:pt x="417234" y="33797"/>
                </a:lnTo>
                <a:lnTo>
                  <a:pt x="427374" y="33797"/>
                </a:lnTo>
                <a:lnTo>
                  <a:pt x="427374" y="17134"/>
                </a:lnTo>
                <a:lnTo>
                  <a:pt x="449538" y="4087"/>
                </a:lnTo>
                <a:lnTo>
                  <a:pt x="449538" y="33797"/>
                </a:lnTo>
                <a:lnTo>
                  <a:pt x="464629" y="33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4thQuartile">
            <a:extLst xmlns:a="http://schemas.openxmlformats.org/drawingml/2006/main">
              <a:ext uri="{FF2B5EF4-FFF2-40B4-BE49-F238E27FC236}">
                <a16:creationId xmlns:a16="http://schemas.microsoft.com/office/drawing/2014/main" id="{C6FFD5AE-AA7E-4868-9248-FD5911CD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53" y="3634824"/>
            <a:ext cx="885416" cy="128902"/>
          </a:xfrm>
          <a:custGeom xmlns:a="http://schemas.openxmlformats.org/drawingml/2006/main">
            <a:pathLst>
              <a:path w="885416" h="128902">
                <a:moveTo>
                  <a:pt x="47159" y="117269"/>
                </a:moveTo>
                <a:lnTo>
                  <a:pt x="47159" y="94004"/>
                </a:lnTo>
                <a:lnTo>
                  <a:pt x="0" y="94004"/>
                </a:lnTo>
                <a:lnTo>
                  <a:pt x="0" y="74747"/>
                </a:lnTo>
                <a:lnTo>
                  <a:pt x="49989" y="1572"/>
                </a:lnTo>
                <a:lnTo>
                  <a:pt x="68538" y="1572"/>
                </a:lnTo>
                <a:lnTo>
                  <a:pt x="68538" y="74669"/>
                </a:lnTo>
                <a:lnTo>
                  <a:pt x="82843" y="74669"/>
                </a:lnTo>
                <a:lnTo>
                  <a:pt x="82843" y="94004"/>
                </a:lnTo>
                <a:lnTo>
                  <a:pt x="68538" y="94004"/>
                </a:lnTo>
                <a:lnTo>
                  <a:pt x="68538" y="117269"/>
                </a:lnTo>
                <a:lnTo>
                  <a:pt x="47159" y="117269"/>
                </a:lnTo>
                <a:moveTo>
                  <a:pt x="47159" y="74669"/>
                </a:moveTo>
                <a:lnTo>
                  <a:pt x="47159" y="35335"/>
                </a:lnTo>
                <a:lnTo>
                  <a:pt x="20671" y="74669"/>
                </a:lnTo>
                <a:lnTo>
                  <a:pt x="47159" y="74669"/>
                </a:lnTo>
                <a:close/>
                <a:moveTo>
                  <a:pt x="136344" y="33797"/>
                </a:moveTo>
                <a:lnTo>
                  <a:pt x="136344" y="51403"/>
                </a:lnTo>
                <a:lnTo>
                  <a:pt x="121253" y="51403"/>
                </a:lnTo>
                <a:lnTo>
                  <a:pt x="121253" y="84990"/>
                </a:lnTo>
                <a:cubicBezTo>
                  <a:pt x="121253" y="91792"/>
                  <a:pt x="121397" y="95755"/>
                  <a:pt x="121685" y="96880"/>
                </a:cubicBezTo>
                <a:cubicBezTo>
                  <a:pt x="121973" y="98003"/>
                  <a:pt x="122628" y="98932"/>
                  <a:pt x="123650" y="99665"/>
                </a:cubicBezTo>
                <a:cubicBezTo>
                  <a:pt x="124672" y="100397"/>
                  <a:pt x="125917" y="100763"/>
                  <a:pt x="127384" y="100763"/>
                </a:cubicBezTo>
                <a:cubicBezTo>
                  <a:pt x="129427" y="100763"/>
                  <a:pt x="132388" y="100056"/>
                  <a:pt x="136265" y="98641"/>
                </a:cubicBezTo>
                <a:lnTo>
                  <a:pt x="138152" y="115840"/>
                </a:lnTo>
                <a:cubicBezTo>
                  <a:pt x="133017" y="118050"/>
                  <a:pt x="127200" y="119155"/>
                  <a:pt x="120703" y="119155"/>
                </a:cubicBezTo>
                <a:cubicBezTo>
                  <a:pt x="116720" y="119155"/>
                  <a:pt x="113131" y="118487"/>
                  <a:pt x="109935" y="117151"/>
                </a:cubicBezTo>
                <a:cubicBezTo>
                  <a:pt x="106738" y="115815"/>
                  <a:pt x="104394" y="114086"/>
                  <a:pt x="102900" y="111964"/>
                </a:cubicBezTo>
                <a:cubicBezTo>
                  <a:pt x="101407" y="109841"/>
                  <a:pt x="100372" y="106973"/>
                  <a:pt x="99796" y="103357"/>
                </a:cubicBezTo>
                <a:cubicBezTo>
                  <a:pt x="99324" y="100790"/>
                  <a:pt x="99088" y="95602"/>
                  <a:pt x="99088" y="87795"/>
                </a:cubicBezTo>
                <a:lnTo>
                  <a:pt x="99088" y="51403"/>
                </a:lnTo>
                <a:lnTo>
                  <a:pt x="88949" y="51403"/>
                </a:lnTo>
                <a:lnTo>
                  <a:pt x="88949" y="33797"/>
                </a:lnTo>
                <a:lnTo>
                  <a:pt x="99088" y="33797"/>
                </a:lnTo>
                <a:lnTo>
                  <a:pt x="99088" y="17134"/>
                </a:lnTo>
                <a:lnTo>
                  <a:pt x="121253" y="4087"/>
                </a:lnTo>
                <a:lnTo>
                  <a:pt x="121253" y="33797"/>
                </a:lnTo>
                <a:lnTo>
                  <a:pt x="136344" y="33797"/>
                </a:lnTo>
                <a:close/>
                <a:moveTo>
                  <a:pt x="173677" y="2044"/>
                </a:moveTo>
                <a:lnTo>
                  <a:pt x="173677" y="44467"/>
                </a:lnTo>
                <a:cubicBezTo>
                  <a:pt x="180803" y="36096"/>
                  <a:pt x="189318" y="31911"/>
                  <a:pt x="199222" y="31911"/>
                </a:cubicBezTo>
                <a:cubicBezTo>
                  <a:pt x="204304" y="31911"/>
                  <a:pt x="208889" y="32854"/>
                  <a:pt x="212976" y="34741"/>
                </a:cubicBezTo>
                <a:cubicBezTo>
                  <a:pt x="217063" y="36627"/>
                  <a:pt x="220142" y="39037"/>
                  <a:pt x="222212" y="41972"/>
                </a:cubicBezTo>
                <a:cubicBezTo>
                  <a:pt x="224281" y="44906"/>
                  <a:pt x="225696" y="48155"/>
                  <a:pt x="226456" y="51718"/>
                </a:cubicBezTo>
                <a:cubicBezTo>
                  <a:pt x="227216" y="55281"/>
                  <a:pt x="227596" y="60809"/>
                  <a:pt x="227596" y="68302"/>
                </a:cubicBezTo>
                <a:lnTo>
                  <a:pt x="227596" y="117269"/>
                </a:lnTo>
                <a:lnTo>
                  <a:pt x="205509" y="117269"/>
                </a:lnTo>
                <a:lnTo>
                  <a:pt x="205509" y="73227"/>
                </a:lnTo>
                <a:cubicBezTo>
                  <a:pt x="205509" y="64486"/>
                  <a:pt x="205090" y="58938"/>
                  <a:pt x="204252" y="56584"/>
                </a:cubicBezTo>
                <a:cubicBezTo>
                  <a:pt x="203413" y="54227"/>
                  <a:pt x="201933" y="52356"/>
                  <a:pt x="199811" y="50969"/>
                </a:cubicBezTo>
                <a:cubicBezTo>
                  <a:pt x="197689" y="49582"/>
                  <a:pt x="195030" y="48888"/>
                  <a:pt x="191833" y="48888"/>
                </a:cubicBezTo>
                <a:cubicBezTo>
                  <a:pt x="188165" y="48888"/>
                  <a:pt x="184890" y="49778"/>
                  <a:pt x="182008" y="51558"/>
                </a:cubicBezTo>
                <a:cubicBezTo>
                  <a:pt x="179127" y="53338"/>
                  <a:pt x="177017" y="56020"/>
                  <a:pt x="175681" y="59605"/>
                </a:cubicBezTo>
                <a:cubicBezTo>
                  <a:pt x="174345" y="63189"/>
                  <a:pt x="173677" y="68489"/>
                  <a:pt x="173677" y="75504"/>
                </a:cubicBezTo>
                <a:lnTo>
                  <a:pt x="173677" y="117269"/>
                </a:lnTo>
                <a:lnTo>
                  <a:pt x="151591" y="117269"/>
                </a:lnTo>
                <a:lnTo>
                  <a:pt x="151591" y="2044"/>
                </a:lnTo>
                <a:lnTo>
                  <a:pt x="173677" y="2044"/>
                </a:lnTo>
                <a:close/>
                <a:moveTo>
                  <a:pt x="387675" y="102500"/>
                </a:moveTo>
                <a:cubicBezTo>
                  <a:pt x="393387" y="106584"/>
                  <a:pt x="399596" y="109830"/>
                  <a:pt x="406303" y="112239"/>
                </a:cubicBezTo>
                <a:lnTo>
                  <a:pt x="397736" y="128902"/>
                </a:lnTo>
                <a:cubicBezTo>
                  <a:pt x="394225" y="127854"/>
                  <a:pt x="390793" y="126413"/>
                  <a:pt x="387439" y="124579"/>
                </a:cubicBezTo>
                <a:cubicBezTo>
                  <a:pt x="386706" y="124212"/>
                  <a:pt x="381544" y="120806"/>
                  <a:pt x="371955" y="114361"/>
                </a:cubicBezTo>
                <a:cubicBezTo>
                  <a:pt x="364410" y="117662"/>
                  <a:pt x="356052" y="119313"/>
                  <a:pt x="346882" y="119313"/>
                </a:cubicBezTo>
                <a:cubicBezTo>
                  <a:pt x="329172" y="119313"/>
                  <a:pt x="315299" y="114092"/>
                  <a:pt x="305264" y="103652"/>
                </a:cubicBezTo>
                <a:cubicBezTo>
                  <a:pt x="295230" y="93210"/>
                  <a:pt x="290213" y="78545"/>
                  <a:pt x="290213" y="59656"/>
                </a:cubicBezTo>
                <a:cubicBezTo>
                  <a:pt x="290213" y="40820"/>
                  <a:pt x="295243" y="26169"/>
                  <a:pt x="305304" y="15703"/>
                </a:cubicBezTo>
                <a:cubicBezTo>
                  <a:pt x="315364" y="5234"/>
                  <a:pt x="329014" y="0"/>
                  <a:pt x="346254" y="0"/>
                </a:cubicBezTo>
                <a:cubicBezTo>
                  <a:pt x="363336" y="0"/>
                  <a:pt x="376881" y="5224"/>
                  <a:pt x="386889" y="15671"/>
                </a:cubicBezTo>
                <a:cubicBezTo>
                  <a:pt x="396897" y="26116"/>
                  <a:pt x="401901" y="40738"/>
                  <a:pt x="401901" y="59536"/>
                </a:cubicBezTo>
                <a:cubicBezTo>
                  <a:pt x="401901" y="69485"/>
                  <a:pt x="400513" y="78230"/>
                  <a:pt x="397736" y="85771"/>
                </a:cubicBezTo>
                <a:cubicBezTo>
                  <a:pt x="395640" y="91530"/>
                  <a:pt x="392286" y="97106"/>
                  <a:pt x="387675" y="102500"/>
                </a:cubicBezTo>
                <a:moveTo>
                  <a:pt x="368969" y="89455"/>
                </a:moveTo>
                <a:cubicBezTo>
                  <a:pt x="371955" y="85948"/>
                  <a:pt x="374195" y="81707"/>
                  <a:pt x="375689" y="76734"/>
                </a:cubicBezTo>
                <a:cubicBezTo>
                  <a:pt x="377182" y="71761"/>
                  <a:pt x="377929" y="66056"/>
                  <a:pt x="377929" y="59617"/>
                </a:cubicBezTo>
                <a:cubicBezTo>
                  <a:pt x="377929" y="46321"/>
                  <a:pt x="374994" y="36388"/>
                  <a:pt x="369126" y="29818"/>
                </a:cubicBezTo>
                <a:cubicBezTo>
                  <a:pt x="363257" y="23249"/>
                  <a:pt x="355581" y="19964"/>
                  <a:pt x="346096" y="19964"/>
                </a:cubicBezTo>
                <a:cubicBezTo>
                  <a:pt x="336612" y="19964"/>
                  <a:pt x="328923" y="23268"/>
                  <a:pt x="323028" y="29877"/>
                </a:cubicBezTo>
                <a:cubicBezTo>
                  <a:pt x="317133" y="36486"/>
                  <a:pt x="314185" y="46426"/>
                  <a:pt x="314185" y="59696"/>
                </a:cubicBezTo>
                <a:cubicBezTo>
                  <a:pt x="314185" y="73175"/>
                  <a:pt x="317133" y="83259"/>
                  <a:pt x="323028" y="89946"/>
                </a:cubicBezTo>
                <a:cubicBezTo>
                  <a:pt x="328923" y="96634"/>
                  <a:pt x="336376" y="99977"/>
                  <a:pt x="345389" y="99977"/>
                </a:cubicBezTo>
                <a:cubicBezTo>
                  <a:pt x="348743" y="99977"/>
                  <a:pt x="351913" y="99419"/>
                  <a:pt x="354899" y="98302"/>
                </a:cubicBezTo>
                <a:cubicBezTo>
                  <a:pt x="350184" y="95188"/>
                  <a:pt x="345389" y="92759"/>
                  <a:pt x="340516" y="91017"/>
                </a:cubicBezTo>
                <a:lnTo>
                  <a:pt x="347040" y="77498"/>
                </a:lnTo>
                <a:cubicBezTo>
                  <a:pt x="354690" y="80156"/>
                  <a:pt x="362000" y="84141"/>
                  <a:pt x="368969" y="89455"/>
                </a:cubicBezTo>
                <a:close/>
                <a:moveTo>
                  <a:pt x="474946" y="117269"/>
                </a:moveTo>
                <a:lnTo>
                  <a:pt x="474946" y="104772"/>
                </a:lnTo>
                <a:cubicBezTo>
                  <a:pt x="471907" y="109226"/>
                  <a:pt x="467912" y="112737"/>
                  <a:pt x="462960" y="115304"/>
                </a:cubicBezTo>
                <a:cubicBezTo>
                  <a:pt x="458008" y="117872"/>
                  <a:pt x="452782" y="119155"/>
                  <a:pt x="447280" y="119155"/>
                </a:cubicBezTo>
                <a:cubicBezTo>
                  <a:pt x="441673" y="119155"/>
                  <a:pt x="436643" y="117924"/>
                  <a:pt x="432189" y="115461"/>
                </a:cubicBezTo>
                <a:cubicBezTo>
                  <a:pt x="427735" y="112999"/>
                  <a:pt x="424512" y="109540"/>
                  <a:pt x="422521" y="105086"/>
                </a:cubicBezTo>
                <a:cubicBezTo>
                  <a:pt x="420530" y="100632"/>
                  <a:pt x="419535" y="94475"/>
                  <a:pt x="419535" y="86616"/>
                </a:cubicBezTo>
                <a:lnTo>
                  <a:pt x="419535" y="33797"/>
                </a:lnTo>
                <a:lnTo>
                  <a:pt x="441621" y="33797"/>
                </a:lnTo>
                <a:lnTo>
                  <a:pt x="441621" y="72065"/>
                </a:lnTo>
                <a:cubicBezTo>
                  <a:pt x="441621" y="83776"/>
                  <a:pt x="442027" y="90952"/>
                  <a:pt x="442839" y="93591"/>
                </a:cubicBezTo>
                <a:cubicBezTo>
                  <a:pt x="443651" y="96231"/>
                  <a:pt x="445131" y="98322"/>
                  <a:pt x="447280" y="99864"/>
                </a:cubicBezTo>
                <a:cubicBezTo>
                  <a:pt x="449428" y="101407"/>
                  <a:pt x="452153" y="102178"/>
                  <a:pt x="455454" y="102178"/>
                </a:cubicBezTo>
                <a:cubicBezTo>
                  <a:pt x="459227" y="102178"/>
                  <a:pt x="462607" y="101146"/>
                  <a:pt x="465593" y="99081"/>
                </a:cubicBezTo>
                <a:cubicBezTo>
                  <a:pt x="468580" y="97016"/>
                  <a:pt x="470624" y="94454"/>
                  <a:pt x="471724" y="91395"/>
                </a:cubicBezTo>
                <a:cubicBezTo>
                  <a:pt x="472824" y="88337"/>
                  <a:pt x="473375" y="80848"/>
                  <a:pt x="473375" y="68928"/>
                </a:cubicBezTo>
                <a:lnTo>
                  <a:pt x="473375" y="33797"/>
                </a:lnTo>
                <a:lnTo>
                  <a:pt x="495461" y="33797"/>
                </a:lnTo>
                <a:lnTo>
                  <a:pt x="495461" y="117269"/>
                </a:lnTo>
                <a:lnTo>
                  <a:pt x="474946" y="117269"/>
                </a:lnTo>
                <a:close/>
                <a:moveTo>
                  <a:pt x="534864" y="59578"/>
                </a:moveTo>
                <a:lnTo>
                  <a:pt x="514822" y="55962"/>
                </a:lnTo>
                <a:cubicBezTo>
                  <a:pt x="517075" y="47786"/>
                  <a:pt x="520952" y="41734"/>
                  <a:pt x="526454" y="37806"/>
                </a:cubicBezTo>
                <a:cubicBezTo>
                  <a:pt x="531956" y="33876"/>
                  <a:pt x="540130" y="31911"/>
                  <a:pt x="550977" y="31911"/>
                </a:cubicBezTo>
                <a:cubicBezTo>
                  <a:pt x="560828" y="31911"/>
                  <a:pt x="568164" y="33077"/>
                  <a:pt x="572985" y="35409"/>
                </a:cubicBezTo>
                <a:cubicBezTo>
                  <a:pt x="577805" y="37740"/>
                  <a:pt x="581198" y="40701"/>
                  <a:pt x="583163" y="44290"/>
                </a:cubicBezTo>
                <a:cubicBezTo>
                  <a:pt x="585128" y="47880"/>
                  <a:pt x="586111" y="54469"/>
                  <a:pt x="586111" y="64058"/>
                </a:cubicBezTo>
                <a:lnTo>
                  <a:pt x="585875" y="89838"/>
                </a:lnTo>
                <a:cubicBezTo>
                  <a:pt x="585875" y="97174"/>
                  <a:pt x="586229" y="102584"/>
                  <a:pt x="586936" y="106069"/>
                </a:cubicBezTo>
                <a:cubicBezTo>
                  <a:pt x="587643" y="109553"/>
                  <a:pt x="588966" y="113287"/>
                  <a:pt x="590905" y="117269"/>
                </a:cubicBezTo>
                <a:lnTo>
                  <a:pt x="569055" y="117269"/>
                </a:lnTo>
                <a:cubicBezTo>
                  <a:pt x="568478" y="115802"/>
                  <a:pt x="567771" y="113627"/>
                  <a:pt x="566933" y="110745"/>
                </a:cubicBezTo>
                <a:cubicBezTo>
                  <a:pt x="566566" y="109435"/>
                  <a:pt x="566304" y="108571"/>
                  <a:pt x="566147" y="108152"/>
                </a:cubicBezTo>
                <a:cubicBezTo>
                  <a:pt x="562374" y="111820"/>
                  <a:pt x="558339" y="114570"/>
                  <a:pt x="554042" y="116404"/>
                </a:cubicBezTo>
                <a:cubicBezTo>
                  <a:pt x="549746" y="118238"/>
                  <a:pt x="545161" y="119155"/>
                  <a:pt x="540288" y="119155"/>
                </a:cubicBezTo>
                <a:cubicBezTo>
                  <a:pt x="531694" y="119155"/>
                  <a:pt x="524922" y="116833"/>
                  <a:pt x="519970" y="112190"/>
                </a:cubicBezTo>
                <a:cubicBezTo>
                  <a:pt x="515018" y="107546"/>
                  <a:pt x="512542" y="101675"/>
                  <a:pt x="512542" y="94579"/>
                </a:cubicBezTo>
                <a:cubicBezTo>
                  <a:pt x="512542" y="89882"/>
                  <a:pt x="513669" y="85695"/>
                  <a:pt x="515922" y="82018"/>
                </a:cubicBezTo>
                <a:cubicBezTo>
                  <a:pt x="518175" y="78338"/>
                  <a:pt x="521332" y="75520"/>
                  <a:pt x="525393" y="73563"/>
                </a:cubicBezTo>
                <a:cubicBezTo>
                  <a:pt x="529454" y="71607"/>
                  <a:pt x="535310" y="69898"/>
                  <a:pt x="542960" y="68437"/>
                </a:cubicBezTo>
                <a:cubicBezTo>
                  <a:pt x="553283" y="66507"/>
                  <a:pt x="560435" y="64706"/>
                  <a:pt x="564417" y="63036"/>
                </a:cubicBezTo>
                <a:lnTo>
                  <a:pt x="564417" y="60811"/>
                </a:lnTo>
                <a:cubicBezTo>
                  <a:pt x="564417" y="56519"/>
                  <a:pt x="563369" y="53459"/>
                  <a:pt x="561273" y="51632"/>
                </a:cubicBezTo>
                <a:cubicBezTo>
                  <a:pt x="559178" y="49803"/>
                  <a:pt x="555221" y="48888"/>
                  <a:pt x="549405" y="48888"/>
                </a:cubicBezTo>
                <a:cubicBezTo>
                  <a:pt x="545475" y="48888"/>
                  <a:pt x="542410" y="49679"/>
                  <a:pt x="540209" y="51261"/>
                </a:cubicBezTo>
                <a:cubicBezTo>
                  <a:pt x="538008" y="52841"/>
                  <a:pt x="536227" y="55613"/>
                  <a:pt x="534864" y="59578"/>
                </a:cubicBezTo>
                <a:moveTo>
                  <a:pt x="564417" y="77498"/>
                </a:moveTo>
                <a:cubicBezTo>
                  <a:pt x="561588" y="78430"/>
                  <a:pt x="557108" y="79543"/>
                  <a:pt x="550977" y="80839"/>
                </a:cubicBezTo>
                <a:cubicBezTo>
                  <a:pt x="544846" y="82132"/>
                  <a:pt x="540838" y="83400"/>
                  <a:pt x="538951" y="84643"/>
                </a:cubicBezTo>
                <a:cubicBezTo>
                  <a:pt x="536070" y="86662"/>
                  <a:pt x="534629" y="89225"/>
                  <a:pt x="534629" y="92331"/>
                </a:cubicBezTo>
                <a:cubicBezTo>
                  <a:pt x="534629" y="95387"/>
                  <a:pt x="535781" y="98028"/>
                  <a:pt x="538087" y="100255"/>
                </a:cubicBezTo>
                <a:cubicBezTo>
                  <a:pt x="540392" y="102480"/>
                  <a:pt x="543327" y="103593"/>
                  <a:pt x="546890" y="103593"/>
                </a:cubicBezTo>
                <a:cubicBezTo>
                  <a:pt x="550872" y="103593"/>
                  <a:pt x="554671" y="102298"/>
                  <a:pt x="558287" y="99710"/>
                </a:cubicBezTo>
                <a:cubicBezTo>
                  <a:pt x="560959" y="97743"/>
                  <a:pt x="562714" y="95335"/>
                  <a:pt x="563553" y="92486"/>
                </a:cubicBezTo>
                <a:cubicBezTo>
                  <a:pt x="564129" y="90622"/>
                  <a:pt x="564417" y="87077"/>
                  <a:pt x="564417" y="81848"/>
                </a:cubicBezTo>
                <a:lnTo>
                  <a:pt x="564417" y="77498"/>
                </a:lnTo>
                <a:close/>
                <a:moveTo>
                  <a:pt x="629001" y="117269"/>
                </a:moveTo>
                <a:lnTo>
                  <a:pt x="606915" y="117269"/>
                </a:lnTo>
                <a:lnTo>
                  <a:pt x="606915" y="33797"/>
                </a:lnTo>
                <a:lnTo>
                  <a:pt x="627429" y="33797"/>
                </a:lnTo>
                <a:lnTo>
                  <a:pt x="627429" y="45666"/>
                </a:lnTo>
                <a:cubicBezTo>
                  <a:pt x="630940" y="40059"/>
                  <a:pt x="634097" y="36365"/>
                  <a:pt x="636900" y="34583"/>
                </a:cubicBezTo>
                <a:cubicBezTo>
                  <a:pt x="639703" y="32802"/>
                  <a:pt x="642887" y="31911"/>
                  <a:pt x="646450" y="31911"/>
                </a:cubicBezTo>
                <a:cubicBezTo>
                  <a:pt x="651480" y="31911"/>
                  <a:pt x="656327" y="33300"/>
                  <a:pt x="660990" y="36077"/>
                </a:cubicBezTo>
                <a:lnTo>
                  <a:pt x="654152" y="55333"/>
                </a:lnTo>
                <a:cubicBezTo>
                  <a:pt x="650432" y="52923"/>
                  <a:pt x="646974" y="51718"/>
                  <a:pt x="643777" y="51718"/>
                </a:cubicBezTo>
                <a:cubicBezTo>
                  <a:pt x="640686" y="51718"/>
                  <a:pt x="638066" y="52569"/>
                  <a:pt x="635918" y="54272"/>
                </a:cubicBezTo>
                <a:cubicBezTo>
                  <a:pt x="633769" y="55975"/>
                  <a:pt x="632079" y="59054"/>
                  <a:pt x="630848" y="63508"/>
                </a:cubicBezTo>
                <a:cubicBezTo>
                  <a:pt x="629617" y="67962"/>
                  <a:pt x="629001" y="77289"/>
                  <a:pt x="629001" y="91489"/>
                </a:cubicBezTo>
                <a:lnTo>
                  <a:pt x="629001" y="117269"/>
                </a:lnTo>
                <a:close/>
                <a:moveTo>
                  <a:pt x="708753" y="33797"/>
                </a:moveTo>
                <a:lnTo>
                  <a:pt x="708753" y="51403"/>
                </a:lnTo>
                <a:lnTo>
                  <a:pt x="693662" y="51403"/>
                </a:lnTo>
                <a:lnTo>
                  <a:pt x="693662" y="84990"/>
                </a:lnTo>
                <a:cubicBezTo>
                  <a:pt x="693662" y="91792"/>
                  <a:pt x="693806" y="95755"/>
                  <a:pt x="694094" y="96880"/>
                </a:cubicBezTo>
                <a:cubicBezTo>
                  <a:pt x="694382" y="98003"/>
                  <a:pt x="695037" y="98932"/>
                  <a:pt x="696059" y="99665"/>
                </a:cubicBezTo>
                <a:cubicBezTo>
                  <a:pt x="697081" y="100397"/>
                  <a:pt x="698325" y="100763"/>
                  <a:pt x="699792" y="100763"/>
                </a:cubicBezTo>
                <a:cubicBezTo>
                  <a:pt x="701836" y="100763"/>
                  <a:pt x="704796" y="100056"/>
                  <a:pt x="708674" y="98641"/>
                </a:cubicBezTo>
                <a:lnTo>
                  <a:pt x="710560" y="115840"/>
                </a:lnTo>
                <a:cubicBezTo>
                  <a:pt x="705425" y="118050"/>
                  <a:pt x="699609" y="119155"/>
                  <a:pt x="693111" y="119155"/>
                </a:cubicBezTo>
                <a:cubicBezTo>
                  <a:pt x="689129" y="119155"/>
                  <a:pt x="685540" y="118487"/>
                  <a:pt x="682343" y="117151"/>
                </a:cubicBezTo>
                <a:cubicBezTo>
                  <a:pt x="679147" y="115815"/>
                  <a:pt x="676802" y="114086"/>
                  <a:pt x="675309" y="111964"/>
                </a:cubicBezTo>
                <a:cubicBezTo>
                  <a:pt x="673816" y="109841"/>
                  <a:pt x="672781" y="106973"/>
                  <a:pt x="672204" y="103357"/>
                </a:cubicBezTo>
                <a:cubicBezTo>
                  <a:pt x="671733" y="100790"/>
                  <a:pt x="671497" y="95602"/>
                  <a:pt x="671497" y="87795"/>
                </a:cubicBezTo>
                <a:lnTo>
                  <a:pt x="671497" y="51403"/>
                </a:lnTo>
                <a:lnTo>
                  <a:pt x="661358" y="51403"/>
                </a:lnTo>
                <a:lnTo>
                  <a:pt x="661358" y="33797"/>
                </a:lnTo>
                <a:lnTo>
                  <a:pt x="671497" y="33797"/>
                </a:lnTo>
                <a:lnTo>
                  <a:pt x="671497" y="17134"/>
                </a:lnTo>
                <a:lnTo>
                  <a:pt x="693662" y="4087"/>
                </a:lnTo>
                <a:lnTo>
                  <a:pt x="693662" y="33797"/>
                </a:lnTo>
                <a:lnTo>
                  <a:pt x="708753" y="33797"/>
                </a:lnTo>
                <a:close/>
                <a:moveTo>
                  <a:pt x="724078" y="22479"/>
                </a:moveTo>
                <a:lnTo>
                  <a:pt x="724078" y="2044"/>
                </a:lnTo>
                <a:lnTo>
                  <a:pt x="746164" y="2044"/>
                </a:lnTo>
                <a:lnTo>
                  <a:pt x="746164" y="22479"/>
                </a:lnTo>
                <a:lnTo>
                  <a:pt x="724078" y="22479"/>
                </a:lnTo>
                <a:moveTo>
                  <a:pt x="724078" y="117269"/>
                </a:moveTo>
                <a:lnTo>
                  <a:pt x="724078" y="33797"/>
                </a:lnTo>
                <a:lnTo>
                  <a:pt x="746164" y="33797"/>
                </a:lnTo>
                <a:lnTo>
                  <a:pt x="746164" y="117269"/>
                </a:lnTo>
                <a:lnTo>
                  <a:pt x="724078" y="117269"/>
                </a:lnTo>
                <a:close/>
                <a:moveTo>
                  <a:pt x="768828" y="117269"/>
                </a:moveTo>
                <a:lnTo>
                  <a:pt x="768828" y="2044"/>
                </a:lnTo>
                <a:lnTo>
                  <a:pt x="790914" y="2044"/>
                </a:lnTo>
                <a:lnTo>
                  <a:pt x="790914" y="117269"/>
                </a:lnTo>
                <a:lnTo>
                  <a:pt x="768828" y="117269"/>
                </a:lnTo>
                <a:close/>
                <a:moveTo>
                  <a:pt x="861915" y="90703"/>
                </a:moveTo>
                <a:lnTo>
                  <a:pt x="883923" y="94475"/>
                </a:lnTo>
                <a:cubicBezTo>
                  <a:pt x="881093" y="102519"/>
                  <a:pt x="876626" y="108643"/>
                  <a:pt x="870522" y="112848"/>
                </a:cubicBezTo>
                <a:cubicBezTo>
                  <a:pt x="864417" y="117053"/>
                  <a:pt x="856780" y="119155"/>
                  <a:pt x="847610" y="119155"/>
                </a:cubicBezTo>
                <a:cubicBezTo>
                  <a:pt x="833096" y="119155"/>
                  <a:pt x="822354" y="114413"/>
                  <a:pt x="815385" y="104929"/>
                </a:cubicBezTo>
                <a:cubicBezTo>
                  <a:pt x="809883" y="97331"/>
                  <a:pt x="807132" y="87742"/>
                  <a:pt x="807132" y="76162"/>
                </a:cubicBezTo>
                <a:cubicBezTo>
                  <a:pt x="807132" y="62329"/>
                  <a:pt x="810748" y="51495"/>
                  <a:pt x="817979" y="43661"/>
                </a:cubicBezTo>
                <a:cubicBezTo>
                  <a:pt x="825210" y="35828"/>
                  <a:pt x="834354" y="31911"/>
                  <a:pt x="845410" y="31911"/>
                </a:cubicBezTo>
                <a:cubicBezTo>
                  <a:pt x="857828" y="31911"/>
                  <a:pt x="867627" y="36011"/>
                  <a:pt x="874806" y="44212"/>
                </a:cubicBezTo>
                <a:cubicBezTo>
                  <a:pt x="881984" y="52412"/>
                  <a:pt x="885416" y="64975"/>
                  <a:pt x="885102" y="81900"/>
                </a:cubicBezTo>
                <a:lnTo>
                  <a:pt x="829769" y="81900"/>
                </a:lnTo>
                <a:cubicBezTo>
                  <a:pt x="829926" y="88450"/>
                  <a:pt x="831707" y="93545"/>
                  <a:pt x="835113" y="97187"/>
                </a:cubicBezTo>
                <a:cubicBezTo>
                  <a:pt x="838519" y="100829"/>
                  <a:pt x="842764" y="102650"/>
                  <a:pt x="847846" y="102650"/>
                </a:cubicBezTo>
                <a:cubicBezTo>
                  <a:pt x="851305" y="102650"/>
                  <a:pt x="854213" y="101707"/>
                  <a:pt x="856571" y="99820"/>
                </a:cubicBezTo>
                <a:cubicBezTo>
                  <a:pt x="858929" y="97934"/>
                  <a:pt x="860710" y="94895"/>
                  <a:pt x="861915" y="90703"/>
                </a:cubicBezTo>
                <a:moveTo>
                  <a:pt x="863173" y="68381"/>
                </a:moveTo>
                <a:cubicBezTo>
                  <a:pt x="863016" y="62014"/>
                  <a:pt x="861365" y="57174"/>
                  <a:pt x="858221" y="53860"/>
                </a:cubicBezTo>
                <a:cubicBezTo>
                  <a:pt x="855077" y="50545"/>
                  <a:pt x="851252" y="48888"/>
                  <a:pt x="846746" y="48888"/>
                </a:cubicBezTo>
                <a:cubicBezTo>
                  <a:pt x="841925" y="48888"/>
                  <a:pt x="837943" y="50636"/>
                  <a:pt x="834799" y="54132"/>
                </a:cubicBezTo>
                <a:cubicBezTo>
                  <a:pt x="831655" y="57630"/>
                  <a:pt x="830109" y="62379"/>
                  <a:pt x="830162" y="68381"/>
                </a:cubicBezTo>
                <a:lnTo>
                  <a:pt x="863173" y="68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45BFA-F079-4202-8439-B01FC307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606" y="3061400"/>
            <a:ext cx="442666" cy="442667"/>
          </a:xfrm>
          <a:custGeom xmlns:a="http://schemas.openxmlformats.org/drawingml/2006/main">
            <a:pathLst>
              <a:path w="442666" h="442667">
                <a:moveTo>
                  <a:pt x="0" y="442667"/>
                </a:moveTo>
                <a:lnTo>
                  <a:pt x="442666" y="442667"/>
                </a:lnTo>
                <a:lnTo>
                  <a:pt x="442666" y="0"/>
                </a:lnTo>
                <a:lnTo>
                  <a:pt x="0" y="0"/>
                </a:lnTo>
                <a:lnTo>
                  <a:pt x="0" y="4426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552918189401e"/>
          <a:stretch xmlns:a="http://schemas.openxmlformats.org/drawingml/2006/main"/>
        </p:blipFill>
        <p:spPr>
          <a:xfrm xmlns:a="http://schemas.openxmlformats.org/drawingml/2006/main">
            <a:off x="2330606" y="3061400"/>
            <a:ext cx="442667" cy="442667"/>
          </a:xfrm>
          <a:prstGeom xmlns:a="http://schemas.openxmlformats.org/drawingml/2006/main" prst="rect">
            <a:avLst/>
          </a:prstGeom>
        </p:spPr>
      </p:pic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05ECE-E3C8-4E8E-AF96-63293772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577" y="3589649"/>
            <a:ext cx="122444" cy="543"/>
          </a:xfrm>
          <a:custGeom xmlns:a="http://schemas.openxmlformats.org/drawingml/2006/main">
            <a:pathLst>
              <a:path w="122444" h="543" fill="none">
                <a:moveTo>
                  <a:pt x="0" y="543"/>
                </a:moveTo>
                <a:lnTo>
                  <a:pt x="1224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1303E-38E4-46C3-9B5E-049B9979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418" y="3542843"/>
            <a:ext cx="94040" cy="93897"/>
          </a:xfrm>
          <a:custGeom xmlns:a="http://schemas.openxmlformats.org/drawingml/2006/main">
            <a:pathLst>
              <a:path w="94040" h="93897">
                <a:moveTo>
                  <a:pt x="94040" y="46520"/>
                </a:moveTo>
                <a:lnTo>
                  <a:pt x="400" y="93897"/>
                </a:lnTo>
                <a:lnTo>
                  <a:pt x="23603" y="46806"/>
                </a:lnTo>
                <a:lnTo>
                  <a:pt x="0" y="0"/>
                </a:lnTo>
                <a:lnTo>
                  <a:pt x="94040" y="465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99B3B-5A4F-43FD-B863-09C22890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418" y="3542843"/>
            <a:ext cx="94040" cy="93897"/>
          </a:xfrm>
          <a:custGeom xmlns:a="http://schemas.openxmlformats.org/drawingml/2006/main">
            <a:pathLst>
              <a:path w="94040" h="93897" fill="none">
                <a:moveTo>
                  <a:pt x="94040" y="46520"/>
                </a:moveTo>
                <a:lnTo>
                  <a:pt x="400" y="93897"/>
                </a:lnTo>
                <a:lnTo>
                  <a:pt x="23603" y="46806"/>
                </a:lnTo>
                <a:lnTo>
                  <a:pt x="0" y="0"/>
                </a:lnTo>
                <a:lnTo>
                  <a:pt x="94040" y="465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FA59C-3C92-4BA2-A28D-8031A0F8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044" y="4056593"/>
            <a:ext cx="2657" cy="139903"/>
          </a:xfrm>
          <a:custGeom xmlns:a="http://schemas.openxmlformats.org/drawingml/2006/main">
            <a:pathLst>
              <a:path w="2657" h="139903" fill="none">
                <a:moveTo>
                  <a:pt x="2657" y="0"/>
                </a:moveTo>
                <a:lnTo>
                  <a:pt x="0" y="139903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4275B-8247-4FD3-95D7-EA4036EE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638" y="4172236"/>
            <a:ext cx="93869" cy="94698"/>
          </a:xfrm>
          <a:custGeom xmlns:a="http://schemas.openxmlformats.org/drawingml/2006/main">
            <a:pathLst>
              <a:path w="93869" h="94698">
                <a:moveTo>
                  <a:pt x="45063" y="94698"/>
                </a:moveTo>
                <a:lnTo>
                  <a:pt x="0" y="0"/>
                </a:lnTo>
                <a:lnTo>
                  <a:pt x="46406" y="24260"/>
                </a:lnTo>
                <a:lnTo>
                  <a:pt x="93869" y="1743"/>
                </a:lnTo>
                <a:lnTo>
                  <a:pt x="45063" y="946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B26C2-6EDF-4AD6-8EBE-823D9013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638" y="4172236"/>
            <a:ext cx="93869" cy="94698"/>
          </a:xfrm>
          <a:custGeom xmlns:a="http://schemas.openxmlformats.org/drawingml/2006/main">
            <a:pathLst>
              <a:path w="93869" h="94698" fill="none">
                <a:moveTo>
                  <a:pt x="45063" y="94698"/>
                </a:moveTo>
                <a:lnTo>
                  <a:pt x="0" y="0"/>
                </a:lnTo>
                <a:lnTo>
                  <a:pt x="46406" y="24260"/>
                </a:lnTo>
                <a:lnTo>
                  <a:pt x="93869" y="1743"/>
                </a:lnTo>
                <a:lnTo>
                  <a:pt x="45063" y="946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E815F-A53D-4698-BC15-9B41DD63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073" y="1610916"/>
            <a:ext cx="831704" cy="922772"/>
          </a:xfrm>
          <a:custGeom xmlns:a="http://schemas.openxmlformats.org/drawingml/2006/main">
            <a:pathLst>
              <a:path w="831704" h="922772">
                <a:moveTo>
                  <a:pt x="0" y="143132"/>
                </a:moveTo>
                <a:cubicBezTo>
                  <a:pt x="0" y="0"/>
                  <a:pt x="831704" y="0"/>
                  <a:pt x="831704" y="143132"/>
                </a:cubicBezTo>
                <a:lnTo>
                  <a:pt x="831704" y="779640"/>
                </a:lnTo>
                <a:cubicBezTo>
                  <a:pt x="831704" y="922772"/>
                  <a:pt x="0" y="922772"/>
                  <a:pt x="0" y="779640"/>
                </a:cubicBezTo>
                <a:lnTo>
                  <a:pt x="0" y="1431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405EC-2312-4D4E-89D2-2743CD99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073" y="1610916"/>
            <a:ext cx="831704" cy="922772"/>
          </a:xfrm>
          <a:custGeom xmlns:a="http://schemas.openxmlformats.org/drawingml/2006/main">
            <a:pathLst>
              <a:path w="831704" h="922772" fill="none">
                <a:moveTo>
                  <a:pt x="0" y="143132"/>
                </a:moveTo>
                <a:cubicBezTo>
                  <a:pt x="0" y="0"/>
                  <a:pt x="831704" y="0"/>
                  <a:pt x="831704" y="143132"/>
                </a:cubicBezTo>
                <a:lnTo>
                  <a:pt x="831704" y="779640"/>
                </a:lnTo>
                <a:cubicBezTo>
                  <a:pt x="831704" y="922772"/>
                  <a:pt x="0" y="922772"/>
                  <a:pt x="0" y="779640"/>
                </a:cubicBezTo>
                <a:lnTo>
                  <a:pt x="0" y="1431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9D6BA-EB37-4127-B185-D30D4562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073" y="1754048"/>
            <a:ext cx="831704" cy="214627"/>
          </a:xfrm>
          <a:custGeom xmlns:a="http://schemas.openxmlformats.org/drawingml/2006/main">
            <a:pathLst>
              <a:path w="831704" h="214627" fill="none">
                <a:moveTo>
                  <a:pt x="0" y="0"/>
                </a:moveTo>
                <a:cubicBezTo>
                  <a:pt x="0" y="107328"/>
                  <a:pt x="831704" y="107328"/>
                  <a:pt x="831704" y="0"/>
                </a:cubicBezTo>
                <a:moveTo>
                  <a:pt x="0" y="53664"/>
                </a:moveTo>
                <a:cubicBezTo>
                  <a:pt x="0" y="160992"/>
                  <a:pt x="831704" y="160992"/>
                  <a:pt x="831704" y="53664"/>
                </a:cubicBezTo>
                <a:moveTo>
                  <a:pt x="0" y="107328"/>
                </a:moveTo>
                <a:cubicBezTo>
                  <a:pt x="0" y="214627"/>
                  <a:pt x="831704" y="214627"/>
                  <a:pt x="831704" y="1073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03" name="Text AllPRs">
            <a:extLst xmlns:a="http://schemas.openxmlformats.org/drawingml/2006/main">
              <a:ext uri="{FF2B5EF4-FFF2-40B4-BE49-F238E27FC236}">
                <a16:creationId xmlns:a16="http://schemas.microsoft.com/office/drawing/2014/main" id="{7A2BB411-AD2B-4272-9CB6-7ED18AC5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192" y="2134484"/>
            <a:ext cx="521607" cy="117112"/>
          </a:xfrm>
          <a:custGeom xmlns:a="http://schemas.openxmlformats.org/drawingml/2006/main">
            <a:pathLst>
              <a:path w="521607" h="117112">
                <a:moveTo>
                  <a:pt x="0" y="115225"/>
                </a:moveTo>
                <a:lnTo>
                  <a:pt x="44251" y="0"/>
                </a:lnTo>
                <a:lnTo>
                  <a:pt x="60678" y="0"/>
                </a:lnTo>
                <a:lnTo>
                  <a:pt x="107837" y="115225"/>
                </a:lnTo>
                <a:lnTo>
                  <a:pt x="90467" y="115225"/>
                </a:lnTo>
                <a:lnTo>
                  <a:pt x="77027" y="80485"/>
                </a:lnTo>
                <a:lnTo>
                  <a:pt x="28846" y="80485"/>
                </a:lnTo>
                <a:lnTo>
                  <a:pt x="16191" y="115225"/>
                </a:lnTo>
                <a:lnTo>
                  <a:pt x="0" y="115225"/>
                </a:lnTo>
                <a:moveTo>
                  <a:pt x="33247" y="67909"/>
                </a:moveTo>
                <a:lnTo>
                  <a:pt x="72311" y="67909"/>
                </a:lnTo>
                <a:lnTo>
                  <a:pt x="60285" y="35998"/>
                </a:lnTo>
                <a:cubicBezTo>
                  <a:pt x="56617" y="26304"/>
                  <a:pt x="53892" y="18340"/>
                  <a:pt x="52111" y="12104"/>
                </a:cubicBezTo>
                <a:cubicBezTo>
                  <a:pt x="50644" y="19492"/>
                  <a:pt x="48574" y="26828"/>
                  <a:pt x="45902" y="34112"/>
                </a:cubicBezTo>
                <a:lnTo>
                  <a:pt x="33247" y="67909"/>
                </a:lnTo>
                <a:close/>
                <a:moveTo>
                  <a:pt x="117820" y="115225"/>
                </a:moveTo>
                <a:lnTo>
                  <a:pt x="117820" y="0"/>
                </a:lnTo>
                <a:lnTo>
                  <a:pt x="131968" y="0"/>
                </a:lnTo>
                <a:lnTo>
                  <a:pt x="131968" y="115225"/>
                </a:lnTo>
                <a:lnTo>
                  <a:pt x="117820" y="115225"/>
                </a:lnTo>
                <a:close/>
                <a:moveTo>
                  <a:pt x="153556" y="115225"/>
                </a:moveTo>
                <a:lnTo>
                  <a:pt x="153556" y="0"/>
                </a:lnTo>
                <a:lnTo>
                  <a:pt x="167704" y="0"/>
                </a:lnTo>
                <a:lnTo>
                  <a:pt x="167704" y="115225"/>
                </a:lnTo>
                <a:lnTo>
                  <a:pt x="153556" y="115225"/>
                </a:lnTo>
                <a:close/>
                <a:moveTo>
                  <a:pt x="236163" y="115225"/>
                </a:moveTo>
                <a:lnTo>
                  <a:pt x="236163" y="0"/>
                </a:lnTo>
                <a:lnTo>
                  <a:pt x="279628" y="0"/>
                </a:lnTo>
                <a:cubicBezTo>
                  <a:pt x="287278" y="0"/>
                  <a:pt x="293121" y="366"/>
                  <a:pt x="297155" y="1098"/>
                </a:cubicBezTo>
                <a:cubicBezTo>
                  <a:pt x="302814" y="2041"/>
                  <a:pt x="307557" y="3834"/>
                  <a:pt x="311382" y="6477"/>
                </a:cubicBezTo>
                <a:cubicBezTo>
                  <a:pt x="315207" y="9120"/>
                  <a:pt x="318285" y="12823"/>
                  <a:pt x="320617" y="17586"/>
                </a:cubicBezTo>
                <a:cubicBezTo>
                  <a:pt x="322949" y="22348"/>
                  <a:pt x="324115" y="27582"/>
                  <a:pt x="324115" y="33286"/>
                </a:cubicBezTo>
                <a:cubicBezTo>
                  <a:pt x="324115" y="43075"/>
                  <a:pt x="320997" y="51358"/>
                  <a:pt x="314761" y="58136"/>
                </a:cubicBezTo>
                <a:cubicBezTo>
                  <a:pt x="308526" y="64913"/>
                  <a:pt x="297260" y="68302"/>
                  <a:pt x="280964" y="68302"/>
                </a:cubicBezTo>
                <a:lnTo>
                  <a:pt x="251411" y="68302"/>
                </a:lnTo>
                <a:lnTo>
                  <a:pt x="251411" y="115225"/>
                </a:lnTo>
                <a:lnTo>
                  <a:pt x="236163" y="115225"/>
                </a:lnTo>
                <a:moveTo>
                  <a:pt x="251411" y="54705"/>
                </a:moveTo>
                <a:lnTo>
                  <a:pt x="281200" y="54705"/>
                </a:lnTo>
                <a:cubicBezTo>
                  <a:pt x="291051" y="54705"/>
                  <a:pt x="298046" y="52875"/>
                  <a:pt x="302186" y="49215"/>
                </a:cubicBezTo>
                <a:cubicBezTo>
                  <a:pt x="306325" y="45554"/>
                  <a:pt x="308395" y="40401"/>
                  <a:pt x="308395" y="33758"/>
                </a:cubicBezTo>
                <a:cubicBezTo>
                  <a:pt x="308395" y="28947"/>
                  <a:pt x="307177" y="24829"/>
                  <a:pt x="304740" y="21403"/>
                </a:cubicBezTo>
                <a:cubicBezTo>
                  <a:pt x="302304" y="17978"/>
                  <a:pt x="299094" y="15716"/>
                  <a:pt x="295112" y="14617"/>
                </a:cubicBezTo>
                <a:cubicBezTo>
                  <a:pt x="292544" y="13937"/>
                  <a:pt x="287802" y="13598"/>
                  <a:pt x="280885" y="13598"/>
                </a:cubicBezTo>
                <a:lnTo>
                  <a:pt x="251411" y="13598"/>
                </a:lnTo>
                <a:lnTo>
                  <a:pt x="251411" y="54705"/>
                </a:lnTo>
                <a:close/>
                <a:moveTo>
                  <a:pt x="343766" y="115225"/>
                </a:moveTo>
                <a:lnTo>
                  <a:pt x="343766" y="0"/>
                </a:lnTo>
                <a:lnTo>
                  <a:pt x="394855" y="0"/>
                </a:lnTo>
                <a:cubicBezTo>
                  <a:pt x="405125" y="0"/>
                  <a:pt x="412933" y="1034"/>
                  <a:pt x="418277" y="3102"/>
                </a:cubicBezTo>
                <a:cubicBezTo>
                  <a:pt x="423622" y="5169"/>
                  <a:pt x="427893" y="8819"/>
                  <a:pt x="431089" y="14052"/>
                </a:cubicBezTo>
                <a:cubicBezTo>
                  <a:pt x="434285" y="19285"/>
                  <a:pt x="435884" y="25068"/>
                  <a:pt x="435884" y="31400"/>
                </a:cubicBezTo>
                <a:cubicBezTo>
                  <a:pt x="435884" y="39565"/>
                  <a:pt x="433237" y="46447"/>
                  <a:pt x="427945" y="52047"/>
                </a:cubicBezTo>
                <a:cubicBezTo>
                  <a:pt x="422653" y="57645"/>
                  <a:pt x="414479" y="61204"/>
                  <a:pt x="403422" y="62722"/>
                </a:cubicBezTo>
                <a:cubicBezTo>
                  <a:pt x="407457" y="64664"/>
                  <a:pt x="410522" y="66580"/>
                  <a:pt x="412618" y="68469"/>
                </a:cubicBezTo>
                <a:cubicBezTo>
                  <a:pt x="417072" y="72561"/>
                  <a:pt x="421290" y="77677"/>
                  <a:pt x="425273" y="83818"/>
                </a:cubicBezTo>
                <a:lnTo>
                  <a:pt x="445315" y="115225"/>
                </a:lnTo>
                <a:lnTo>
                  <a:pt x="426137" y="115225"/>
                </a:lnTo>
                <a:lnTo>
                  <a:pt x="410889" y="91216"/>
                </a:lnTo>
                <a:cubicBezTo>
                  <a:pt x="406435" y="84290"/>
                  <a:pt x="402767" y="78990"/>
                  <a:pt x="399885" y="75317"/>
                </a:cubicBezTo>
                <a:cubicBezTo>
                  <a:pt x="397003" y="71643"/>
                  <a:pt x="394423" y="69071"/>
                  <a:pt x="392143" y="67602"/>
                </a:cubicBezTo>
                <a:cubicBezTo>
                  <a:pt x="389864" y="66132"/>
                  <a:pt x="387545" y="65107"/>
                  <a:pt x="385188" y="64529"/>
                </a:cubicBezTo>
                <a:cubicBezTo>
                  <a:pt x="383458" y="64163"/>
                  <a:pt x="380629" y="63979"/>
                  <a:pt x="376699" y="63979"/>
                </a:cubicBezTo>
                <a:lnTo>
                  <a:pt x="359014" y="63979"/>
                </a:lnTo>
                <a:lnTo>
                  <a:pt x="359014" y="115225"/>
                </a:lnTo>
                <a:lnTo>
                  <a:pt x="343766" y="115225"/>
                </a:lnTo>
                <a:moveTo>
                  <a:pt x="359014" y="50775"/>
                </a:moveTo>
                <a:lnTo>
                  <a:pt x="391790" y="50775"/>
                </a:lnTo>
                <a:cubicBezTo>
                  <a:pt x="398759" y="50775"/>
                  <a:pt x="404208" y="50056"/>
                  <a:pt x="408138" y="48618"/>
                </a:cubicBezTo>
                <a:cubicBezTo>
                  <a:pt x="412068" y="47180"/>
                  <a:pt x="415055" y="44880"/>
                  <a:pt x="417099" y="41716"/>
                </a:cubicBezTo>
                <a:cubicBezTo>
                  <a:pt x="419142" y="38553"/>
                  <a:pt x="420164" y="35114"/>
                  <a:pt x="420164" y="31400"/>
                </a:cubicBezTo>
                <a:cubicBezTo>
                  <a:pt x="420164" y="25962"/>
                  <a:pt x="418186" y="21492"/>
                  <a:pt x="414230" y="17989"/>
                </a:cubicBezTo>
                <a:cubicBezTo>
                  <a:pt x="410274" y="14485"/>
                  <a:pt x="404025" y="12733"/>
                  <a:pt x="395484" y="12733"/>
                </a:cubicBezTo>
                <a:lnTo>
                  <a:pt x="359014" y="12733"/>
                </a:lnTo>
                <a:lnTo>
                  <a:pt x="359014" y="50775"/>
                </a:lnTo>
                <a:close/>
                <a:moveTo>
                  <a:pt x="452283" y="90231"/>
                </a:moveTo>
                <a:lnTo>
                  <a:pt x="466274" y="88030"/>
                </a:lnTo>
                <a:cubicBezTo>
                  <a:pt x="467060" y="93613"/>
                  <a:pt x="469248" y="97890"/>
                  <a:pt x="472837" y="100864"/>
                </a:cubicBezTo>
                <a:cubicBezTo>
                  <a:pt x="476426" y="103836"/>
                  <a:pt x="481443" y="105322"/>
                  <a:pt x="487889" y="105322"/>
                </a:cubicBezTo>
                <a:cubicBezTo>
                  <a:pt x="494386" y="105322"/>
                  <a:pt x="499207" y="104010"/>
                  <a:pt x="502351" y="101385"/>
                </a:cubicBezTo>
                <a:cubicBezTo>
                  <a:pt x="505495" y="98758"/>
                  <a:pt x="507067" y="95678"/>
                  <a:pt x="507067" y="92145"/>
                </a:cubicBezTo>
                <a:cubicBezTo>
                  <a:pt x="507067" y="88973"/>
                  <a:pt x="505678" y="86477"/>
                  <a:pt x="502901" y="84658"/>
                </a:cubicBezTo>
                <a:cubicBezTo>
                  <a:pt x="500962" y="83410"/>
                  <a:pt x="496141" y="81824"/>
                  <a:pt x="488439" y="79900"/>
                </a:cubicBezTo>
                <a:cubicBezTo>
                  <a:pt x="478064" y="77279"/>
                  <a:pt x="470872" y="75011"/>
                  <a:pt x="466863" y="73097"/>
                </a:cubicBezTo>
                <a:cubicBezTo>
                  <a:pt x="462855" y="71182"/>
                  <a:pt x="459816" y="68534"/>
                  <a:pt x="457746" y="65151"/>
                </a:cubicBezTo>
                <a:cubicBezTo>
                  <a:pt x="455676" y="61768"/>
                  <a:pt x="454641" y="58031"/>
                  <a:pt x="454641" y="53941"/>
                </a:cubicBezTo>
                <a:cubicBezTo>
                  <a:pt x="454641" y="50217"/>
                  <a:pt x="455493" y="46769"/>
                  <a:pt x="457196" y="43595"/>
                </a:cubicBezTo>
                <a:cubicBezTo>
                  <a:pt x="458899" y="40422"/>
                  <a:pt x="461217" y="37786"/>
                  <a:pt x="464152" y="35689"/>
                </a:cubicBezTo>
                <a:cubicBezTo>
                  <a:pt x="466353" y="34063"/>
                  <a:pt x="469352" y="32686"/>
                  <a:pt x="473151" y="31560"/>
                </a:cubicBezTo>
                <a:cubicBezTo>
                  <a:pt x="476950" y="30432"/>
                  <a:pt x="481024" y="29867"/>
                  <a:pt x="485373" y="29867"/>
                </a:cubicBezTo>
                <a:cubicBezTo>
                  <a:pt x="491923" y="29867"/>
                  <a:pt x="497674" y="30817"/>
                  <a:pt x="502626" y="32717"/>
                </a:cubicBezTo>
                <a:cubicBezTo>
                  <a:pt x="507577" y="34614"/>
                  <a:pt x="511232" y="37186"/>
                  <a:pt x="513590" y="40432"/>
                </a:cubicBezTo>
                <a:cubicBezTo>
                  <a:pt x="515948" y="43675"/>
                  <a:pt x="517573" y="48014"/>
                  <a:pt x="518463" y="53447"/>
                </a:cubicBezTo>
                <a:lnTo>
                  <a:pt x="504630" y="55333"/>
                </a:lnTo>
                <a:cubicBezTo>
                  <a:pt x="504001" y="51037"/>
                  <a:pt x="502180" y="47683"/>
                  <a:pt x="499167" y="45273"/>
                </a:cubicBezTo>
                <a:cubicBezTo>
                  <a:pt x="496154" y="42862"/>
                  <a:pt x="491897" y="41657"/>
                  <a:pt x="486395" y="41657"/>
                </a:cubicBezTo>
                <a:cubicBezTo>
                  <a:pt x="479898" y="41657"/>
                  <a:pt x="475260" y="42726"/>
                  <a:pt x="472483" y="44865"/>
                </a:cubicBezTo>
                <a:cubicBezTo>
                  <a:pt x="469706" y="47002"/>
                  <a:pt x="468317" y="49505"/>
                  <a:pt x="468317" y="52374"/>
                </a:cubicBezTo>
                <a:cubicBezTo>
                  <a:pt x="468317" y="54198"/>
                  <a:pt x="468894" y="55840"/>
                  <a:pt x="470047" y="57301"/>
                </a:cubicBezTo>
                <a:cubicBezTo>
                  <a:pt x="471199" y="58812"/>
                  <a:pt x="473007" y="60063"/>
                  <a:pt x="475470" y="61054"/>
                </a:cubicBezTo>
                <a:cubicBezTo>
                  <a:pt x="476885" y="61576"/>
                  <a:pt x="481050" y="62776"/>
                  <a:pt x="487967" y="64652"/>
                </a:cubicBezTo>
                <a:cubicBezTo>
                  <a:pt x="497975" y="67323"/>
                  <a:pt x="504957" y="69509"/>
                  <a:pt x="508914" y="71210"/>
                </a:cubicBezTo>
                <a:cubicBezTo>
                  <a:pt x="512870" y="72912"/>
                  <a:pt x="515974" y="75386"/>
                  <a:pt x="518228" y="78633"/>
                </a:cubicBezTo>
                <a:cubicBezTo>
                  <a:pt x="520481" y="81878"/>
                  <a:pt x="521607" y="85909"/>
                  <a:pt x="521607" y="90725"/>
                </a:cubicBezTo>
                <a:cubicBezTo>
                  <a:pt x="521607" y="95437"/>
                  <a:pt x="520232" y="99875"/>
                  <a:pt x="517481" y="104037"/>
                </a:cubicBezTo>
                <a:cubicBezTo>
                  <a:pt x="514730" y="108198"/>
                  <a:pt x="510761" y="111418"/>
                  <a:pt x="505573" y="113695"/>
                </a:cubicBezTo>
                <a:cubicBezTo>
                  <a:pt x="500386" y="115973"/>
                  <a:pt x="494517" y="117112"/>
                  <a:pt x="487967" y="117112"/>
                </a:cubicBezTo>
                <a:cubicBezTo>
                  <a:pt x="477121" y="117112"/>
                  <a:pt x="468855" y="114852"/>
                  <a:pt x="463169" y="110333"/>
                </a:cubicBezTo>
                <a:cubicBezTo>
                  <a:pt x="457484" y="105813"/>
                  <a:pt x="453855" y="99113"/>
                  <a:pt x="452283" y="902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C347A-7499-40FA-92CA-D765B9D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486" y="487489"/>
            <a:ext cx="2032254" cy="318583"/>
          </a:xfrm>
          <a:custGeom xmlns:a="http://schemas.openxmlformats.org/drawingml/2006/main">
            <a:pathLst>
              <a:path w="2032254" h="318583">
                <a:moveTo>
                  <a:pt x="0" y="0"/>
                </a:moveTo>
                <a:lnTo>
                  <a:pt x="1831029" y="0"/>
                </a:lnTo>
                <a:lnTo>
                  <a:pt x="2032254" y="201225"/>
                </a:lnTo>
                <a:lnTo>
                  <a:pt x="2032254" y="318583"/>
                </a:lnTo>
                <a:lnTo>
                  <a:pt x="0" y="31858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D977A-3235-4F5F-AF9C-4E61E667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486" y="487489"/>
            <a:ext cx="2032254" cy="318583"/>
          </a:xfrm>
          <a:custGeom xmlns:a="http://schemas.openxmlformats.org/drawingml/2006/main">
            <a:pathLst>
              <a:path w="2032254" h="318583" fill="none">
                <a:moveTo>
                  <a:pt x="0" y="0"/>
                </a:moveTo>
                <a:lnTo>
                  <a:pt x="1831029" y="0"/>
                </a:lnTo>
                <a:lnTo>
                  <a:pt x="2032254" y="201225"/>
                </a:lnTo>
                <a:lnTo>
                  <a:pt x="2032254" y="318583"/>
                </a:lnTo>
                <a:lnTo>
                  <a:pt x="0" y="3185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DA75B-041C-412C-808F-CDDA64E4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515" y="487489"/>
            <a:ext cx="201225" cy="201225"/>
          </a:xfrm>
          <a:custGeom xmlns:a="http://schemas.openxmlformats.org/drawingml/2006/main">
            <a:pathLst>
              <a:path w="201225" h="201225">
                <a:moveTo>
                  <a:pt x="0" y="0"/>
                </a:moveTo>
                <a:lnTo>
                  <a:pt x="0" y="201225"/>
                </a:lnTo>
                <a:lnTo>
                  <a:pt x="201225" y="2012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60F8E-9BE7-4861-B80B-F217F7D6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515" y="487489"/>
            <a:ext cx="201225" cy="201225"/>
          </a:xfrm>
          <a:custGeom xmlns:a="http://schemas.openxmlformats.org/drawingml/2006/main">
            <a:pathLst>
              <a:path w="201225" h="201225" fill="none">
                <a:moveTo>
                  <a:pt x="0" y="0"/>
                </a:moveTo>
                <a:lnTo>
                  <a:pt x="0" y="201225"/>
                </a:lnTo>
                <a:lnTo>
                  <a:pt x="201225" y="201225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08" name="Text SpringFramework">
            <a:extLst xmlns:a="http://schemas.openxmlformats.org/drawingml/2006/main">
              <a:ext uri="{FF2B5EF4-FFF2-40B4-BE49-F238E27FC236}">
                <a16:creationId xmlns:a16="http://schemas.microsoft.com/office/drawing/2014/main" id="{ED3624ED-7461-4F80-98A7-02BC73C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621" y="576390"/>
            <a:ext cx="1306942" cy="151224"/>
          </a:xfrm>
          <a:custGeom xmlns:a="http://schemas.openxmlformats.org/drawingml/2006/main">
            <a:pathLst>
              <a:path w="1306942" h="151224">
                <a:moveTo>
                  <a:pt x="0" y="80171"/>
                </a:moveTo>
                <a:lnTo>
                  <a:pt x="14384" y="78913"/>
                </a:lnTo>
                <a:cubicBezTo>
                  <a:pt x="15065" y="84677"/>
                  <a:pt x="16650" y="89406"/>
                  <a:pt x="19139" y="93100"/>
                </a:cubicBezTo>
                <a:cubicBezTo>
                  <a:pt x="21628" y="96794"/>
                  <a:pt x="25492" y="99781"/>
                  <a:pt x="30732" y="102060"/>
                </a:cubicBezTo>
                <a:cubicBezTo>
                  <a:pt x="35972" y="104340"/>
                  <a:pt x="41867" y="105479"/>
                  <a:pt x="48417" y="105479"/>
                </a:cubicBezTo>
                <a:cubicBezTo>
                  <a:pt x="54233" y="105479"/>
                  <a:pt x="59368" y="104615"/>
                  <a:pt x="63822" y="102885"/>
                </a:cubicBezTo>
                <a:cubicBezTo>
                  <a:pt x="68276" y="101156"/>
                  <a:pt x="71590" y="98785"/>
                  <a:pt x="73765" y="95772"/>
                </a:cubicBezTo>
                <a:cubicBezTo>
                  <a:pt x="75939" y="92759"/>
                  <a:pt x="77027" y="89471"/>
                  <a:pt x="77027" y="85908"/>
                </a:cubicBezTo>
                <a:cubicBezTo>
                  <a:pt x="77027" y="82293"/>
                  <a:pt x="75979" y="79136"/>
                  <a:pt x="73883" y="76437"/>
                </a:cubicBezTo>
                <a:cubicBezTo>
                  <a:pt x="71787" y="73739"/>
                  <a:pt x="68328" y="71472"/>
                  <a:pt x="63508" y="69638"/>
                </a:cubicBezTo>
                <a:cubicBezTo>
                  <a:pt x="60416" y="68433"/>
                  <a:pt x="53578" y="66560"/>
                  <a:pt x="42993" y="64019"/>
                </a:cubicBezTo>
                <a:cubicBezTo>
                  <a:pt x="32409" y="61477"/>
                  <a:pt x="24994" y="59080"/>
                  <a:pt x="20750" y="56827"/>
                </a:cubicBezTo>
                <a:cubicBezTo>
                  <a:pt x="15248" y="53945"/>
                  <a:pt x="11148" y="50369"/>
                  <a:pt x="8449" y="46098"/>
                </a:cubicBezTo>
                <a:cubicBezTo>
                  <a:pt x="5751" y="41828"/>
                  <a:pt x="4402" y="37046"/>
                  <a:pt x="4402" y="31754"/>
                </a:cubicBezTo>
                <a:cubicBezTo>
                  <a:pt x="4402" y="25938"/>
                  <a:pt x="6052" y="20501"/>
                  <a:pt x="9353" y="15445"/>
                </a:cubicBezTo>
                <a:cubicBezTo>
                  <a:pt x="12654" y="10388"/>
                  <a:pt x="17475" y="6550"/>
                  <a:pt x="23815" y="3930"/>
                </a:cubicBezTo>
                <a:cubicBezTo>
                  <a:pt x="30156" y="1310"/>
                  <a:pt x="37203" y="0"/>
                  <a:pt x="44958" y="0"/>
                </a:cubicBezTo>
                <a:cubicBezTo>
                  <a:pt x="53499" y="0"/>
                  <a:pt x="61032" y="1375"/>
                  <a:pt x="67555" y="4126"/>
                </a:cubicBezTo>
                <a:cubicBezTo>
                  <a:pt x="74079" y="6877"/>
                  <a:pt x="79096" y="10925"/>
                  <a:pt x="82607" y="16270"/>
                </a:cubicBezTo>
                <a:cubicBezTo>
                  <a:pt x="86118" y="21615"/>
                  <a:pt x="88004" y="27667"/>
                  <a:pt x="88266" y="34426"/>
                </a:cubicBezTo>
                <a:lnTo>
                  <a:pt x="73647" y="35527"/>
                </a:lnTo>
                <a:cubicBezTo>
                  <a:pt x="72861" y="28217"/>
                  <a:pt x="70202" y="22695"/>
                  <a:pt x="65669" y="18962"/>
                </a:cubicBezTo>
                <a:cubicBezTo>
                  <a:pt x="61137" y="15228"/>
                  <a:pt x="54443" y="13362"/>
                  <a:pt x="45587" y="13362"/>
                </a:cubicBezTo>
                <a:cubicBezTo>
                  <a:pt x="36365" y="13362"/>
                  <a:pt x="29645" y="15053"/>
                  <a:pt x="25427" y="18436"/>
                </a:cubicBezTo>
                <a:cubicBezTo>
                  <a:pt x="21209" y="21818"/>
                  <a:pt x="19099" y="25894"/>
                  <a:pt x="19099" y="30666"/>
                </a:cubicBezTo>
                <a:cubicBezTo>
                  <a:pt x="19099" y="34809"/>
                  <a:pt x="20593" y="38217"/>
                  <a:pt x="23580" y="40891"/>
                </a:cubicBezTo>
                <a:cubicBezTo>
                  <a:pt x="26514" y="43567"/>
                  <a:pt x="34177" y="46307"/>
                  <a:pt x="46570" y="49112"/>
                </a:cubicBezTo>
                <a:cubicBezTo>
                  <a:pt x="58962" y="51917"/>
                  <a:pt x="67464" y="54368"/>
                  <a:pt x="72075" y="56466"/>
                </a:cubicBezTo>
                <a:cubicBezTo>
                  <a:pt x="78782" y="59559"/>
                  <a:pt x="83734" y="63479"/>
                  <a:pt x="86930" y="68226"/>
                </a:cubicBezTo>
                <a:cubicBezTo>
                  <a:pt x="90126" y="72971"/>
                  <a:pt x="91725" y="78438"/>
                  <a:pt x="91725" y="84626"/>
                </a:cubicBezTo>
                <a:cubicBezTo>
                  <a:pt x="91725" y="90760"/>
                  <a:pt x="89969" y="96541"/>
                  <a:pt x="86458" y="101969"/>
                </a:cubicBezTo>
                <a:cubicBezTo>
                  <a:pt x="82948" y="107396"/>
                  <a:pt x="77904" y="111617"/>
                  <a:pt x="71328" y="114634"/>
                </a:cubicBezTo>
                <a:cubicBezTo>
                  <a:pt x="64752" y="117648"/>
                  <a:pt x="57351" y="119155"/>
                  <a:pt x="49124" y="119155"/>
                </a:cubicBezTo>
                <a:cubicBezTo>
                  <a:pt x="38697" y="119155"/>
                  <a:pt x="29959" y="117636"/>
                  <a:pt x="22911" y="114597"/>
                </a:cubicBezTo>
                <a:cubicBezTo>
                  <a:pt x="15864" y="111558"/>
                  <a:pt x="10336" y="106986"/>
                  <a:pt x="6327" y="100881"/>
                </a:cubicBezTo>
                <a:cubicBezTo>
                  <a:pt x="2319" y="94777"/>
                  <a:pt x="210" y="87873"/>
                  <a:pt x="0" y="80171"/>
                </a:cubicBezTo>
                <a:close/>
                <a:moveTo>
                  <a:pt x="110747" y="149337"/>
                </a:moveTo>
                <a:lnTo>
                  <a:pt x="110747" y="33797"/>
                </a:lnTo>
                <a:lnTo>
                  <a:pt x="123637" y="33797"/>
                </a:lnTo>
                <a:lnTo>
                  <a:pt x="123637" y="44565"/>
                </a:lnTo>
                <a:cubicBezTo>
                  <a:pt x="126676" y="40347"/>
                  <a:pt x="130108" y="37184"/>
                  <a:pt x="133933" y="35075"/>
                </a:cubicBezTo>
                <a:cubicBezTo>
                  <a:pt x="137758" y="32966"/>
                  <a:pt x="142396" y="31911"/>
                  <a:pt x="147845" y="31911"/>
                </a:cubicBezTo>
                <a:cubicBezTo>
                  <a:pt x="154971" y="31911"/>
                  <a:pt x="161259" y="33745"/>
                  <a:pt x="166709" y="37413"/>
                </a:cubicBezTo>
                <a:cubicBezTo>
                  <a:pt x="172158" y="41081"/>
                  <a:pt x="176272" y="46255"/>
                  <a:pt x="179049" y="52936"/>
                </a:cubicBezTo>
                <a:cubicBezTo>
                  <a:pt x="181826" y="59617"/>
                  <a:pt x="183214" y="66940"/>
                  <a:pt x="183214" y="74904"/>
                </a:cubicBezTo>
                <a:cubicBezTo>
                  <a:pt x="183214" y="83445"/>
                  <a:pt x="181682" y="91135"/>
                  <a:pt x="178616" y="97973"/>
                </a:cubicBezTo>
                <a:cubicBezTo>
                  <a:pt x="175551" y="104811"/>
                  <a:pt x="171097" y="110051"/>
                  <a:pt x="165255" y="113693"/>
                </a:cubicBezTo>
                <a:cubicBezTo>
                  <a:pt x="159412" y="117335"/>
                  <a:pt x="153268" y="119155"/>
                  <a:pt x="146823" y="119155"/>
                </a:cubicBezTo>
                <a:cubicBezTo>
                  <a:pt x="142107" y="119155"/>
                  <a:pt x="137876" y="118147"/>
                  <a:pt x="134130" y="116129"/>
                </a:cubicBezTo>
                <a:cubicBezTo>
                  <a:pt x="130383" y="114110"/>
                  <a:pt x="127305" y="111561"/>
                  <a:pt x="124894" y="108481"/>
                </a:cubicBezTo>
                <a:lnTo>
                  <a:pt x="124894" y="149337"/>
                </a:lnTo>
                <a:lnTo>
                  <a:pt x="110747" y="149337"/>
                </a:lnTo>
                <a:moveTo>
                  <a:pt x="123558" y="75887"/>
                </a:moveTo>
                <a:cubicBezTo>
                  <a:pt x="123558" y="86616"/>
                  <a:pt x="125733" y="94544"/>
                  <a:pt x="130082" y="99673"/>
                </a:cubicBezTo>
                <a:cubicBezTo>
                  <a:pt x="134431" y="104801"/>
                  <a:pt x="139697" y="107366"/>
                  <a:pt x="145880" y="107366"/>
                </a:cubicBezTo>
                <a:cubicBezTo>
                  <a:pt x="152168" y="107366"/>
                  <a:pt x="157552" y="104710"/>
                  <a:pt x="162032" y="99398"/>
                </a:cubicBezTo>
                <a:cubicBezTo>
                  <a:pt x="166512" y="94086"/>
                  <a:pt x="168752" y="85856"/>
                  <a:pt x="168752" y="74708"/>
                </a:cubicBezTo>
                <a:cubicBezTo>
                  <a:pt x="168752" y="64084"/>
                  <a:pt x="166565" y="56129"/>
                  <a:pt x="162189" y="50843"/>
                </a:cubicBezTo>
                <a:cubicBezTo>
                  <a:pt x="157814" y="45558"/>
                  <a:pt x="152587" y="42915"/>
                  <a:pt x="146509" y="42915"/>
                </a:cubicBezTo>
                <a:cubicBezTo>
                  <a:pt x="140483" y="42915"/>
                  <a:pt x="135151" y="45728"/>
                  <a:pt x="130514" y="51354"/>
                </a:cubicBezTo>
                <a:cubicBezTo>
                  <a:pt x="125877" y="56981"/>
                  <a:pt x="123558" y="65158"/>
                  <a:pt x="123558" y="75887"/>
                </a:cubicBezTo>
                <a:close/>
                <a:moveTo>
                  <a:pt x="200089" y="117269"/>
                </a:moveTo>
                <a:lnTo>
                  <a:pt x="200089" y="33797"/>
                </a:lnTo>
                <a:lnTo>
                  <a:pt x="212822" y="33797"/>
                </a:lnTo>
                <a:lnTo>
                  <a:pt x="212822" y="46373"/>
                </a:lnTo>
                <a:cubicBezTo>
                  <a:pt x="216070" y="40485"/>
                  <a:pt x="219070" y="36602"/>
                  <a:pt x="221821" y="34726"/>
                </a:cubicBezTo>
                <a:cubicBezTo>
                  <a:pt x="224572" y="32849"/>
                  <a:pt x="227598" y="31911"/>
                  <a:pt x="230899" y="31911"/>
                </a:cubicBezTo>
                <a:cubicBezTo>
                  <a:pt x="235668" y="31911"/>
                  <a:pt x="240514" y="33424"/>
                  <a:pt x="245440" y="36450"/>
                </a:cubicBezTo>
                <a:lnTo>
                  <a:pt x="240567" y="49517"/>
                </a:lnTo>
                <a:cubicBezTo>
                  <a:pt x="237108" y="47474"/>
                  <a:pt x="233650" y="46452"/>
                  <a:pt x="230192" y="46452"/>
                </a:cubicBezTo>
                <a:cubicBezTo>
                  <a:pt x="227100" y="46452"/>
                  <a:pt x="224323" y="47383"/>
                  <a:pt x="221860" y="49247"/>
                </a:cubicBezTo>
                <a:cubicBezTo>
                  <a:pt x="219398" y="51109"/>
                  <a:pt x="217642" y="53692"/>
                  <a:pt x="216594" y="56996"/>
                </a:cubicBezTo>
                <a:cubicBezTo>
                  <a:pt x="215022" y="62031"/>
                  <a:pt x="214236" y="67539"/>
                  <a:pt x="214236" y="73519"/>
                </a:cubicBezTo>
                <a:lnTo>
                  <a:pt x="214236" y="117269"/>
                </a:lnTo>
                <a:lnTo>
                  <a:pt x="200089" y="117269"/>
                </a:lnTo>
                <a:close/>
                <a:moveTo>
                  <a:pt x="253927" y="18392"/>
                </a:moveTo>
                <a:lnTo>
                  <a:pt x="253927" y="2044"/>
                </a:lnTo>
                <a:lnTo>
                  <a:pt x="268075" y="2044"/>
                </a:lnTo>
                <a:lnTo>
                  <a:pt x="268075" y="18392"/>
                </a:lnTo>
                <a:lnTo>
                  <a:pt x="253927" y="18392"/>
                </a:lnTo>
                <a:moveTo>
                  <a:pt x="253927" y="117269"/>
                </a:moveTo>
                <a:lnTo>
                  <a:pt x="253927" y="33797"/>
                </a:lnTo>
                <a:lnTo>
                  <a:pt x="268075" y="33797"/>
                </a:lnTo>
                <a:lnTo>
                  <a:pt x="268075" y="117269"/>
                </a:lnTo>
                <a:lnTo>
                  <a:pt x="253927" y="117269"/>
                </a:lnTo>
                <a:close/>
                <a:moveTo>
                  <a:pt x="289584" y="117269"/>
                </a:moveTo>
                <a:lnTo>
                  <a:pt x="289584" y="33797"/>
                </a:lnTo>
                <a:lnTo>
                  <a:pt x="302317" y="33797"/>
                </a:lnTo>
                <a:lnTo>
                  <a:pt x="302317" y="45587"/>
                </a:lnTo>
                <a:cubicBezTo>
                  <a:pt x="308448" y="36470"/>
                  <a:pt x="317303" y="31911"/>
                  <a:pt x="328883" y="31911"/>
                </a:cubicBezTo>
                <a:cubicBezTo>
                  <a:pt x="333914" y="31911"/>
                  <a:pt x="338538" y="32815"/>
                  <a:pt x="342756" y="34623"/>
                </a:cubicBezTo>
                <a:cubicBezTo>
                  <a:pt x="346974" y="36430"/>
                  <a:pt x="350131" y="38801"/>
                  <a:pt x="352227" y="41736"/>
                </a:cubicBezTo>
                <a:cubicBezTo>
                  <a:pt x="354323" y="44670"/>
                  <a:pt x="355790" y="48155"/>
                  <a:pt x="356629" y="52189"/>
                </a:cubicBezTo>
                <a:cubicBezTo>
                  <a:pt x="357153" y="54809"/>
                  <a:pt x="357415" y="59394"/>
                  <a:pt x="357415" y="65944"/>
                </a:cubicBezTo>
                <a:lnTo>
                  <a:pt x="357415" y="117269"/>
                </a:lnTo>
                <a:lnTo>
                  <a:pt x="343267" y="117269"/>
                </a:lnTo>
                <a:lnTo>
                  <a:pt x="343267" y="66440"/>
                </a:lnTo>
                <a:cubicBezTo>
                  <a:pt x="343267" y="60670"/>
                  <a:pt x="342717" y="56355"/>
                  <a:pt x="341616" y="53496"/>
                </a:cubicBezTo>
                <a:cubicBezTo>
                  <a:pt x="340516" y="50637"/>
                  <a:pt x="338564" y="48355"/>
                  <a:pt x="335761" y="46651"/>
                </a:cubicBezTo>
                <a:cubicBezTo>
                  <a:pt x="332957" y="44946"/>
                  <a:pt x="329669" y="44094"/>
                  <a:pt x="325897" y="44094"/>
                </a:cubicBezTo>
                <a:cubicBezTo>
                  <a:pt x="319871" y="44094"/>
                  <a:pt x="314670" y="46009"/>
                  <a:pt x="310295" y="49839"/>
                </a:cubicBezTo>
                <a:cubicBezTo>
                  <a:pt x="305919" y="53667"/>
                  <a:pt x="303732" y="60932"/>
                  <a:pt x="303732" y="71633"/>
                </a:cubicBezTo>
                <a:lnTo>
                  <a:pt x="303732" y="117269"/>
                </a:lnTo>
                <a:lnTo>
                  <a:pt x="289584" y="117269"/>
                </a:lnTo>
                <a:close/>
                <a:moveTo>
                  <a:pt x="376490" y="124186"/>
                </a:moveTo>
                <a:lnTo>
                  <a:pt x="390244" y="126229"/>
                </a:lnTo>
                <a:cubicBezTo>
                  <a:pt x="390821" y="130474"/>
                  <a:pt x="392419" y="133565"/>
                  <a:pt x="395039" y="135504"/>
                </a:cubicBezTo>
                <a:cubicBezTo>
                  <a:pt x="398550" y="138124"/>
                  <a:pt x="403344" y="139434"/>
                  <a:pt x="409422" y="139434"/>
                </a:cubicBezTo>
                <a:cubicBezTo>
                  <a:pt x="415972" y="139434"/>
                  <a:pt x="421029" y="138121"/>
                  <a:pt x="424592" y="135494"/>
                </a:cubicBezTo>
                <a:cubicBezTo>
                  <a:pt x="428155" y="132869"/>
                  <a:pt x="430565" y="129193"/>
                  <a:pt x="431823" y="124466"/>
                </a:cubicBezTo>
                <a:cubicBezTo>
                  <a:pt x="432556" y="121579"/>
                  <a:pt x="432897" y="115514"/>
                  <a:pt x="432845" y="106270"/>
                </a:cubicBezTo>
                <a:cubicBezTo>
                  <a:pt x="426662" y="113603"/>
                  <a:pt x="418959" y="117269"/>
                  <a:pt x="409737" y="117269"/>
                </a:cubicBezTo>
                <a:cubicBezTo>
                  <a:pt x="398261" y="117269"/>
                  <a:pt x="389380" y="113130"/>
                  <a:pt x="383092" y="104850"/>
                </a:cubicBezTo>
                <a:cubicBezTo>
                  <a:pt x="376804" y="96571"/>
                  <a:pt x="373660" y="86642"/>
                  <a:pt x="373660" y="75062"/>
                </a:cubicBezTo>
                <a:cubicBezTo>
                  <a:pt x="373660" y="67097"/>
                  <a:pt x="375101" y="59748"/>
                  <a:pt x="377983" y="53015"/>
                </a:cubicBezTo>
                <a:cubicBezTo>
                  <a:pt x="380865" y="46281"/>
                  <a:pt x="385044" y="41081"/>
                  <a:pt x="390519" y="37413"/>
                </a:cubicBezTo>
                <a:cubicBezTo>
                  <a:pt x="395995" y="33745"/>
                  <a:pt x="402427" y="31911"/>
                  <a:pt x="409815" y="31911"/>
                </a:cubicBezTo>
                <a:cubicBezTo>
                  <a:pt x="419666" y="31911"/>
                  <a:pt x="427788" y="35920"/>
                  <a:pt x="434181" y="43937"/>
                </a:cubicBezTo>
                <a:lnTo>
                  <a:pt x="434181" y="33797"/>
                </a:lnTo>
                <a:lnTo>
                  <a:pt x="447228" y="33797"/>
                </a:lnTo>
                <a:lnTo>
                  <a:pt x="447228" y="106000"/>
                </a:lnTo>
                <a:cubicBezTo>
                  <a:pt x="447228" y="119003"/>
                  <a:pt x="445905" y="128218"/>
                  <a:pt x="443259" y="133645"/>
                </a:cubicBezTo>
                <a:cubicBezTo>
                  <a:pt x="440613" y="139071"/>
                  <a:pt x="436421" y="143357"/>
                  <a:pt x="430683" y="146503"/>
                </a:cubicBezTo>
                <a:cubicBezTo>
                  <a:pt x="424946" y="149650"/>
                  <a:pt x="417885" y="151224"/>
                  <a:pt x="409501" y="151224"/>
                </a:cubicBezTo>
                <a:cubicBezTo>
                  <a:pt x="399545" y="151224"/>
                  <a:pt x="391502" y="148977"/>
                  <a:pt x="385371" y="144484"/>
                </a:cubicBezTo>
                <a:cubicBezTo>
                  <a:pt x="379240" y="139991"/>
                  <a:pt x="376280" y="133225"/>
                  <a:pt x="376490" y="124186"/>
                </a:cubicBezTo>
                <a:moveTo>
                  <a:pt x="388201" y="74042"/>
                </a:moveTo>
                <a:cubicBezTo>
                  <a:pt x="388201" y="84966"/>
                  <a:pt x="390375" y="92936"/>
                  <a:pt x="394724" y="97953"/>
                </a:cubicBezTo>
                <a:cubicBezTo>
                  <a:pt x="399073" y="102971"/>
                  <a:pt x="404523" y="105479"/>
                  <a:pt x="411073" y="105479"/>
                </a:cubicBezTo>
                <a:cubicBezTo>
                  <a:pt x="417570" y="105479"/>
                  <a:pt x="423020" y="102984"/>
                  <a:pt x="427421" y="97993"/>
                </a:cubicBezTo>
                <a:cubicBezTo>
                  <a:pt x="431823" y="93002"/>
                  <a:pt x="434024" y="85175"/>
                  <a:pt x="434024" y="74511"/>
                </a:cubicBezTo>
                <a:cubicBezTo>
                  <a:pt x="434024" y="64320"/>
                  <a:pt x="431757" y="56637"/>
                  <a:pt x="427225" y="51462"/>
                </a:cubicBezTo>
                <a:cubicBezTo>
                  <a:pt x="422692" y="46288"/>
                  <a:pt x="417230" y="43701"/>
                  <a:pt x="410837" y="43701"/>
                </a:cubicBezTo>
                <a:cubicBezTo>
                  <a:pt x="404549" y="43701"/>
                  <a:pt x="399204" y="46249"/>
                  <a:pt x="394803" y="51344"/>
                </a:cubicBezTo>
                <a:cubicBezTo>
                  <a:pt x="390401" y="56440"/>
                  <a:pt x="388201" y="64006"/>
                  <a:pt x="388201" y="74042"/>
                </a:cubicBezTo>
                <a:close/>
                <a:moveTo>
                  <a:pt x="515926" y="117269"/>
                </a:moveTo>
                <a:lnTo>
                  <a:pt x="515926" y="2044"/>
                </a:lnTo>
                <a:lnTo>
                  <a:pt x="593660" y="2044"/>
                </a:lnTo>
                <a:lnTo>
                  <a:pt x="593660" y="15641"/>
                </a:lnTo>
                <a:lnTo>
                  <a:pt x="531174" y="15641"/>
                </a:lnTo>
                <a:lnTo>
                  <a:pt x="531174" y="51246"/>
                </a:lnTo>
                <a:lnTo>
                  <a:pt x="585250" y="51246"/>
                </a:lnTo>
                <a:lnTo>
                  <a:pt x="585250" y="64844"/>
                </a:lnTo>
                <a:lnTo>
                  <a:pt x="531174" y="64844"/>
                </a:lnTo>
                <a:lnTo>
                  <a:pt x="531174" y="117269"/>
                </a:lnTo>
                <a:lnTo>
                  <a:pt x="515926" y="117269"/>
                </a:lnTo>
                <a:close/>
                <a:moveTo>
                  <a:pt x="611527" y="117269"/>
                </a:moveTo>
                <a:lnTo>
                  <a:pt x="611527" y="33797"/>
                </a:lnTo>
                <a:lnTo>
                  <a:pt x="624260" y="33797"/>
                </a:lnTo>
                <a:lnTo>
                  <a:pt x="624260" y="46373"/>
                </a:lnTo>
                <a:cubicBezTo>
                  <a:pt x="627509" y="40485"/>
                  <a:pt x="630509" y="36602"/>
                  <a:pt x="633260" y="34726"/>
                </a:cubicBezTo>
                <a:cubicBezTo>
                  <a:pt x="636011" y="32849"/>
                  <a:pt x="639037" y="31911"/>
                  <a:pt x="642338" y="31911"/>
                </a:cubicBezTo>
                <a:cubicBezTo>
                  <a:pt x="647106" y="31911"/>
                  <a:pt x="651953" y="33424"/>
                  <a:pt x="656879" y="36450"/>
                </a:cubicBezTo>
                <a:lnTo>
                  <a:pt x="652006" y="49517"/>
                </a:lnTo>
                <a:cubicBezTo>
                  <a:pt x="648547" y="47474"/>
                  <a:pt x="645089" y="46452"/>
                  <a:pt x="641631" y="46452"/>
                </a:cubicBezTo>
                <a:cubicBezTo>
                  <a:pt x="638539" y="46452"/>
                  <a:pt x="635762" y="47383"/>
                  <a:pt x="633299" y="49247"/>
                </a:cubicBezTo>
                <a:cubicBezTo>
                  <a:pt x="630836" y="51109"/>
                  <a:pt x="629081" y="53692"/>
                  <a:pt x="628033" y="56996"/>
                </a:cubicBezTo>
                <a:cubicBezTo>
                  <a:pt x="626461" y="62031"/>
                  <a:pt x="625675" y="67539"/>
                  <a:pt x="625675" y="73519"/>
                </a:cubicBezTo>
                <a:lnTo>
                  <a:pt x="625675" y="117269"/>
                </a:lnTo>
                <a:lnTo>
                  <a:pt x="611527" y="117269"/>
                </a:lnTo>
                <a:close/>
                <a:moveTo>
                  <a:pt x="719756" y="106963"/>
                </a:moveTo>
                <a:cubicBezTo>
                  <a:pt x="714517" y="111420"/>
                  <a:pt x="709473" y="114566"/>
                  <a:pt x="704626" y="116402"/>
                </a:cubicBezTo>
                <a:cubicBezTo>
                  <a:pt x="699779" y="118238"/>
                  <a:pt x="694579" y="119155"/>
                  <a:pt x="689024" y="119155"/>
                </a:cubicBezTo>
                <a:cubicBezTo>
                  <a:pt x="679855" y="119155"/>
                  <a:pt x="672807" y="116914"/>
                  <a:pt x="667881" y="112430"/>
                </a:cubicBezTo>
                <a:cubicBezTo>
                  <a:pt x="662956" y="107947"/>
                  <a:pt x="660493" y="102218"/>
                  <a:pt x="660493" y="95244"/>
                </a:cubicBezTo>
                <a:cubicBezTo>
                  <a:pt x="660493" y="91155"/>
                  <a:pt x="661423" y="87420"/>
                  <a:pt x="663283" y="84039"/>
                </a:cubicBezTo>
                <a:cubicBezTo>
                  <a:pt x="665144" y="80656"/>
                  <a:pt x="667580" y="77942"/>
                  <a:pt x="670593" y="75897"/>
                </a:cubicBezTo>
                <a:cubicBezTo>
                  <a:pt x="673606" y="73852"/>
                  <a:pt x="676999" y="72305"/>
                  <a:pt x="680772" y="71257"/>
                </a:cubicBezTo>
                <a:cubicBezTo>
                  <a:pt x="683549" y="70522"/>
                  <a:pt x="687741" y="69814"/>
                  <a:pt x="693347" y="69132"/>
                </a:cubicBezTo>
                <a:cubicBezTo>
                  <a:pt x="704770" y="67780"/>
                  <a:pt x="713180" y="66167"/>
                  <a:pt x="718577" y="64294"/>
                </a:cubicBezTo>
                <a:cubicBezTo>
                  <a:pt x="718630" y="62363"/>
                  <a:pt x="718656" y="61137"/>
                  <a:pt x="718656" y="60614"/>
                </a:cubicBezTo>
                <a:cubicBezTo>
                  <a:pt x="718656" y="54872"/>
                  <a:pt x="717320" y="50826"/>
                  <a:pt x="714647" y="48478"/>
                </a:cubicBezTo>
                <a:cubicBezTo>
                  <a:pt x="711032" y="45293"/>
                  <a:pt x="705661" y="43701"/>
                  <a:pt x="698535" y="43701"/>
                </a:cubicBezTo>
                <a:cubicBezTo>
                  <a:pt x="691880" y="43701"/>
                  <a:pt x="686968" y="44867"/>
                  <a:pt x="683798" y="47198"/>
                </a:cubicBezTo>
                <a:cubicBezTo>
                  <a:pt x="680627" y="49530"/>
                  <a:pt x="678283" y="53657"/>
                  <a:pt x="676763" y="59578"/>
                </a:cubicBezTo>
                <a:lnTo>
                  <a:pt x="662930" y="57691"/>
                </a:lnTo>
                <a:cubicBezTo>
                  <a:pt x="664187" y="51752"/>
                  <a:pt x="666257" y="46956"/>
                  <a:pt x="669139" y="43303"/>
                </a:cubicBezTo>
                <a:cubicBezTo>
                  <a:pt x="672021" y="39650"/>
                  <a:pt x="676187" y="36838"/>
                  <a:pt x="681636" y="34868"/>
                </a:cubicBezTo>
                <a:cubicBezTo>
                  <a:pt x="687086" y="32897"/>
                  <a:pt x="693400" y="31911"/>
                  <a:pt x="700578" y="31911"/>
                </a:cubicBezTo>
                <a:cubicBezTo>
                  <a:pt x="707705" y="31911"/>
                  <a:pt x="713495" y="32749"/>
                  <a:pt x="717949" y="34426"/>
                </a:cubicBezTo>
                <a:cubicBezTo>
                  <a:pt x="722403" y="36103"/>
                  <a:pt x="725677" y="38212"/>
                  <a:pt x="727773" y="40753"/>
                </a:cubicBezTo>
                <a:cubicBezTo>
                  <a:pt x="729869" y="43295"/>
                  <a:pt x="731337" y="46504"/>
                  <a:pt x="732175" y="50382"/>
                </a:cubicBezTo>
                <a:cubicBezTo>
                  <a:pt x="732647" y="52792"/>
                  <a:pt x="732882" y="57141"/>
                  <a:pt x="732882" y="63429"/>
                </a:cubicBezTo>
                <a:lnTo>
                  <a:pt x="732882" y="82293"/>
                </a:lnTo>
                <a:cubicBezTo>
                  <a:pt x="732882" y="95445"/>
                  <a:pt x="733184" y="103763"/>
                  <a:pt x="733786" y="107248"/>
                </a:cubicBezTo>
                <a:cubicBezTo>
                  <a:pt x="734389" y="110732"/>
                  <a:pt x="735581" y="114073"/>
                  <a:pt x="737362" y="117269"/>
                </a:cubicBezTo>
                <a:lnTo>
                  <a:pt x="722586" y="117269"/>
                </a:lnTo>
                <a:cubicBezTo>
                  <a:pt x="721119" y="114331"/>
                  <a:pt x="720176" y="110896"/>
                  <a:pt x="719756" y="106963"/>
                </a:cubicBezTo>
                <a:moveTo>
                  <a:pt x="718577" y="75297"/>
                </a:moveTo>
                <a:cubicBezTo>
                  <a:pt x="713442" y="77411"/>
                  <a:pt x="705740" y="79208"/>
                  <a:pt x="695469" y="80686"/>
                </a:cubicBezTo>
                <a:cubicBezTo>
                  <a:pt x="689653" y="81528"/>
                  <a:pt x="685540" y="82475"/>
                  <a:pt x="683129" y="83528"/>
                </a:cubicBezTo>
                <a:cubicBezTo>
                  <a:pt x="680719" y="84579"/>
                  <a:pt x="678859" y="86119"/>
                  <a:pt x="677549" y="88146"/>
                </a:cubicBezTo>
                <a:cubicBezTo>
                  <a:pt x="676239" y="90171"/>
                  <a:pt x="675584" y="92420"/>
                  <a:pt x="675584" y="94893"/>
                </a:cubicBezTo>
                <a:cubicBezTo>
                  <a:pt x="675584" y="98680"/>
                  <a:pt x="677012" y="101838"/>
                  <a:pt x="679868" y="104364"/>
                </a:cubicBezTo>
                <a:cubicBezTo>
                  <a:pt x="682723" y="106889"/>
                  <a:pt x="686902" y="108152"/>
                  <a:pt x="692404" y="108152"/>
                </a:cubicBezTo>
                <a:cubicBezTo>
                  <a:pt x="697854" y="108152"/>
                  <a:pt x="702701" y="106954"/>
                  <a:pt x="706945" y="104558"/>
                </a:cubicBezTo>
                <a:cubicBezTo>
                  <a:pt x="711189" y="102163"/>
                  <a:pt x="714307" y="98885"/>
                  <a:pt x="716298" y="94726"/>
                </a:cubicBezTo>
                <a:cubicBezTo>
                  <a:pt x="717818" y="91513"/>
                  <a:pt x="718577" y="86774"/>
                  <a:pt x="718577" y="80509"/>
                </a:cubicBezTo>
                <a:lnTo>
                  <a:pt x="718577" y="75297"/>
                </a:lnTo>
                <a:close/>
                <a:moveTo>
                  <a:pt x="754787" y="117269"/>
                </a:moveTo>
                <a:lnTo>
                  <a:pt x="754787" y="33797"/>
                </a:lnTo>
                <a:lnTo>
                  <a:pt x="767441" y="33797"/>
                </a:lnTo>
                <a:lnTo>
                  <a:pt x="767441" y="45430"/>
                </a:lnTo>
                <a:cubicBezTo>
                  <a:pt x="770061" y="41366"/>
                  <a:pt x="773546" y="38097"/>
                  <a:pt x="777895" y="35622"/>
                </a:cubicBezTo>
                <a:cubicBezTo>
                  <a:pt x="782244" y="33148"/>
                  <a:pt x="787196" y="31911"/>
                  <a:pt x="792750" y="31911"/>
                </a:cubicBezTo>
                <a:cubicBezTo>
                  <a:pt x="798933" y="31911"/>
                  <a:pt x="804003" y="33188"/>
                  <a:pt x="807959" y="35743"/>
                </a:cubicBezTo>
                <a:cubicBezTo>
                  <a:pt x="811915" y="38296"/>
                  <a:pt x="814705" y="41865"/>
                  <a:pt x="816329" y="46452"/>
                </a:cubicBezTo>
                <a:cubicBezTo>
                  <a:pt x="822932" y="36758"/>
                  <a:pt x="831525" y="31911"/>
                  <a:pt x="842110" y="31911"/>
                </a:cubicBezTo>
                <a:cubicBezTo>
                  <a:pt x="850389" y="31911"/>
                  <a:pt x="856755" y="34203"/>
                  <a:pt x="861209" y="38788"/>
                </a:cubicBezTo>
                <a:cubicBezTo>
                  <a:pt x="865663" y="43373"/>
                  <a:pt x="867890" y="50434"/>
                  <a:pt x="867890" y="59971"/>
                </a:cubicBezTo>
                <a:lnTo>
                  <a:pt x="867890" y="117269"/>
                </a:lnTo>
                <a:lnTo>
                  <a:pt x="853821" y="117269"/>
                </a:lnTo>
                <a:lnTo>
                  <a:pt x="853821" y="64630"/>
                </a:lnTo>
                <a:cubicBezTo>
                  <a:pt x="853821" y="58964"/>
                  <a:pt x="853362" y="54886"/>
                  <a:pt x="852445" y="52396"/>
                </a:cubicBezTo>
                <a:cubicBezTo>
                  <a:pt x="851529" y="49904"/>
                  <a:pt x="849865" y="47897"/>
                  <a:pt x="847454" y="46376"/>
                </a:cubicBezTo>
                <a:cubicBezTo>
                  <a:pt x="845044" y="44854"/>
                  <a:pt x="842215" y="44094"/>
                  <a:pt x="838966" y="44094"/>
                </a:cubicBezTo>
                <a:cubicBezTo>
                  <a:pt x="833097" y="44094"/>
                  <a:pt x="828224" y="46048"/>
                  <a:pt x="824347" y="49957"/>
                </a:cubicBezTo>
                <a:cubicBezTo>
                  <a:pt x="820469" y="53864"/>
                  <a:pt x="818530" y="60119"/>
                  <a:pt x="818530" y="68722"/>
                </a:cubicBezTo>
                <a:lnTo>
                  <a:pt x="818530" y="117269"/>
                </a:lnTo>
                <a:lnTo>
                  <a:pt x="804382" y="117269"/>
                </a:lnTo>
                <a:lnTo>
                  <a:pt x="804382" y="62977"/>
                </a:lnTo>
                <a:cubicBezTo>
                  <a:pt x="804382" y="56683"/>
                  <a:pt x="803230" y="51962"/>
                  <a:pt x="800924" y="48815"/>
                </a:cubicBezTo>
                <a:cubicBezTo>
                  <a:pt x="798619" y="45667"/>
                  <a:pt x="794846" y="44094"/>
                  <a:pt x="789606" y="44094"/>
                </a:cubicBezTo>
                <a:cubicBezTo>
                  <a:pt x="785624" y="44094"/>
                  <a:pt x="781943" y="45143"/>
                  <a:pt x="778563" y="47243"/>
                </a:cubicBezTo>
                <a:cubicBezTo>
                  <a:pt x="775183" y="49340"/>
                  <a:pt x="772733" y="52409"/>
                  <a:pt x="771214" y="56448"/>
                </a:cubicBezTo>
                <a:cubicBezTo>
                  <a:pt x="769694" y="60486"/>
                  <a:pt x="768935" y="66309"/>
                  <a:pt x="768935" y="73915"/>
                </a:cubicBezTo>
                <a:lnTo>
                  <a:pt x="768935" y="117269"/>
                </a:lnTo>
                <a:lnTo>
                  <a:pt x="754787" y="117269"/>
                </a:lnTo>
                <a:close/>
                <a:moveTo>
                  <a:pt x="946016" y="90388"/>
                </a:moveTo>
                <a:lnTo>
                  <a:pt x="960635" y="92196"/>
                </a:lnTo>
                <a:cubicBezTo>
                  <a:pt x="958330" y="100737"/>
                  <a:pt x="954059" y="107366"/>
                  <a:pt x="947824" y="112082"/>
                </a:cubicBezTo>
                <a:cubicBezTo>
                  <a:pt x="941588" y="116797"/>
                  <a:pt x="933623" y="119155"/>
                  <a:pt x="923930" y="119155"/>
                </a:cubicBezTo>
                <a:cubicBezTo>
                  <a:pt x="911721" y="119155"/>
                  <a:pt x="902040" y="115396"/>
                  <a:pt x="894887" y="107877"/>
                </a:cubicBezTo>
                <a:cubicBezTo>
                  <a:pt x="887735" y="100357"/>
                  <a:pt x="884159" y="89812"/>
                  <a:pt x="884159" y="76241"/>
                </a:cubicBezTo>
                <a:cubicBezTo>
                  <a:pt x="884159" y="62198"/>
                  <a:pt x="887774" y="51299"/>
                  <a:pt x="895005" y="43544"/>
                </a:cubicBezTo>
                <a:cubicBezTo>
                  <a:pt x="902236" y="35789"/>
                  <a:pt x="911616" y="31911"/>
                  <a:pt x="923144" y="31911"/>
                </a:cubicBezTo>
                <a:cubicBezTo>
                  <a:pt x="934305" y="31911"/>
                  <a:pt x="943422" y="35704"/>
                  <a:pt x="950496" y="43291"/>
                </a:cubicBezTo>
                <a:cubicBezTo>
                  <a:pt x="957570" y="50875"/>
                  <a:pt x="961107" y="61547"/>
                  <a:pt x="961107" y="75305"/>
                </a:cubicBezTo>
                <a:cubicBezTo>
                  <a:pt x="961107" y="76142"/>
                  <a:pt x="961081" y="77397"/>
                  <a:pt x="961028" y="79070"/>
                </a:cubicBezTo>
                <a:lnTo>
                  <a:pt x="898778" y="79070"/>
                </a:lnTo>
                <a:cubicBezTo>
                  <a:pt x="899302" y="88214"/>
                  <a:pt x="901896" y="95216"/>
                  <a:pt x="906559" y="100076"/>
                </a:cubicBezTo>
                <a:cubicBezTo>
                  <a:pt x="911223" y="104936"/>
                  <a:pt x="917039" y="107366"/>
                  <a:pt x="924008" y="107366"/>
                </a:cubicBezTo>
                <a:cubicBezTo>
                  <a:pt x="929196" y="107366"/>
                  <a:pt x="933623" y="106016"/>
                  <a:pt x="937291" y="103318"/>
                </a:cubicBezTo>
                <a:cubicBezTo>
                  <a:pt x="940959" y="100618"/>
                  <a:pt x="943867" y="96308"/>
                  <a:pt x="946016" y="90388"/>
                </a:cubicBezTo>
                <a:moveTo>
                  <a:pt x="899564" y="67280"/>
                </a:moveTo>
                <a:lnTo>
                  <a:pt x="946173" y="67280"/>
                </a:lnTo>
                <a:cubicBezTo>
                  <a:pt x="945544" y="60374"/>
                  <a:pt x="943763" y="55193"/>
                  <a:pt x="940828" y="51740"/>
                </a:cubicBezTo>
                <a:cubicBezTo>
                  <a:pt x="936322" y="46381"/>
                  <a:pt x="930480" y="43701"/>
                  <a:pt x="923301" y="43701"/>
                </a:cubicBezTo>
                <a:cubicBezTo>
                  <a:pt x="916803" y="43701"/>
                  <a:pt x="911341" y="45840"/>
                  <a:pt x="906913" y="50119"/>
                </a:cubicBezTo>
                <a:cubicBezTo>
                  <a:pt x="902485" y="54396"/>
                  <a:pt x="900036" y="60116"/>
                  <a:pt x="899564" y="67280"/>
                </a:cubicBezTo>
                <a:close/>
                <a:moveTo>
                  <a:pt x="993779" y="117269"/>
                </a:moveTo>
                <a:lnTo>
                  <a:pt x="968235" y="33797"/>
                </a:lnTo>
                <a:lnTo>
                  <a:pt x="982854" y="33797"/>
                </a:lnTo>
                <a:lnTo>
                  <a:pt x="996137" y="81971"/>
                </a:lnTo>
                <a:lnTo>
                  <a:pt x="1001089" y="99899"/>
                </a:lnTo>
                <a:cubicBezTo>
                  <a:pt x="1001298" y="99010"/>
                  <a:pt x="1002739" y="93278"/>
                  <a:pt x="1005412" y="82703"/>
                </a:cubicBezTo>
                <a:lnTo>
                  <a:pt x="1018695" y="33797"/>
                </a:lnTo>
                <a:lnTo>
                  <a:pt x="1033236" y="33797"/>
                </a:lnTo>
                <a:lnTo>
                  <a:pt x="1045733" y="82204"/>
                </a:lnTo>
                <a:lnTo>
                  <a:pt x="1049899" y="98170"/>
                </a:lnTo>
                <a:lnTo>
                  <a:pt x="1054693" y="82054"/>
                </a:lnTo>
                <a:lnTo>
                  <a:pt x="1068998" y="33797"/>
                </a:lnTo>
                <a:lnTo>
                  <a:pt x="1082753" y="33797"/>
                </a:lnTo>
                <a:lnTo>
                  <a:pt x="1056658" y="117269"/>
                </a:lnTo>
                <a:lnTo>
                  <a:pt x="1041960" y="117269"/>
                </a:lnTo>
                <a:lnTo>
                  <a:pt x="1028677" y="67253"/>
                </a:lnTo>
                <a:lnTo>
                  <a:pt x="1025454" y="53054"/>
                </a:lnTo>
                <a:lnTo>
                  <a:pt x="1008556" y="117269"/>
                </a:lnTo>
                <a:lnTo>
                  <a:pt x="993779" y="117269"/>
                </a:lnTo>
                <a:close/>
                <a:moveTo>
                  <a:pt x="1089328" y="75533"/>
                </a:moveTo>
                <a:cubicBezTo>
                  <a:pt x="1089328" y="60075"/>
                  <a:pt x="1093625" y="48626"/>
                  <a:pt x="1102218" y="41186"/>
                </a:cubicBezTo>
                <a:cubicBezTo>
                  <a:pt x="1109397" y="35003"/>
                  <a:pt x="1118147" y="31911"/>
                  <a:pt x="1128470" y="31911"/>
                </a:cubicBezTo>
                <a:cubicBezTo>
                  <a:pt x="1139945" y="31911"/>
                  <a:pt x="1149325" y="35671"/>
                  <a:pt x="1156608" y="43190"/>
                </a:cubicBezTo>
                <a:cubicBezTo>
                  <a:pt x="1163892" y="50709"/>
                  <a:pt x="1167534" y="61097"/>
                  <a:pt x="1167534" y="74354"/>
                </a:cubicBezTo>
                <a:cubicBezTo>
                  <a:pt x="1167534" y="85096"/>
                  <a:pt x="1165922" y="93545"/>
                  <a:pt x="1162700" y="99702"/>
                </a:cubicBezTo>
                <a:cubicBezTo>
                  <a:pt x="1159477" y="105859"/>
                  <a:pt x="1154788" y="110641"/>
                  <a:pt x="1148631" y="114046"/>
                </a:cubicBezTo>
                <a:cubicBezTo>
                  <a:pt x="1142474" y="117452"/>
                  <a:pt x="1135754" y="119155"/>
                  <a:pt x="1128470" y="119155"/>
                </a:cubicBezTo>
                <a:cubicBezTo>
                  <a:pt x="1116785" y="119155"/>
                  <a:pt x="1107340" y="115409"/>
                  <a:pt x="1100135" y="107916"/>
                </a:cubicBezTo>
                <a:cubicBezTo>
                  <a:pt x="1092930" y="100423"/>
                  <a:pt x="1089328" y="89629"/>
                  <a:pt x="1089328" y="75533"/>
                </a:cubicBezTo>
                <a:moveTo>
                  <a:pt x="1103869" y="75494"/>
                </a:moveTo>
                <a:cubicBezTo>
                  <a:pt x="1103869" y="86144"/>
                  <a:pt x="1106201" y="94118"/>
                  <a:pt x="1110864" y="99417"/>
                </a:cubicBezTo>
                <a:cubicBezTo>
                  <a:pt x="1115528" y="104716"/>
                  <a:pt x="1121396" y="107366"/>
                  <a:pt x="1128470" y="107366"/>
                </a:cubicBezTo>
                <a:cubicBezTo>
                  <a:pt x="1135492" y="107366"/>
                  <a:pt x="1141334" y="104703"/>
                  <a:pt x="1145998" y="99378"/>
                </a:cubicBezTo>
                <a:cubicBezTo>
                  <a:pt x="1150661" y="94053"/>
                  <a:pt x="1152993" y="85935"/>
                  <a:pt x="1152993" y="75025"/>
                </a:cubicBezTo>
                <a:cubicBezTo>
                  <a:pt x="1152993" y="64740"/>
                  <a:pt x="1150648" y="56948"/>
                  <a:pt x="1145958" y="51649"/>
                </a:cubicBezTo>
                <a:cubicBezTo>
                  <a:pt x="1141269" y="46350"/>
                  <a:pt x="1135439" y="43701"/>
                  <a:pt x="1128470" y="43701"/>
                </a:cubicBezTo>
                <a:cubicBezTo>
                  <a:pt x="1121396" y="43701"/>
                  <a:pt x="1115528" y="46337"/>
                  <a:pt x="1110864" y="51610"/>
                </a:cubicBezTo>
                <a:cubicBezTo>
                  <a:pt x="1106201" y="56882"/>
                  <a:pt x="1103869" y="64844"/>
                  <a:pt x="1103869" y="75494"/>
                </a:cubicBezTo>
                <a:close/>
                <a:moveTo>
                  <a:pt x="1183936" y="117269"/>
                </a:moveTo>
                <a:lnTo>
                  <a:pt x="1183936" y="33797"/>
                </a:lnTo>
                <a:lnTo>
                  <a:pt x="1196669" y="33797"/>
                </a:lnTo>
                <a:lnTo>
                  <a:pt x="1196669" y="46373"/>
                </a:lnTo>
                <a:cubicBezTo>
                  <a:pt x="1199918" y="40485"/>
                  <a:pt x="1202918" y="36602"/>
                  <a:pt x="1205669" y="34726"/>
                </a:cubicBezTo>
                <a:cubicBezTo>
                  <a:pt x="1208420" y="32849"/>
                  <a:pt x="1211446" y="31911"/>
                  <a:pt x="1214747" y="31911"/>
                </a:cubicBezTo>
                <a:cubicBezTo>
                  <a:pt x="1219515" y="31911"/>
                  <a:pt x="1224362" y="33424"/>
                  <a:pt x="1229287" y="36450"/>
                </a:cubicBezTo>
                <a:lnTo>
                  <a:pt x="1224414" y="49517"/>
                </a:lnTo>
                <a:cubicBezTo>
                  <a:pt x="1220956" y="47474"/>
                  <a:pt x="1217498" y="46452"/>
                  <a:pt x="1214039" y="46452"/>
                </a:cubicBezTo>
                <a:cubicBezTo>
                  <a:pt x="1210948" y="46452"/>
                  <a:pt x="1208171" y="47383"/>
                  <a:pt x="1205708" y="49247"/>
                </a:cubicBezTo>
                <a:cubicBezTo>
                  <a:pt x="1203245" y="51109"/>
                  <a:pt x="1201490" y="53692"/>
                  <a:pt x="1200442" y="56996"/>
                </a:cubicBezTo>
                <a:cubicBezTo>
                  <a:pt x="1198870" y="62031"/>
                  <a:pt x="1198084" y="67539"/>
                  <a:pt x="1198084" y="73519"/>
                </a:cubicBezTo>
                <a:lnTo>
                  <a:pt x="1198084" y="117269"/>
                </a:lnTo>
                <a:lnTo>
                  <a:pt x="1183936" y="117269"/>
                </a:lnTo>
                <a:close/>
                <a:moveTo>
                  <a:pt x="1237775" y="117269"/>
                </a:moveTo>
                <a:lnTo>
                  <a:pt x="1237775" y="2044"/>
                </a:lnTo>
                <a:lnTo>
                  <a:pt x="1251923" y="2044"/>
                </a:lnTo>
                <a:lnTo>
                  <a:pt x="1251923" y="67752"/>
                </a:lnTo>
                <a:lnTo>
                  <a:pt x="1285406" y="33797"/>
                </a:lnTo>
                <a:lnTo>
                  <a:pt x="1303719" y="33797"/>
                </a:lnTo>
                <a:lnTo>
                  <a:pt x="1271808" y="64765"/>
                </a:lnTo>
                <a:lnTo>
                  <a:pt x="1306942" y="117269"/>
                </a:lnTo>
                <a:lnTo>
                  <a:pt x="1289493" y="117269"/>
                </a:lnTo>
                <a:lnTo>
                  <a:pt x="1261905" y="74590"/>
                </a:lnTo>
                <a:lnTo>
                  <a:pt x="1251923" y="84179"/>
                </a:lnTo>
                <a:lnTo>
                  <a:pt x="1251923" y="117269"/>
                </a:lnTo>
                <a:lnTo>
                  <a:pt x="1237775" y="117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E7F26-3726-4402-9EF7-1152E2A6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486" y="901456"/>
            <a:ext cx="2032254" cy="318583"/>
          </a:xfrm>
          <a:custGeom xmlns:a="http://schemas.openxmlformats.org/drawingml/2006/main">
            <a:pathLst>
              <a:path w="2032254" h="318583">
                <a:moveTo>
                  <a:pt x="0" y="0"/>
                </a:moveTo>
                <a:lnTo>
                  <a:pt x="1831029" y="0"/>
                </a:lnTo>
                <a:lnTo>
                  <a:pt x="2032254" y="201225"/>
                </a:lnTo>
                <a:lnTo>
                  <a:pt x="2032254" y="318583"/>
                </a:lnTo>
                <a:lnTo>
                  <a:pt x="0" y="31858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44B11-1B54-476D-BDCA-6EA48862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486" y="901456"/>
            <a:ext cx="2032254" cy="318583"/>
          </a:xfrm>
          <a:custGeom xmlns:a="http://schemas.openxmlformats.org/drawingml/2006/main">
            <a:pathLst>
              <a:path w="2032254" h="318583" fill="none">
                <a:moveTo>
                  <a:pt x="0" y="0"/>
                </a:moveTo>
                <a:lnTo>
                  <a:pt x="1831029" y="0"/>
                </a:lnTo>
                <a:lnTo>
                  <a:pt x="2032254" y="201225"/>
                </a:lnTo>
                <a:lnTo>
                  <a:pt x="2032254" y="318583"/>
                </a:lnTo>
                <a:lnTo>
                  <a:pt x="0" y="3185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FCAFC-1212-45B6-B3C4-2BF3134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515" y="901456"/>
            <a:ext cx="201225" cy="201225"/>
          </a:xfrm>
          <a:custGeom xmlns:a="http://schemas.openxmlformats.org/drawingml/2006/main">
            <a:pathLst>
              <a:path w="201225" h="201225">
                <a:moveTo>
                  <a:pt x="0" y="0"/>
                </a:moveTo>
                <a:lnTo>
                  <a:pt x="0" y="201225"/>
                </a:lnTo>
                <a:lnTo>
                  <a:pt x="201225" y="2012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B699E-5B2D-4B73-A686-7BC98552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515" y="901456"/>
            <a:ext cx="201225" cy="201225"/>
          </a:xfrm>
          <a:custGeom xmlns:a="http://schemas.openxmlformats.org/drawingml/2006/main">
            <a:pathLst>
              <a:path w="201225" h="201225" fill="none">
                <a:moveTo>
                  <a:pt x="0" y="0"/>
                </a:moveTo>
                <a:lnTo>
                  <a:pt x="0" y="201225"/>
                </a:lnTo>
                <a:lnTo>
                  <a:pt x="201225" y="201225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13" name="Text SpringSecurity">
            <a:extLst xmlns:a="http://schemas.openxmlformats.org/drawingml/2006/main">
              <a:ext uri="{FF2B5EF4-FFF2-40B4-BE49-F238E27FC236}">
                <a16:creationId xmlns:a16="http://schemas.microsoft.com/office/drawing/2014/main" id="{06FE08C3-F49C-422E-8C35-207D8AA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621" y="992241"/>
            <a:ext cx="1082729" cy="151224"/>
          </a:xfrm>
          <a:custGeom xmlns:a="http://schemas.openxmlformats.org/drawingml/2006/main">
            <a:pathLst>
              <a:path w="1082729" h="151224">
                <a:moveTo>
                  <a:pt x="0" y="80171"/>
                </a:moveTo>
                <a:lnTo>
                  <a:pt x="14384" y="78913"/>
                </a:lnTo>
                <a:cubicBezTo>
                  <a:pt x="15065" y="84677"/>
                  <a:pt x="16650" y="89406"/>
                  <a:pt x="19139" y="93100"/>
                </a:cubicBezTo>
                <a:cubicBezTo>
                  <a:pt x="21628" y="96794"/>
                  <a:pt x="25492" y="99781"/>
                  <a:pt x="30732" y="102060"/>
                </a:cubicBezTo>
                <a:cubicBezTo>
                  <a:pt x="35972" y="104340"/>
                  <a:pt x="41867" y="105479"/>
                  <a:pt x="48417" y="105479"/>
                </a:cubicBezTo>
                <a:cubicBezTo>
                  <a:pt x="54233" y="105479"/>
                  <a:pt x="59368" y="104615"/>
                  <a:pt x="63822" y="102885"/>
                </a:cubicBezTo>
                <a:cubicBezTo>
                  <a:pt x="68276" y="101156"/>
                  <a:pt x="71590" y="98785"/>
                  <a:pt x="73765" y="95772"/>
                </a:cubicBezTo>
                <a:cubicBezTo>
                  <a:pt x="75939" y="92759"/>
                  <a:pt x="77027" y="89471"/>
                  <a:pt x="77027" y="85908"/>
                </a:cubicBezTo>
                <a:cubicBezTo>
                  <a:pt x="77027" y="82293"/>
                  <a:pt x="75979" y="79136"/>
                  <a:pt x="73883" y="76437"/>
                </a:cubicBezTo>
                <a:cubicBezTo>
                  <a:pt x="71787" y="73739"/>
                  <a:pt x="68328" y="71472"/>
                  <a:pt x="63508" y="69638"/>
                </a:cubicBezTo>
                <a:cubicBezTo>
                  <a:pt x="60416" y="68433"/>
                  <a:pt x="53578" y="66560"/>
                  <a:pt x="42993" y="64019"/>
                </a:cubicBezTo>
                <a:cubicBezTo>
                  <a:pt x="32409" y="61477"/>
                  <a:pt x="24994" y="59080"/>
                  <a:pt x="20750" y="56827"/>
                </a:cubicBezTo>
                <a:cubicBezTo>
                  <a:pt x="15248" y="53945"/>
                  <a:pt x="11148" y="50369"/>
                  <a:pt x="8449" y="46098"/>
                </a:cubicBezTo>
                <a:cubicBezTo>
                  <a:pt x="5751" y="41828"/>
                  <a:pt x="4402" y="37046"/>
                  <a:pt x="4402" y="31754"/>
                </a:cubicBezTo>
                <a:cubicBezTo>
                  <a:pt x="4402" y="25938"/>
                  <a:pt x="6052" y="20501"/>
                  <a:pt x="9353" y="15445"/>
                </a:cubicBezTo>
                <a:cubicBezTo>
                  <a:pt x="12654" y="10388"/>
                  <a:pt x="17475" y="6550"/>
                  <a:pt x="23815" y="3930"/>
                </a:cubicBezTo>
                <a:cubicBezTo>
                  <a:pt x="30156" y="1310"/>
                  <a:pt x="37203" y="0"/>
                  <a:pt x="44958" y="0"/>
                </a:cubicBezTo>
                <a:cubicBezTo>
                  <a:pt x="53499" y="0"/>
                  <a:pt x="61032" y="1375"/>
                  <a:pt x="67555" y="4126"/>
                </a:cubicBezTo>
                <a:cubicBezTo>
                  <a:pt x="74079" y="6877"/>
                  <a:pt x="79096" y="10925"/>
                  <a:pt x="82607" y="16270"/>
                </a:cubicBezTo>
                <a:cubicBezTo>
                  <a:pt x="86118" y="21615"/>
                  <a:pt x="88004" y="27667"/>
                  <a:pt x="88266" y="34426"/>
                </a:cubicBezTo>
                <a:lnTo>
                  <a:pt x="73647" y="35527"/>
                </a:lnTo>
                <a:cubicBezTo>
                  <a:pt x="72861" y="28217"/>
                  <a:pt x="70202" y="22695"/>
                  <a:pt x="65669" y="18962"/>
                </a:cubicBezTo>
                <a:cubicBezTo>
                  <a:pt x="61137" y="15228"/>
                  <a:pt x="54443" y="13362"/>
                  <a:pt x="45587" y="13362"/>
                </a:cubicBezTo>
                <a:cubicBezTo>
                  <a:pt x="36365" y="13362"/>
                  <a:pt x="29645" y="15053"/>
                  <a:pt x="25427" y="18436"/>
                </a:cubicBezTo>
                <a:cubicBezTo>
                  <a:pt x="21209" y="21818"/>
                  <a:pt x="19099" y="25894"/>
                  <a:pt x="19099" y="30666"/>
                </a:cubicBezTo>
                <a:cubicBezTo>
                  <a:pt x="19099" y="34809"/>
                  <a:pt x="20593" y="38217"/>
                  <a:pt x="23580" y="40891"/>
                </a:cubicBezTo>
                <a:cubicBezTo>
                  <a:pt x="26514" y="43567"/>
                  <a:pt x="34177" y="46307"/>
                  <a:pt x="46570" y="49112"/>
                </a:cubicBezTo>
                <a:cubicBezTo>
                  <a:pt x="58962" y="51917"/>
                  <a:pt x="67464" y="54368"/>
                  <a:pt x="72075" y="56466"/>
                </a:cubicBezTo>
                <a:cubicBezTo>
                  <a:pt x="78782" y="59559"/>
                  <a:pt x="83734" y="63479"/>
                  <a:pt x="86930" y="68226"/>
                </a:cubicBezTo>
                <a:cubicBezTo>
                  <a:pt x="90126" y="72971"/>
                  <a:pt x="91725" y="78438"/>
                  <a:pt x="91725" y="84626"/>
                </a:cubicBezTo>
                <a:cubicBezTo>
                  <a:pt x="91725" y="90760"/>
                  <a:pt x="89969" y="96541"/>
                  <a:pt x="86458" y="101969"/>
                </a:cubicBezTo>
                <a:cubicBezTo>
                  <a:pt x="82948" y="107396"/>
                  <a:pt x="77904" y="111617"/>
                  <a:pt x="71328" y="114634"/>
                </a:cubicBezTo>
                <a:cubicBezTo>
                  <a:pt x="64752" y="117648"/>
                  <a:pt x="57351" y="119155"/>
                  <a:pt x="49124" y="119155"/>
                </a:cubicBezTo>
                <a:cubicBezTo>
                  <a:pt x="38697" y="119155"/>
                  <a:pt x="29959" y="117636"/>
                  <a:pt x="22911" y="114597"/>
                </a:cubicBezTo>
                <a:cubicBezTo>
                  <a:pt x="15864" y="111558"/>
                  <a:pt x="10336" y="106986"/>
                  <a:pt x="6327" y="100881"/>
                </a:cubicBezTo>
                <a:cubicBezTo>
                  <a:pt x="2319" y="94777"/>
                  <a:pt x="210" y="87873"/>
                  <a:pt x="0" y="80171"/>
                </a:cubicBezTo>
                <a:close/>
                <a:moveTo>
                  <a:pt x="110747" y="149337"/>
                </a:moveTo>
                <a:lnTo>
                  <a:pt x="110747" y="33797"/>
                </a:lnTo>
                <a:lnTo>
                  <a:pt x="123637" y="33797"/>
                </a:lnTo>
                <a:lnTo>
                  <a:pt x="123637" y="44565"/>
                </a:lnTo>
                <a:cubicBezTo>
                  <a:pt x="126676" y="40347"/>
                  <a:pt x="130108" y="37184"/>
                  <a:pt x="133933" y="35075"/>
                </a:cubicBezTo>
                <a:cubicBezTo>
                  <a:pt x="137758" y="32966"/>
                  <a:pt x="142396" y="31911"/>
                  <a:pt x="147845" y="31911"/>
                </a:cubicBezTo>
                <a:cubicBezTo>
                  <a:pt x="154971" y="31911"/>
                  <a:pt x="161259" y="33745"/>
                  <a:pt x="166709" y="37413"/>
                </a:cubicBezTo>
                <a:cubicBezTo>
                  <a:pt x="172158" y="41081"/>
                  <a:pt x="176272" y="46255"/>
                  <a:pt x="179049" y="52936"/>
                </a:cubicBezTo>
                <a:cubicBezTo>
                  <a:pt x="181826" y="59617"/>
                  <a:pt x="183214" y="66940"/>
                  <a:pt x="183214" y="74904"/>
                </a:cubicBezTo>
                <a:cubicBezTo>
                  <a:pt x="183214" y="83445"/>
                  <a:pt x="181682" y="91135"/>
                  <a:pt x="178616" y="97973"/>
                </a:cubicBezTo>
                <a:cubicBezTo>
                  <a:pt x="175551" y="104811"/>
                  <a:pt x="171097" y="110051"/>
                  <a:pt x="165255" y="113693"/>
                </a:cubicBezTo>
                <a:cubicBezTo>
                  <a:pt x="159412" y="117335"/>
                  <a:pt x="153268" y="119155"/>
                  <a:pt x="146823" y="119155"/>
                </a:cubicBezTo>
                <a:cubicBezTo>
                  <a:pt x="142107" y="119155"/>
                  <a:pt x="137876" y="118147"/>
                  <a:pt x="134130" y="116129"/>
                </a:cubicBezTo>
                <a:cubicBezTo>
                  <a:pt x="130383" y="114110"/>
                  <a:pt x="127305" y="111561"/>
                  <a:pt x="124894" y="108481"/>
                </a:cubicBezTo>
                <a:lnTo>
                  <a:pt x="124894" y="149337"/>
                </a:lnTo>
                <a:lnTo>
                  <a:pt x="110747" y="149337"/>
                </a:lnTo>
                <a:moveTo>
                  <a:pt x="123558" y="75887"/>
                </a:moveTo>
                <a:cubicBezTo>
                  <a:pt x="123558" y="86616"/>
                  <a:pt x="125733" y="94544"/>
                  <a:pt x="130082" y="99673"/>
                </a:cubicBezTo>
                <a:cubicBezTo>
                  <a:pt x="134431" y="104801"/>
                  <a:pt x="139697" y="107366"/>
                  <a:pt x="145880" y="107366"/>
                </a:cubicBezTo>
                <a:cubicBezTo>
                  <a:pt x="152168" y="107366"/>
                  <a:pt x="157552" y="104710"/>
                  <a:pt x="162032" y="99398"/>
                </a:cubicBezTo>
                <a:cubicBezTo>
                  <a:pt x="166512" y="94086"/>
                  <a:pt x="168752" y="85856"/>
                  <a:pt x="168752" y="74708"/>
                </a:cubicBezTo>
                <a:cubicBezTo>
                  <a:pt x="168752" y="64084"/>
                  <a:pt x="166565" y="56129"/>
                  <a:pt x="162189" y="50843"/>
                </a:cubicBezTo>
                <a:cubicBezTo>
                  <a:pt x="157814" y="45558"/>
                  <a:pt x="152587" y="42915"/>
                  <a:pt x="146509" y="42915"/>
                </a:cubicBezTo>
                <a:cubicBezTo>
                  <a:pt x="140483" y="42915"/>
                  <a:pt x="135151" y="45728"/>
                  <a:pt x="130514" y="51354"/>
                </a:cubicBezTo>
                <a:cubicBezTo>
                  <a:pt x="125877" y="56981"/>
                  <a:pt x="123558" y="65158"/>
                  <a:pt x="123558" y="75887"/>
                </a:cubicBezTo>
                <a:close/>
                <a:moveTo>
                  <a:pt x="200089" y="117269"/>
                </a:moveTo>
                <a:lnTo>
                  <a:pt x="200089" y="33797"/>
                </a:lnTo>
                <a:lnTo>
                  <a:pt x="212822" y="33797"/>
                </a:lnTo>
                <a:lnTo>
                  <a:pt x="212822" y="46373"/>
                </a:lnTo>
                <a:cubicBezTo>
                  <a:pt x="216070" y="40485"/>
                  <a:pt x="219070" y="36602"/>
                  <a:pt x="221821" y="34726"/>
                </a:cubicBezTo>
                <a:cubicBezTo>
                  <a:pt x="224572" y="32849"/>
                  <a:pt x="227598" y="31911"/>
                  <a:pt x="230899" y="31911"/>
                </a:cubicBezTo>
                <a:cubicBezTo>
                  <a:pt x="235668" y="31911"/>
                  <a:pt x="240514" y="33424"/>
                  <a:pt x="245440" y="36450"/>
                </a:cubicBezTo>
                <a:lnTo>
                  <a:pt x="240567" y="49517"/>
                </a:lnTo>
                <a:cubicBezTo>
                  <a:pt x="237108" y="47474"/>
                  <a:pt x="233650" y="46452"/>
                  <a:pt x="230192" y="46452"/>
                </a:cubicBezTo>
                <a:cubicBezTo>
                  <a:pt x="227100" y="46452"/>
                  <a:pt x="224323" y="47383"/>
                  <a:pt x="221860" y="49247"/>
                </a:cubicBezTo>
                <a:cubicBezTo>
                  <a:pt x="219398" y="51109"/>
                  <a:pt x="217642" y="53692"/>
                  <a:pt x="216594" y="56996"/>
                </a:cubicBezTo>
                <a:cubicBezTo>
                  <a:pt x="215022" y="62031"/>
                  <a:pt x="214236" y="67539"/>
                  <a:pt x="214236" y="73519"/>
                </a:cubicBezTo>
                <a:lnTo>
                  <a:pt x="214236" y="117269"/>
                </a:lnTo>
                <a:lnTo>
                  <a:pt x="200089" y="117269"/>
                </a:lnTo>
                <a:close/>
                <a:moveTo>
                  <a:pt x="253927" y="18392"/>
                </a:moveTo>
                <a:lnTo>
                  <a:pt x="253927" y="2044"/>
                </a:lnTo>
                <a:lnTo>
                  <a:pt x="268075" y="2044"/>
                </a:lnTo>
                <a:lnTo>
                  <a:pt x="268075" y="18392"/>
                </a:lnTo>
                <a:lnTo>
                  <a:pt x="253927" y="18392"/>
                </a:lnTo>
                <a:moveTo>
                  <a:pt x="253927" y="117269"/>
                </a:moveTo>
                <a:lnTo>
                  <a:pt x="253927" y="33797"/>
                </a:lnTo>
                <a:lnTo>
                  <a:pt x="268075" y="33797"/>
                </a:lnTo>
                <a:lnTo>
                  <a:pt x="268075" y="117269"/>
                </a:lnTo>
                <a:lnTo>
                  <a:pt x="253927" y="117269"/>
                </a:lnTo>
                <a:close/>
                <a:moveTo>
                  <a:pt x="289584" y="117269"/>
                </a:moveTo>
                <a:lnTo>
                  <a:pt x="289584" y="33797"/>
                </a:lnTo>
                <a:lnTo>
                  <a:pt x="302317" y="33797"/>
                </a:lnTo>
                <a:lnTo>
                  <a:pt x="302317" y="45587"/>
                </a:lnTo>
                <a:cubicBezTo>
                  <a:pt x="308448" y="36470"/>
                  <a:pt x="317303" y="31911"/>
                  <a:pt x="328883" y="31911"/>
                </a:cubicBezTo>
                <a:cubicBezTo>
                  <a:pt x="333914" y="31911"/>
                  <a:pt x="338538" y="32815"/>
                  <a:pt x="342756" y="34623"/>
                </a:cubicBezTo>
                <a:cubicBezTo>
                  <a:pt x="346974" y="36430"/>
                  <a:pt x="350131" y="38801"/>
                  <a:pt x="352227" y="41736"/>
                </a:cubicBezTo>
                <a:cubicBezTo>
                  <a:pt x="354323" y="44670"/>
                  <a:pt x="355790" y="48155"/>
                  <a:pt x="356629" y="52189"/>
                </a:cubicBezTo>
                <a:cubicBezTo>
                  <a:pt x="357153" y="54809"/>
                  <a:pt x="357415" y="59394"/>
                  <a:pt x="357415" y="65944"/>
                </a:cubicBezTo>
                <a:lnTo>
                  <a:pt x="357415" y="117269"/>
                </a:lnTo>
                <a:lnTo>
                  <a:pt x="343267" y="117269"/>
                </a:lnTo>
                <a:lnTo>
                  <a:pt x="343267" y="66440"/>
                </a:lnTo>
                <a:cubicBezTo>
                  <a:pt x="343267" y="60670"/>
                  <a:pt x="342717" y="56355"/>
                  <a:pt x="341616" y="53496"/>
                </a:cubicBezTo>
                <a:cubicBezTo>
                  <a:pt x="340516" y="50637"/>
                  <a:pt x="338564" y="48355"/>
                  <a:pt x="335761" y="46651"/>
                </a:cubicBezTo>
                <a:cubicBezTo>
                  <a:pt x="332957" y="44946"/>
                  <a:pt x="329669" y="44094"/>
                  <a:pt x="325897" y="44094"/>
                </a:cubicBezTo>
                <a:cubicBezTo>
                  <a:pt x="319871" y="44094"/>
                  <a:pt x="314670" y="46009"/>
                  <a:pt x="310295" y="49839"/>
                </a:cubicBezTo>
                <a:cubicBezTo>
                  <a:pt x="305919" y="53667"/>
                  <a:pt x="303732" y="60932"/>
                  <a:pt x="303732" y="71633"/>
                </a:cubicBezTo>
                <a:lnTo>
                  <a:pt x="303732" y="117269"/>
                </a:lnTo>
                <a:lnTo>
                  <a:pt x="289584" y="117269"/>
                </a:lnTo>
                <a:close/>
                <a:moveTo>
                  <a:pt x="376490" y="124186"/>
                </a:moveTo>
                <a:lnTo>
                  <a:pt x="390244" y="126229"/>
                </a:lnTo>
                <a:cubicBezTo>
                  <a:pt x="390821" y="130474"/>
                  <a:pt x="392419" y="133565"/>
                  <a:pt x="395039" y="135504"/>
                </a:cubicBezTo>
                <a:cubicBezTo>
                  <a:pt x="398550" y="138124"/>
                  <a:pt x="403344" y="139434"/>
                  <a:pt x="409422" y="139434"/>
                </a:cubicBezTo>
                <a:cubicBezTo>
                  <a:pt x="415972" y="139434"/>
                  <a:pt x="421029" y="138121"/>
                  <a:pt x="424592" y="135494"/>
                </a:cubicBezTo>
                <a:cubicBezTo>
                  <a:pt x="428155" y="132869"/>
                  <a:pt x="430565" y="129193"/>
                  <a:pt x="431823" y="124466"/>
                </a:cubicBezTo>
                <a:cubicBezTo>
                  <a:pt x="432556" y="121579"/>
                  <a:pt x="432897" y="115514"/>
                  <a:pt x="432845" y="106270"/>
                </a:cubicBezTo>
                <a:cubicBezTo>
                  <a:pt x="426662" y="113603"/>
                  <a:pt x="418959" y="117269"/>
                  <a:pt x="409737" y="117269"/>
                </a:cubicBezTo>
                <a:cubicBezTo>
                  <a:pt x="398261" y="117269"/>
                  <a:pt x="389380" y="113130"/>
                  <a:pt x="383092" y="104850"/>
                </a:cubicBezTo>
                <a:cubicBezTo>
                  <a:pt x="376804" y="96571"/>
                  <a:pt x="373660" y="86642"/>
                  <a:pt x="373660" y="75062"/>
                </a:cubicBezTo>
                <a:cubicBezTo>
                  <a:pt x="373660" y="67097"/>
                  <a:pt x="375101" y="59748"/>
                  <a:pt x="377983" y="53015"/>
                </a:cubicBezTo>
                <a:cubicBezTo>
                  <a:pt x="380865" y="46281"/>
                  <a:pt x="385044" y="41081"/>
                  <a:pt x="390519" y="37413"/>
                </a:cubicBezTo>
                <a:cubicBezTo>
                  <a:pt x="395995" y="33745"/>
                  <a:pt x="402427" y="31911"/>
                  <a:pt x="409815" y="31911"/>
                </a:cubicBezTo>
                <a:cubicBezTo>
                  <a:pt x="419666" y="31911"/>
                  <a:pt x="427788" y="35920"/>
                  <a:pt x="434181" y="43937"/>
                </a:cubicBezTo>
                <a:lnTo>
                  <a:pt x="434181" y="33797"/>
                </a:lnTo>
                <a:lnTo>
                  <a:pt x="447228" y="33797"/>
                </a:lnTo>
                <a:lnTo>
                  <a:pt x="447228" y="106000"/>
                </a:lnTo>
                <a:cubicBezTo>
                  <a:pt x="447228" y="119003"/>
                  <a:pt x="445905" y="128218"/>
                  <a:pt x="443259" y="133645"/>
                </a:cubicBezTo>
                <a:cubicBezTo>
                  <a:pt x="440613" y="139071"/>
                  <a:pt x="436421" y="143357"/>
                  <a:pt x="430683" y="146503"/>
                </a:cubicBezTo>
                <a:cubicBezTo>
                  <a:pt x="424946" y="149650"/>
                  <a:pt x="417885" y="151224"/>
                  <a:pt x="409501" y="151224"/>
                </a:cubicBezTo>
                <a:cubicBezTo>
                  <a:pt x="399545" y="151224"/>
                  <a:pt x="391502" y="148977"/>
                  <a:pt x="385371" y="144484"/>
                </a:cubicBezTo>
                <a:cubicBezTo>
                  <a:pt x="379240" y="139991"/>
                  <a:pt x="376280" y="133225"/>
                  <a:pt x="376490" y="124186"/>
                </a:cubicBezTo>
                <a:moveTo>
                  <a:pt x="388201" y="74042"/>
                </a:moveTo>
                <a:cubicBezTo>
                  <a:pt x="388201" y="84966"/>
                  <a:pt x="390375" y="92936"/>
                  <a:pt x="394724" y="97953"/>
                </a:cubicBezTo>
                <a:cubicBezTo>
                  <a:pt x="399073" y="102971"/>
                  <a:pt x="404523" y="105479"/>
                  <a:pt x="411073" y="105479"/>
                </a:cubicBezTo>
                <a:cubicBezTo>
                  <a:pt x="417570" y="105479"/>
                  <a:pt x="423020" y="102984"/>
                  <a:pt x="427421" y="97993"/>
                </a:cubicBezTo>
                <a:cubicBezTo>
                  <a:pt x="431823" y="93002"/>
                  <a:pt x="434024" y="85175"/>
                  <a:pt x="434024" y="74511"/>
                </a:cubicBezTo>
                <a:cubicBezTo>
                  <a:pt x="434024" y="64320"/>
                  <a:pt x="431757" y="56637"/>
                  <a:pt x="427225" y="51462"/>
                </a:cubicBezTo>
                <a:cubicBezTo>
                  <a:pt x="422692" y="46288"/>
                  <a:pt x="417230" y="43701"/>
                  <a:pt x="410837" y="43701"/>
                </a:cubicBezTo>
                <a:cubicBezTo>
                  <a:pt x="404549" y="43701"/>
                  <a:pt x="399204" y="46249"/>
                  <a:pt x="394803" y="51344"/>
                </a:cubicBezTo>
                <a:cubicBezTo>
                  <a:pt x="390401" y="56440"/>
                  <a:pt x="388201" y="64006"/>
                  <a:pt x="388201" y="74042"/>
                </a:cubicBezTo>
                <a:close/>
                <a:moveTo>
                  <a:pt x="509952" y="80171"/>
                </a:moveTo>
                <a:lnTo>
                  <a:pt x="524336" y="78913"/>
                </a:lnTo>
                <a:cubicBezTo>
                  <a:pt x="525017" y="84677"/>
                  <a:pt x="526602" y="89406"/>
                  <a:pt x="529091" y="93100"/>
                </a:cubicBezTo>
                <a:cubicBezTo>
                  <a:pt x="531580" y="96794"/>
                  <a:pt x="535444" y="99781"/>
                  <a:pt x="540684" y="102060"/>
                </a:cubicBezTo>
                <a:cubicBezTo>
                  <a:pt x="545924" y="104340"/>
                  <a:pt x="551819" y="105479"/>
                  <a:pt x="558369" y="105479"/>
                </a:cubicBezTo>
                <a:cubicBezTo>
                  <a:pt x="564185" y="105479"/>
                  <a:pt x="569320" y="104615"/>
                  <a:pt x="573774" y="102885"/>
                </a:cubicBezTo>
                <a:cubicBezTo>
                  <a:pt x="578228" y="101156"/>
                  <a:pt x="581542" y="98785"/>
                  <a:pt x="583717" y="95772"/>
                </a:cubicBezTo>
                <a:cubicBezTo>
                  <a:pt x="585892" y="92759"/>
                  <a:pt x="586979" y="89471"/>
                  <a:pt x="586979" y="85908"/>
                </a:cubicBezTo>
                <a:cubicBezTo>
                  <a:pt x="586979" y="82293"/>
                  <a:pt x="585931" y="79136"/>
                  <a:pt x="583835" y="76437"/>
                </a:cubicBezTo>
                <a:cubicBezTo>
                  <a:pt x="581739" y="73739"/>
                  <a:pt x="578281" y="71472"/>
                  <a:pt x="573460" y="69638"/>
                </a:cubicBezTo>
                <a:cubicBezTo>
                  <a:pt x="570368" y="68433"/>
                  <a:pt x="563530" y="66560"/>
                  <a:pt x="552946" y="64019"/>
                </a:cubicBezTo>
                <a:cubicBezTo>
                  <a:pt x="542361" y="61477"/>
                  <a:pt x="534947" y="59080"/>
                  <a:pt x="530702" y="56827"/>
                </a:cubicBezTo>
                <a:cubicBezTo>
                  <a:pt x="525200" y="53945"/>
                  <a:pt x="521100" y="50369"/>
                  <a:pt x="518402" y="46098"/>
                </a:cubicBezTo>
                <a:cubicBezTo>
                  <a:pt x="515703" y="41828"/>
                  <a:pt x="514354" y="37046"/>
                  <a:pt x="514354" y="31754"/>
                </a:cubicBezTo>
                <a:cubicBezTo>
                  <a:pt x="514354" y="25938"/>
                  <a:pt x="516004" y="20501"/>
                  <a:pt x="519306" y="15445"/>
                </a:cubicBezTo>
                <a:cubicBezTo>
                  <a:pt x="522607" y="10388"/>
                  <a:pt x="527427" y="6550"/>
                  <a:pt x="533768" y="3930"/>
                </a:cubicBezTo>
                <a:cubicBezTo>
                  <a:pt x="540108" y="1310"/>
                  <a:pt x="547156" y="0"/>
                  <a:pt x="554911" y="0"/>
                </a:cubicBezTo>
                <a:cubicBezTo>
                  <a:pt x="563452" y="0"/>
                  <a:pt x="570984" y="1375"/>
                  <a:pt x="577508" y="4126"/>
                </a:cubicBezTo>
                <a:cubicBezTo>
                  <a:pt x="584031" y="6877"/>
                  <a:pt x="589049" y="10925"/>
                  <a:pt x="592559" y="16270"/>
                </a:cubicBezTo>
                <a:cubicBezTo>
                  <a:pt x="596070" y="21615"/>
                  <a:pt x="597956" y="27667"/>
                  <a:pt x="598218" y="34426"/>
                </a:cubicBezTo>
                <a:lnTo>
                  <a:pt x="583599" y="35527"/>
                </a:lnTo>
                <a:cubicBezTo>
                  <a:pt x="582813" y="28217"/>
                  <a:pt x="580154" y="22695"/>
                  <a:pt x="575621" y="18962"/>
                </a:cubicBezTo>
                <a:cubicBezTo>
                  <a:pt x="571089" y="15228"/>
                  <a:pt x="564395" y="13362"/>
                  <a:pt x="555539" y="13362"/>
                </a:cubicBezTo>
                <a:cubicBezTo>
                  <a:pt x="546317" y="13362"/>
                  <a:pt x="539597" y="15053"/>
                  <a:pt x="535379" y="18436"/>
                </a:cubicBezTo>
                <a:cubicBezTo>
                  <a:pt x="531161" y="21818"/>
                  <a:pt x="529052" y="25894"/>
                  <a:pt x="529052" y="30666"/>
                </a:cubicBezTo>
                <a:cubicBezTo>
                  <a:pt x="529052" y="34809"/>
                  <a:pt x="530545" y="38217"/>
                  <a:pt x="533532" y="40891"/>
                </a:cubicBezTo>
                <a:cubicBezTo>
                  <a:pt x="536466" y="43567"/>
                  <a:pt x="544130" y="46307"/>
                  <a:pt x="556522" y="49112"/>
                </a:cubicBezTo>
                <a:cubicBezTo>
                  <a:pt x="568914" y="51917"/>
                  <a:pt x="577416" y="54368"/>
                  <a:pt x="582027" y="56466"/>
                </a:cubicBezTo>
                <a:cubicBezTo>
                  <a:pt x="588734" y="59559"/>
                  <a:pt x="593686" y="63479"/>
                  <a:pt x="596882" y="68226"/>
                </a:cubicBezTo>
                <a:cubicBezTo>
                  <a:pt x="600079" y="72971"/>
                  <a:pt x="601677" y="78438"/>
                  <a:pt x="601677" y="84626"/>
                </a:cubicBezTo>
                <a:cubicBezTo>
                  <a:pt x="601677" y="90760"/>
                  <a:pt x="599921" y="96541"/>
                  <a:pt x="596411" y="101969"/>
                </a:cubicBezTo>
                <a:cubicBezTo>
                  <a:pt x="592900" y="107396"/>
                  <a:pt x="587857" y="111617"/>
                  <a:pt x="581280" y="114634"/>
                </a:cubicBezTo>
                <a:cubicBezTo>
                  <a:pt x="574704" y="117648"/>
                  <a:pt x="567303" y="119155"/>
                  <a:pt x="559076" y="119155"/>
                </a:cubicBezTo>
                <a:cubicBezTo>
                  <a:pt x="548649" y="119155"/>
                  <a:pt x="539911" y="117636"/>
                  <a:pt x="532864" y="114597"/>
                </a:cubicBezTo>
                <a:cubicBezTo>
                  <a:pt x="525816" y="111558"/>
                  <a:pt x="520288" y="106986"/>
                  <a:pt x="516279" y="100881"/>
                </a:cubicBezTo>
                <a:cubicBezTo>
                  <a:pt x="512271" y="94777"/>
                  <a:pt x="510162" y="87873"/>
                  <a:pt x="509952" y="80171"/>
                </a:cubicBezTo>
                <a:close/>
                <a:moveTo>
                  <a:pt x="677840" y="90388"/>
                </a:moveTo>
                <a:lnTo>
                  <a:pt x="692459" y="92196"/>
                </a:lnTo>
                <a:cubicBezTo>
                  <a:pt x="690154" y="100737"/>
                  <a:pt x="685883" y="107366"/>
                  <a:pt x="679648" y="112082"/>
                </a:cubicBezTo>
                <a:cubicBezTo>
                  <a:pt x="673412" y="116797"/>
                  <a:pt x="665448" y="119155"/>
                  <a:pt x="655754" y="119155"/>
                </a:cubicBezTo>
                <a:cubicBezTo>
                  <a:pt x="643545" y="119155"/>
                  <a:pt x="633864" y="115396"/>
                  <a:pt x="626712" y="107877"/>
                </a:cubicBezTo>
                <a:cubicBezTo>
                  <a:pt x="619559" y="100357"/>
                  <a:pt x="615983" y="89812"/>
                  <a:pt x="615983" y="76241"/>
                </a:cubicBezTo>
                <a:cubicBezTo>
                  <a:pt x="615983" y="62198"/>
                  <a:pt x="619599" y="51299"/>
                  <a:pt x="626830" y="43544"/>
                </a:cubicBezTo>
                <a:cubicBezTo>
                  <a:pt x="634061" y="35789"/>
                  <a:pt x="643440" y="31911"/>
                  <a:pt x="654968" y="31911"/>
                </a:cubicBezTo>
                <a:cubicBezTo>
                  <a:pt x="666129" y="31911"/>
                  <a:pt x="675246" y="35704"/>
                  <a:pt x="682320" y="43291"/>
                </a:cubicBezTo>
                <a:cubicBezTo>
                  <a:pt x="689394" y="50875"/>
                  <a:pt x="692931" y="61547"/>
                  <a:pt x="692931" y="75305"/>
                </a:cubicBezTo>
                <a:cubicBezTo>
                  <a:pt x="692931" y="76142"/>
                  <a:pt x="692905" y="77397"/>
                  <a:pt x="692852" y="79070"/>
                </a:cubicBezTo>
                <a:lnTo>
                  <a:pt x="630602" y="79070"/>
                </a:lnTo>
                <a:cubicBezTo>
                  <a:pt x="631126" y="88214"/>
                  <a:pt x="633720" y="95216"/>
                  <a:pt x="638384" y="100076"/>
                </a:cubicBezTo>
                <a:cubicBezTo>
                  <a:pt x="643047" y="104936"/>
                  <a:pt x="648863" y="107366"/>
                  <a:pt x="655832" y="107366"/>
                </a:cubicBezTo>
                <a:cubicBezTo>
                  <a:pt x="661020" y="107366"/>
                  <a:pt x="665448" y="106016"/>
                  <a:pt x="669116" y="103318"/>
                </a:cubicBezTo>
                <a:cubicBezTo>
                  <a:pt x="672784" y="100618"/>
                  <a:pt x="675692" y="96308"/>
                  <a:pt x="677840" y="90388"/>
                </a:cubicBezTo>
                <a:moveTo>
                  <a:pt x="631388" y="67280"/>
                </a:moveTo>
                <a:lnTo>
                  <a:pt x="677997" y="67280"/>
                </a:lnTo>
                <a:cubicBezTo>
                  <a:pt x="677368" y="60374"/>
                  <a:pt x="675587" y="55193"/>
                  <a:pt x="672653" y="51740"/>
                </a:cubicBezTo>
                <a:cubicBezTo>
                  <a:pt x="668146" y="46381"/>
                  <a:pt x="662304" y="43701"/>
                  <a:pt x="655125" y="43701"/>
                </a:cubicBezTo>
                <a:cubicBezTo>
                  <a:pt x="648628" y="43701"/>
                  <a:pt x="643165" y="45840"/>
                  <a:pt x="638737" y="50119"/>
                </a:cubicBezTo>
                <a:cubicBezTo>
                  <a:pt x="634310" y="54396"/>
                  <a:pt x="631860" y="60116"/>
                  <a:pt x="631388" y="67280"/>
                </a:cubicBezTo>
                <a:close/>
                <a:moveTo>
                  <a:pt x="764667" y="86616"/>
                </a:moveTo>
                <a:lnTo>
                  <a:pt x="778579" y="88423"/>
                </a:lnTo>
                <a:cubicBezTo>
                  <a:pt x="777059" y="98037"/>
                  <a:pt x="773169" y="105563"/>
                  <a:pt x="766907" y="111001"/>
                </a:cubicBezTo>
                <a:cubicBezTo>
                  <a:pt x="760645" y="116437"/>
                  <a:pt x="752956" y="119155"/>
                  <a:pt x="743838" y="119155"/>
                </a:cubicBezTo>
                <a:cubicBezTo>
                  <a:pt x="732415" y="119155"/>
                  <a:pt x="723232" y="115422"/>
                  <a:pt x="716289" y="107955"/>
                </a:cubicBezTo>
                <a:cubicBezTo>
                  <a:pt x="709347" y="100488"/>
                  <a:pt x="705875" y="89786"/>
                  <a:pt x="705875" y="75848"/>
                </a:cubicBezTo>
                <a:cubicBezTo>
                  <a:pt x="705875" y="66835"/>
                  <a:pt x="707369" y="58949"/>
                  <a:pt x="710355" y="52189"/>
                </a:cubicBezTo>
                <a:cubicBezTo>
                  <a:pt x="713342" y="45430"/>
                  <a:pt x="717888" y="40360"/>
                  <a:pt x="723992" y="36981"/>
                </a:cubicBezTo>
                <a:cubicBezTo>
                  <a:pt x="730097" y="33601"/>
                  <a:pt x="736738" y="31911"/>
                  <a:pt x="743917" y="31911"/>
                </a:cubicBezTo>
                <a:cubicBezTo>
                  <a:pt x="752982" y="31911"/>
                  <a:pt x="760396" y="34211"/>
                  <a:pt x="766160" y="38810"/>
                </a:cubicBezTo>
                <a:cubicBezTo>
                  <a:pt x="771924" y="43408"/>
                  <a:pt x="775618" y="49938"/>
                  <a:pt x="777243" y="58399"/>
                </a:cubicBezTo>
                <a:lnTo>
                  <a:pt x="763488" y="60521"/>
                </a:lnTo>
                <a:cubicBezTo>
                  <a:pt x="762178" y="54940"/>
                  <a:pt x="759859" y="50742"/>
                  <a:pt x="756532" y="47925"/>
                </a:cubicBezTo>
                <a:cubicBezTo>
                  <a:pt x="753205" y="45109"/>
                  <a:pt x="749183" y="43701"/>
                  <a:pt x="744467" y="43701"/>
                </a:cubicBezTo>
                <a:cubicBezTo>
                  <a:pt x="737341" y="43701"/>
                  <a:pt x="731551" y="46243"/>
                  <a:pt x="727097" y="51327"/>
                </a:cubicBezTo>
                <a:cubicBezTo>
                  <a:pt x="722643" y="56410"/>
                  <a:pt x="720416" y="64452"/>
                  <a:pt x="720416" y="75455"/>
                </a:cubicBezTo>
                <a:cubicBezTo>
                  <a:pt x="720416" y="86614"/>
                  <a:pt x="722564" y="94723"/>
                  <a:pt x="726861" y="99781"/>
                </a:cubicBezTo>
                <a:cubicBezTo>
                  <a:pt x="731158" y="104837"/>
                  <a:pt x="736764" y="107366"/>
                  <a:pt x="743681" y="107366"/>
                </a:cubicBezTo>
                <a:cubicBezTo>
                  <a:pt x="749235" y="107366"/>
                  <a:pt x="753873" y="105669"/>
                  <a:pt x="757593" y="102276"/>
                </a:cubicBezTo>
                <a:cubicBezTo>
                  <a:pt x="761313" y="98884"/>
                  <a:pt x="763671" y="93663"/>
                  <a:pt x="764667" y="86616"/>
                </a:cubicBezTo>
                <a:close/>
                <a:moveTo>
                  <a:pt x="845388" y="117269"/>
                </a:moveTo>
                <a:lnTo>
                  <a:pt x="845388" y="105008"/>
                </a:lnTo>
                <a:cubicBezTo>
                  <a:pt x="838890" y="114439"/>
                  <a:pt x="830061" y="119155"/>
                  <a:pt x="818900" y="119155"/>
                </a:cubicBezTo>
                <a:cubicBezTo>
                  <a:pt x="813974" y="119155"/>
                  <a:pt x="809376" y="118212"/>
                  <a:pt x="805106" y="116326"/>
                </a:cubicBezTo>
                <a:cubicBezTo>
                  <a:pt x="800835" y="114439"/>
                  <a:pt x="797665" y="112068"/>
                  <a:pt x="795595" y="109213"/>
                </a:cubicBezTo>
                <a:cubicBezTo>
                  <a:pt x="793526" y="106357"/>
                  <a:pt x="792072" y="102859"/>
                  <a:pt x="791233" y="98720"/>
                </a:cubicBezTo>
                <a:cubicBezTo>
                  <a:pt x="790657" y="95943"/>
                  <a:pt x="790369" y="91541"/>
                  <a:pt x="790369" y="85515"/>
                </a:cubicBezTo>
                <a:lnTo>
                  <a:pt x="790369" y="33797"/>
                </a:lnTo>
                <a:lnTo>
                  <a:pt x="804516" y="33797"/>
                </a:lnTo>
                <a:lnTo>
                  <a:pt x="804516" y="80092"/>
                </a:lnTo>
                <a:cubicBezTo>
                  <a:pt x="804516" y="87480"/>
                  <a:pt x="804805" y="92458"/>
                  <a:pt x="805381" y="95026"/>
                </a:cubicBezTo>
                <a:cubicBezTo>
                  <a:pt x="806272" y="98746"/>
                  <a:pt x="808158" y="101667"/>
                  <a:pt x="811040" y="103789"/>
                </a:cubicBezTo>
                <a:cubicBezTo>
                  <a:pt x="813922" y="105912"/>
                  <a:pt x="817485" y="106973"/>
                  <a:pt x="821729" y="106973"/>
                </a:cubicBezTo>
                <a:cubicBezTo>
                  <a:pt x="825974" y="106973"/>
                  <a:pt x="829956" y="105885"/>
                  <a:pt x="833676" y="103711"/>
                </a:cubicBezTo>
                <a:cubicBezTo>
                  <a:pt x="837397" y="101536"/>
                  <a:pt x="840030" y="98576"/>
                  <a:pt x="841576" y="94829"/>
                </a:cubicBezTo>
                <a:cubicBezTo>
                  <a:pt x="843121" y="91083"/>
                  <a:pt x="843894" y="85646"/>
                  <a:pt x="843894" y="78520"/>
                </a:cubicBezTo>
                <a:lnTo>
                  <a:pt x="843894" y="33797"/>
                </a:lnTo>
                <a:lnTo>
                  <a:pt x="858042" y="33797"/>
                </a:lnTo>
                <a:lnTo>
                  <a:pt x="858042" y="117269"/>
                </a:lnTo>
                <a:lnTo>
                  <a:pt x="845388" y="117269"/>
                </a:lnTo>
                <a:close/>
                <a:moveTo>
                  <a:pt x="880025" y="117269"/>
                </a:moveTo>
                <a:lnTo>
                  <a:pt x="880025" y="33797"/>
                </a:lnTo>
                <a:lnTo>
                  <a:pt x="892758" y="33797"/>
                </a:lnTo>
                <a:lnTo>
                  <a:pt x="892758" y="46373"/>
                </a:lnTo>
                <a:cubicBezTo>
                  <a:pt x="896007" y="40485"/>
                  <a:pt x="899007" y="36602"/>
                  <a:pt x="901757" y="34726"/>
                </a:cubicBezTo>
                <a:cubicBezTo>
                  <a:pt x="904508" y="32849"/>
                  <a:pt x="907534" y="31911"/>
                  <a:pt x="910836" y="31911"/>
                </a:cubicBezTo>
                <a:cubicBezTo>
                  <a:pt x="915604" y="31911"/>
                  <a:pt x="920451" y="33424"/>
                  <a:pt x="925376" y="36450"/>
                </a:cubicBezTo>
                <a:lnTo>
                  <a:pt x="920503" y="49517"/>
                </a:lnTo>
                <a:cubicBezTo>
                  <a:pt x="917045" y="47474"/>
                  <a:pt x="913587" y="46452"/>
                  <a:pt x="910128" y="46452"/>
                </a:cubicBezTo>
                <a:cubicBezTo>
                  <a:pt x="907037" y="46452"/>
                  <a:pt x="904260" y="47383"/>
                  <a:pt x="901797" y="49247"/>
                </a:cubicBezTo>
                <a:cubicBezTo>
                  <a:pt x="899334" y="51109"/>
                  <a:pt x="897579" y="53692"/>
                  <a:pt x="896531" y="56996"/>
                </a:cubicBezTo>
                <a:cubicBezTo>
                  <a:pt x="894959" y="62031"/>
                  <a:pt x="894173" y="67539"/>
                  <a:pt x="894173" y="73519"/>
                </a:cubicBezTo>
                <a:lnTo>
                  <a:pt x="894173" y="117269"/>
                </a:lnTo>
                <a:lnTo>
                  <a:pt x="880025" y="117269"/>
                </a:lnTo>
                <a:close/>
                <a:moveTo>
                  <a:pt x="933864" y="18392"/>
                </a:moveTo>
                <a:lnTo>
                  <a:pt x="933864" y="2044"/>
                </a:lnTo>
                <a:lnTo>
                  <a:pt x="948012" y="2044"/>
                </a:lnTo>
                <a:lnTo>
                  <a:pt x="948012" y="18392"/>
                </a:lnTo>
                <a:lnTo>
                  <a:pt x="933864" y="18392"/>
                </a:lnTo>
                <a:moveTo>
                  <a:pt x="933864" y="117269"/>
                </a:moveTo>
                <a:lnTo>
                  <a:pt x="933864" y="33797"/>
                </a:lnTo>
                <a:lnTo>
                  <a:pt x="948012" y="33797"/>
                </a:lnTo>
                <a:lnTo>
                  <a:pt x="948012" y="117269"/>
                </a:lnTo>
                <a:lnTo>
                  <a:pt x="933864" y="117269"/>
                </a:lnTo>
                <a:close/>
                <a:moveTo>
                  <a:pt x="1000410" y="104772"/>
                </a:moveTo>
                <a:lnTo>
                  <a:pt x="1002453" y="117269"/>
                </a:lnTo>
                <a:cubicBezTo>
                  <a:pt x="998471" y="118003"/>
                  <a:pt x="994908" y="118369"/>
                  <a:pt x="991764" y="118369"/>
                </a:cubicBezTo>
                <a:cubicBezTo>
                  <a:pt x="986629" y="118369"/>
                  <a:pt x="982646" y="117557"/>
                  <a:pt x="979817" y="115933"/>
                </a:cubicBezTo>
                <a:cubicBezTo>
                  <a:pt x="976987" y="114308"/>
                  <a:pt x="974996" y="112173"/>
                  <a:pt x="973843" y="109527"/>
                </a:cubicBezTo>
                <a:cubicBezTo>
                  <a:pt x="972691" y="106881"/>
                  <a:pt x="972114" y="101314"/>
                  <a:pt x="972114" y="92825"/>
                </a:cubicBezTo>
                <a:lnTo>
                  <a:pt x="972114" y="44801"/>
                </a:lnTo>
                <a:lnTo>
                  <a:pt x="961739" y="44801"/>
                </a:lnTo>
                <a:lnTo>
                  <a:pt x="961739" y="33797"/>
                </a:lnTo>
                <a:lnTo>
                  <a:pt x="972114" y="33797"/>
                </a:lnTo>
                <a:lnTo>
                  <a:pt x="972114" y="13069"/>
                </a:lnTo>
                <a:lnTo>
                  <a:pt x="986183" y="4559"/>
                </a:lnTo>
                <a:lnTo>
                  <a:pt x="986183" y="33797"/>
                </a:lnTo>
                <a:lnTo>
                  <a:pt x="1000410" y="33797"/>
                </a:lnTo>
                <a:lnTo>
                  <a:pt x="1000410" y="44801"/>
                </a:lnTo>
                <a:lnTo>
                  <a:pt x="986183" y="44801"/>
                </a:lnTo>
                <a:lnTo>
                  <a:pt x="986183" y="93611"/>
                </a:lnTo>
                <a:cubicBezTo>
                  <a:pt x="986183" y="97646"/>
                  <a:pt x="986432" y="100239"/>
                  <a:pt x="986930" y="101392"/>
                </a:cubicBezTo>
                <a:cubicBezTo>
                  <a:pt x="987428" y="102545"/>
                  <a:pt x="988240" y="103462"/>
                  <a:pt x="989367" y="104143"/>
                </a:cubicBezTo>
                <a:cubicBezTo>
                  <a:pt x="990493" y="104824"/>
                  <a:pt x="992104" y="105165"/>
                  <a:pt x="994200" y="105165"/>
                </a:cubicBezTo>
                <a:cubicBezTo>
                  <a:pt x="995772" y="105165"/>
                  <a:pt x="997842" y="105034"/>
                  <a:pt x="1000410" y="104772"/>
                </a:cubicBezTo>
                <a:close/>
                <a:moveTo>
                  <a:pt x="1013641" y="149494"/>
                </a:moveTo>
                <a:lnTo>
                  <a:pt x="1012069" y="136211"/>
                </a:lnTo>
                <a:cubicBezTo>
                  <a:pt x="1015161" y="137050"/>
                  <a:pt x="1017859" y="137469"/>
                  <a:pt x="1020165" y="137469"/>
                </a:cubicBezTo>
                <a:cubicBezTo>
                  <a:pt x="1023309" y="137469"/>
                  <a:pt x="1025824" y="136938"/>
                  <a:pt x="1027710" y="135877"/>
                </a:cubicBezTo>
                <a:cubicBezTo>
                  <a:pt x="1029597" y="134818"/>
                  <a:pt x="1031143" y="133333"/>
                  <a:pt x="1032348" y="131424"/>
                </a:cubicBezTo>
                <a:cubicBezTo>
                  <a:pt x="1033239" y="129993"/>
                  <a:pt x="1034680" y="126441"/>
                  <a:pt x="1036671" y="120769"/>
                </a:cubicBezTo>
                <a:cubicBezTo>
                  <a:pt x="1036933" y="119973"/>
                  <a:pt x="1037352" y="118807"/>
                  <a:pt x="1037928" y="117269"/>
                </a:cubicBezTo>
                <a:lnTo>
                  <a:pt x="1006253" y="33797"/>
                </a:lnTo>
                <a:lnTo>
                  <a:pt x="1021501" y="33797"/>
                </a:lnTo>
                <a:lnTo>
                  <a:pt x="1038871" y="82022"/>
                </a:lnTo>
                <a:cubicBezTo>
                  <a:pt x="1041125" y="88140"/>
                  <a:pt x="1043142" y="94570"/>
                  <a:pt x="1044924" y="101314"/>
                </a:cubicBezTo>
                <a:cubicBezTo>
                  <a:pt x="1046548" y="94831"/>
                  <a:pt x="1048487" y="88505"/>
                  <a:pt x="1050740" y="82337"/>
                </a:cubicBezTo>
                <a:lnTo>
                  <a:pt x="1068582" y="33797"/>
                </a:lnTo>
                <a:lnTo>
                  <a:pt x="1082729" y="33797"/>
                </a:lnTo>
                <a:lnTo>
                  <a:pt x="1050976" y="118740"/>
                </a:lnTo>
                <a:cubicBezTo>
                  <a:pt x="1047570" y="127917"/>
                  <a:pt x="1044924" y="134235"/>
                  <a:pt x="1043037" y="137695"/>
                </a:cubicBezTo>
                <a:cubicBezTo>
                  <a:pt x="1040522" y="142362"/>
                  <a:pt x="1037640" y="145783"/>
                  <a:pt x="1034391" y="147959"/>
                </a:cubicBezTo>
                <a:cubicBezTo>
                  <a:pt x="1031143" y="150136"/>
                  <a:pt x="1027265" y="151224"/>
                  <a:pt x="1022759" y="151224"/>
                </a:cubicBezTo>
                <a:cubicBezTo>
                  <a:pt x="1020034" y="151224"/>
                  <a:pt x="1016995" y="150647"/>
                  <a:pt x="1013641" y="149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16DFB-7D7A-4788-B232-274B506B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486" y="1290590"/>
            <a:ext cx="2032254" cy="318583"/>
          </a:xfrm>
          <a:custGeom xmlns:a="http://schemas.openxmlformats.org/drawingml/2006/main">
            <a:pathLst>
              <a:path w="2032254" h="318583">
                <a:moveTo>
                  <a:pt x="0" y="0"/>
                </a:moveTo>
                <a:lnTo>
                  <a:pt x="1831029" y="0"/>
                </a:lnTo>
                <a:lnTo>
                  <a:pt x="2032254" y="201225"/>
                </a:lnTo>
                <a:lnTo>
                  <a:pt x="2032254" y="318583"/>
                </a:lnTo>
                <a:lnTo>
                  <a:pt x="0" y="31858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1C712-9D44-42D9-81A8-46DFA71C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486" y="1290590"/>
            <a:ext cx="2032254" cy="318583"/>
          </a:xfrm>
          <a:custGeom xmlns:a="http://schemas.openxmlformats.org/drawingml/2006/main">
            <a:pathLst>
              <a:path w="2032254" h="318583" fill="none">
                <a:moveTo>
                  <a:pt x="0" y="0"/>
                </a:moveTo>
                <a:lnTo>
                  <a:pt x="1831029" y="0"/>
                </a:lnTo>
                <a:lnTo>
                  <a:pt x="2032254" y="201225"/>
                </a:lnTo>
                <a:lnTo>
                  <a:pt x="2032254" y="318583"/>
                </a:lnTo>
                <a:lnTo>
                  <a:pt x="0" y="3185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AB24F-BB93-44D2-B459-0FF05E73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515" y="1290590"/>
            <a:ext cx="201225" cy="201225"/>
          </a:xfrm>
          <a:custGeom xmlns:a="http://schemas.openxmlformats.org/drawingml/2006/main">
            <a:pathLst>
              <a:path w="201225" h="201225">
                <a:moveTo>
                  <a:pt x="0" y="0"/>
                </a:moveTo>
                <a:lnTo>
                  <a:pt x="0" y="201225"/>
                </a:lnTo>
                <a:lnTo>
                  <a:pt x="201225" y="2012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56741-7682-44A7-A60F-B20D0E75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515" y="1290590"/>
            <a:ext cx="201225" cy="201225"/>
          </a:xfrm>
          <a:custGeom xmlns:a="http://schemas.openxmlformats.org/drawingml/2006/main">
            <a:pathLst>
              <a:path w="201225" h="201225" fill="none">
                <a:moveTo>
                  <a:pt x="0" y="0"/>
                </a:moveTo>
                <a:lnTo>
                  <a:pt x="0" y="201225"/>
                </a:lnTo>
                <a:lnTo>
                  <a:pt x="201225" y="201225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18" name="Text SpringBoot">
            <a:extLst xmlns:a="http://schemas.openxmlformats.org/drawingml/2006/main">
              <a:ext uri="{FF2B5EF4-FFF2-40B4-BE49-F238E27FC236}">
                <a16:creationId xmlns:a16="http://schemas.microsoft.com/office/drawing/2014/main" id="{6435F899-FCD1-4AFF-8365-D058DA3A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621" y="1381232"/>
            <a:ext cx="832630" cy="151224"/>
          </a:xfrm>
          <a:custGeom xmlns:a="http://schemas.openxmlformats.org/drawingml/2006/main">
            <a:pathLst>
              <a:path w="832630" h="151224">
                <a:moveTo>
                  <a:pt x="0" y="80171"/>
                </a:moveTo>
                <a:lnTo>
                  <a:pt x="14384" y="78913"/>
                </a:lnTo>
                <a:cubicBezTo>
                  <a:pt x="15065" y="84677"/>
                  <a:pt x="16650" y="89406"/>
                  <a:pt x="19139" y="93100"/>
                </a:cubicBezTo>
                <a:cubicBezTo>
                  <a:pt x="21628" y="96794"/>
                  <a:pt x="25492" y="99781"/>
                  <a:pt x="30732" y="102060"/>
                </a:cubicBezTo>
                <a:cubicBezTo>
                  <a:pt x="35972" y="104340"/>
                  <a:pt x="41867" y="105479"/>
                  <a:pt x="48417" y="105479"/>
                </a:cubicBezTo>
                <a:cubicBezTo>
                  <a:pt x="54233" y="105479"/>
                  <a:pt x="59368" y="104615"/>
                  <a:pt x="63822" y="102885"/>
                </a:cubicBezTo>
                <a:cubicBezTo>
                  <a:pt x="68276" y="101156"/>
                  <a:pt x="71590" y="98785"/>
                  <a:pt x="73765" y="95772"/>
                </a:cubicBezTo>
                <a:cubicBezTo>
                  <a:pt x="75939" y="92759"/>
                  <a:pt x="77027" y="89471"/>
                  <a:pt x="77027" y="85908"/>
                </a:cubicBezTo>
                <a:cubicBezTo>
                  <a:pt x="77027" y="82293"/>
                  <a:pt x="75979" y="79136"/>
                  <a:pt x="73883" y="76437"/>
                </a:cubicBezTo>
                <a:cubicBezTo>
                  <a:pt x="71787" y="73739"/>
                  <a:pt x="68328" y="71472"/>
                  <a:pt x="63508" y="69638"/>
                </a:cubicBezTo>
                <a:cubicBezTo>
                  <a:pt x="60416" y="68433"/>
                  <a:pt x="53578" y="66560"/>
                  <a:pt x="42993" y="64019"/>
                </a:cubicBezTo>
                <a:cubicBezTo>
                  <a:pt x="32409" y="61477"/>
                  <a:pt x="24994" y="59080"/>
                  <a:pt x="20750" y="56827"/>
                </a:cubicBezTo>
                <a:cubicBezTo>
                  <a:pt x="15248" y="53945"/>
                  <a:pt x="11148" y="50369"/>
                  <a:pt x="8449" y="46098"/>
                </a:cubicBezTo>
                <a:cubicBezTo>
                  <a:pt x="5751" y="41828"/>
                  <a:pt x="4402" y="37046"/>
                  <a:pt x="4402" y="31754"/>
                </a:cubicBezTo>
                <a:cubicBezTo>
                  <a:pt x="4402" y="25938"/>
                  <a:pt x="6052" y="20501"/>
                  <a:pt x="9353" y="15445"/>
                </a:cubicBezTo>
                <a:cubicBezTo>
                  <a:pt x="12654" y="10388"/>
                  <a:pt x="17475" y="6550"/>
                  <a:pt x="23815" y="3930"/>
                </a:cubicBezTo>
                <a:cubicBezTo>
                  <a:pt x="30156" y="1310"/>
                  <a:pt x="37203" y="0"/>
                  <a:pt x="44958" y="0"/>
                </a:cubicBezTo>
                <a:cubicBezTo>
                  <a:pt x="53499" y="0"/>
                  <a:pt x="61032" y="1375"/>
                  <a:pt x="67555" y="4126"/>
                </a:cubicBezTo>
                <a:cubicBezTo>
                  <a:pt x="74079" y="6877"/>
                  <a:pt x="79096" y="10925"/>
                  <a:pt x="82607" y="16270"/>
                </a:cubicBezTo>
                <a:cubicBezTo>
                  <a:pt x="86118" y="21615"/>
                  <a:pt x="88004" y="27667"/>
                  <a:pt x="88266" y="34426"/>
                </a:cubicBezTo>
                <a:lnTo>
                  <a:pt x="73647" y="35527"/>
                </a:lnTo>
                <a:cubicBezTo>
                  <a:pt x="72861" y="28217"/>
                  <a:pt x="70202" y="22695"/>
                  <a:pt x="65669" y="18962"/>
                </a:cubicBezTo>
                <a:cubicBezTo>
                  <a:pt x="61137" y="15228"/>
                  <a:pt x="54443" y="13362"/>
                  <a:pt x="45587" y="13362"/>
                </a:cubicBezTo>
                <a:cubicBezTo>
                  <a:pt x="36365" y="13362"/>
                  <a:pt x="29645" y="15053"/>
                  <a:pt x="25427" y="18436"/>
                </a:cubicBezTo>
                <a:cubicBezTo>
                  <a:pt x="21209" y="21818"/>
                  <a:pt x="19099" y="25894"/>
                  <a:pt x="19099" y="30666"/>
                </a:cubicBezTo>
                <a:cubicBezTo>
                  <a:pt x="19099" y="34809"/>
                  <a:pt x="20593" y="38217"/>
                  <a:pt x="23580" y="40891"/>
                </a:cubicBezTo>
                <a:cubicBezTo>
                  <a:pt x="26514" y="43567"/>
                  <a:pt x="34177" y="46307"/>
                  <a:pt x="46570" y="49112"/>
                </a:cubicBezTo>
                <a:cubicBezTo>
                  <a:pt x="58962" y="51917"/>
                  <a:pt x="67464" y="54368"/>
                  <a:pt x="72075" y="56466"/>
                </a:cubicBezTo>
                <a:cubicBezTo>
                  <a:pt x="78782" y="59559"/>
                  <a:pt x="83734" y="63479"/>
                  <a:pt x="86930" y="68226"/>
                </a:cubicBezTo>
                <a:cubicBezTo>
                  <a:pt x="90126" y="72971"/>
                  <a:pt x="91725" y="78438"/>
                  <a:pt x="91725" y="84626"/>
                </a:cubicBezTo>
                <a:cubicBezTo>
                  <a:pt x="91725" y="90760"/>
                  <a:pt x="89969" y="96541"/>
                  <a:pt x="86458" y="101969"/>
                </a:cubicBezTo>
                <a:cubicBezTo>
                  <a:pt x="82948" y="107396"/>
                  <a:pt x="77904" y="111617"/>
                  <a:pt x="71328" y="114634"/>
                </a:cubicBezTo>
                <a:cubicBezTo>
                  <a:pt x="64752" y="117648"/>
                  <a:pt x="57351" y="119155"/>
                  <a:pt x="49124" y="119155"/>
                </a:cubicBezTo>
                <a:cubicBezTo>
                  <a:pt x="38697" y="119155"/>
                  <a:pt x="29959" y="117636"/>
                  <a:pt x="22911" y="114597"/>
                </a:cubicBezTo>
                <a:cubicBezTo>
                  <a:pt x="15864" y="111558"/>
                  <a:pt x="10336" y="106986"/>
                  <a:pt x="6327" y="100881"/>
                </a:cubicBezTo>
                <a:cubicBezTo>
                  <a:pt x="2319" y="94777"/>
                  <a:pt x="210" y="87873"/>
                  <a:pt x="0" y="80171"/>
                </a:cubicBezTo>
                <a:close/>
                <a:moveTo>
                  <a:pt x="110747" y="149337"/>
                </a:moveTo>
                <a:lnTo>
                  <a:pt x="110747" y="33797"/>
                </a:lnTo>
                <a:lnTo>
                  <a:pt x="123637" y="33797"/>
                </a:lnTo>
                <a:lnTo>
                  <a:pt x="123637" y="44565"/>
                </a:lnTo>
                <a:cubicBezTo>
                  <a:pt x="126676" y="40347"/>
                  <a:pt x="130108" y="37184"/>
                  <a:pt x="133933" y="35075"/>
                </a:cubicBezTo>
                <a:cubicBezTo>
                  <a:pt x="137758" y="32966"/>
                  <a:pt x="142396" y="31911"/>
                  <a:pt x="147845" y="31911"/>
                </a:cubicBezTo>
                <a:cubicBezTo>
                  <a:pt x="154971" y="31911"/>
                  <a:pt x="161259" y="33745"/>
                  <a:pt x="166709" y="37413"/>
                </a:cubicBezTo>
                <a:cubicBezTo>
                  <a:pt x="172158" y="41081"/>
                  <a:pt x="176272" y="46255"/>
                  <a:pt x="179049" y="52936"/>
                </a:cubicBezTo>
                <a:cubicBezTo>
                  <a:pt x="181826" y="59617"/>
                  <a:pt x="183214" y="66940"/>
                  <a:pt x="183214" y="74904"/>
                </a:cubicBezTo>
                <a:cubicBezTo>
                  <a:pt x="183214" y="83445"/>
                  <a:pt x="181682" y="91135"/>
                  <a:pt x="178616" y="97973"/>
                </a:cubicBezTo>
                <a:cubicBezTo>
                  <a:pt x="175551" y="104811"/>
                  <a:pt x="171097" y="110051"/>
                  <a:pt x="165255" y="113693"/>
                </a:cubicBezTo>
                <a:cubicBezTo>
                  <a:pt x="159412" y="117335"/>
                  <a:pt x="153268" y="119155"/>
                  <a:pt x="146823" y="119155"/>
                </a:cubicBezTo>
                <a:cubicBezTo>
                  <a:pt x="142107" y="119155"/>
                  <a:pt x="137876" y="118147"/>
                  <a:pt x="134130" y="116129"/>
                </a:cubicBezTo>
                <a:cubicBezTo>
                  <a:pt x="130383" y="114110"/>
                  <a:pt x="127305" y="111561"/>
                  <a:pt x="124894" y="108481"/>
                </a:cubicBezTo>
                <a:lnTo>
                  <a:pt x="124894" y="149337"/>
                </a:lnTo>
                <a:lnTo>
                  <a:pt x="110747" y="149337"/>
                </a:lnTo>
                <a:moveTo>
                  <a:pt x="123558" y="75887"/>
                </a:moveTo>
                <a:cubicBezTo>
                  <a:pt x="123558" y="86616"/>
                  <a:pt x="125733" y="94544"/>
                  <a:pt x="130082" y="99673"/>
                </a:cubicBezTo>
                <a:cubicBezTo>
                  <a:pt x="134431" y="104801"/>
                  <a:pt x="139697" y="107366"/>
                  <a:pt x="145880" y="107366"/>
                </a:cubicBezTo>
                <a:cubicBezTo>
                  <a:pt x="152168" y="107366"/>
                  <a:pt x="157552" y="104710"/>
                  <a:pt x="162032" y="99398"/>
                </a:cubicBezTo>
                <a:cubicBezTo>
                  <a:pt x="166512" y="94086"/>
                  <a:pt x="168752" y="85856"/>
                  <a:pt x="168752" y="74708"/>
                </a:cubicBezTo>
                <a:cubicBezTo>
                  <a:pt x="168752" y="64084"/>
                  <a:pt x="166565" y="56129"/>
                  <a:pt x="162189" y="50843"/>
                </a:cubicBezTo>
                <a:cubicBezTo>
                  <a:pt x="157814" y="45558"/>
                  <a:pt x="152587" y="42915"/>
                  <a:pt x="146509" y="42915"/>
                </a:cubicBezTo>
                <a:cubicBezTo>
                  <a:pt x="140483" y="42915"/>
                  <a:pt x="135151" y="45728"/>
                  <a:pt x="130514" y="51354"/>
                </a:cubicBezTo>
                <a:cubicBezTo>
                  <a:pt x="125877" y="56981"/>
                  <a:pt x="123558" y="65158"/>
                  <a:pt x="123558" y="75887"/>
                </a:cubicBezTo>
                <a:close/>
                <a:moveTo>
                  <a:pt x="200089" y="117269"/>
                </a:moveTo>
                <a:lnTo>
                  <a:pt x="200089" y="33797"/>
                </a:lnTo>
                <a:lnTo>
                  <a:pt x="212822" y="33797"/>
                </a:lnTo>
                <a:lnTo>
                  <a:pt x="212822" y="46373"/>
                </a:lnTo>
                <a:cubicBezTo>
                  <a:pt x="216070" y="40485"/>
                  <a:pt x="219070" y="36602"/>
                  <a:pt x="221821" y="34726"/>
                </a:cubicBezTo>
                <a:cubicBezTo>
                  <a:pt x="224572" y="32849"/>
                  <a:pt x="227598" y="31911"/>
                  <a:pt x="230899" y="31911"/>
                </a:cubicBezTo>
                <a:cubicBezTo>
                  <a:pt x="235668" y="31911"/>
                  <a:pt x="240514" y="33424"/>
                  <a:pt x="245440" y="36450"/>
                </a:cubicBezTo>
                <a:lnTo>
                  <a:pt x="240567" y="49517"/>
                </a:lnTo>
                <a:cubicBezTo>
                  <a:pt x="237108" y="47474"/>
                  <a:pt x="233650" y="46452"/>
                  <a:pt x="230192" y="46452"/>
                </a:cubicBezTo>
                <a:cubicBezTo>
                  <a:pt x="227100" y="46452"/>
                  <a:pt x="224323" y="47383"/>
                  <a:pt x="221860" y="49247"/>
                </a:cubicBezTo>
                <a:cubicBezTo>
                  <a:pt x="219398" y="51109"/>
                  <a:pt x="217642" y="53692"/>
                  <a:pt x="216594" y="56996"/>
                </a:cubicBezTo>
                <a:cubicBezTo>
                  <a:pt x="215022" y="62031"/>
                  <a:pt x="214236" y="67539"/>
                  <a:pt x="214236" y="73519"/>
                </a:cubicBezTo>
                <a:lnTo>
                  <a:pt x="214236" y="117269"/>
                </a:lnTo>
                <a:lnTo>
                  <a:pt x="200089" y="117269"/>
                </a:lnTo>
                <a:close/>
                <a:moveTo>
                  <a:pt x="253927" y="18392"/>
                </a:moveTo>
                <a:lnTo>
                  <a:pt x="253927" y="2044"/>
                </a:lnTo>
                <a:lnTo>
                  <a:pt x="268075" y="2044"/>
                </a:lnTo>
                <a:lnTo>
                  <a:pt x="268075" y="18392"/>
                </a:lnTo>
                <a:lnTo>
                  <a:pt x="253927" y="18392"/>
                </a:lnTo>
                <a:moveTo>
                  <a:pt x="253927" y="117269"/>
                </a:moveTo>
                <a:lnTo>
                  <a:pt x="253927" y="33797"/>
                </a:lnTo>
                <a:lnTo>
                  <a:pt x="268075" y="33797"/>
                </a:lnTo>
                <a:lnTo>
                  <a:pt x="268075" y="117269"/>
                </a:lnTo>
                <a:lnTo>
                  <a:pt x="253927" y="117269"/>
                </a:lnTo>
                <a:close/>
                <a:moveTo>
                  <a:pt x="289584" y="117269"/>
                </a:moveTo>
                <a:lnTo>
                  <a:pt x="289584" y="33797"/>
                </a:lnTo>
                <a:lnTo>
                  <a:pt x="302317" y="33797"/>
                </a:lnTo>
                <a:lnTo>
                  <a:pt x="302317" y="45587"/>
                </a:lnTo>
                <a:cubicBezTo>
                  <a:pt x="308448" y="36470"/>
                  <a:pt x="317303" y="31911"/>
                  <a:pt x="328883" y="31911"/>
                </a:cubicBezTo>
                <a:cubicBezTo>
                  <a:pt x="333914" y="31911"/>
                  <a:pt x="338538" y="32815"/>
                  <a:pt x="342756" y="34623"/>
                </a:cubicBezTo>
                <a:cubicBezTo>
                  <a:pt x="346974" y="36430"/>
                  <a:pt x="350131" y="38801"/>
                  <a:pt x="352227" y="41736"/>
                </a:cubicBezTo>
                <a:cubicBezTo>
                  <a:pt x="354323" y="44670"/>
                  <a:pt x="355790" y="48155"/>
                  <a:pt x="356629" y="52189"/>
                </a:cubicBezTo>
                <a:cubicBezTo>
                  <a:pt x="357153" y="54809"/>
                  <a:pt x="357415" y="59394"/>
                  <a:pt x="357415" y="65944"/>
                </a:cubicBezTo>
                <a:lnTo>
                  <a:pt x="357415" y="117269"/>
                </a:lnTo>
                <a:lnTo>
                  <a:pt x="343267" y="117269"/>
                </a:lnTo>
                <a:lnTo>
                  <a:pt x="343267" y="66440"/>
                </a:lnTo>
                <a:cubicBezTo>
                  <a:pt x="343267" y="60670"/>
                  <a:pt x="342717" y="56355"/>
                  <a:pt x="341616" y="53496"/>
                </a:cubicBezTo>
                <a:cubicBezTo>
                  <a:pt x="340516" y="50637"/>
                  <a:pt x="338564" y="48355"/>
                  <a:pt x="335761" y="46651"/>
                </a:cubicBezTo>
                <a:cubicBezTo>
                  <a:pt x="332957" y="44946"/>
                  <a:pt x="329669" y="44094"/>
                  <a:pt x="325897" y="44094"/>
                </a:cubicBezTo>
                <a:cubicBezTo>
                  <a:pt x="319871" y="44094"/>
                  <a:pt x="314670" y="46009"/>
                  <a:pt x="310295" y="49839"/>
                </a:cubicBezTo>
                <a:cubicBezTo>
                  <a:pt x="305919" y="53667"/>
                  <a:pt x="303732" y="60932"/>
                  <a:pt x="303732" y="71633"/>
                </a:cubicBezTo>
                <a:lnTo>
                  <a:pt x="303732" y="117269"/>
                </a:lnTo>
                <a:lnTo>
                  <a:pt x="289584" y="117269"/>
                </a:lnTo>
                <a:close/>
                <a:moveTo>
                  <a:pt x="376490" y="124186"/>
                </a:moveTo>
                <a:lnTo>
                  <a:pt x="390244" y="126229"/>
                </a:lnTo>
                <a:cubicBezTo>
                  <a:pt x="390821" y="130474"/>
                  <a:pt x="392419" y="133565"/>
                  <a:pt x="395039" y="135504"/>
                </a:cubicBezTo>
                <a:cubicBezTo>
                  <a:pt x="398550" y="138124"/>
                  <a:pt x="403344" y="139434"/>
                  <a:pt x="409422" y="139434"/>
                </a:cubicBezTo>
                <a:cubicBezTo>
                  <a:pt x="415972" y="139434"/>
                  <a:pt x="421029" y="138121"/>
                  <a:pt x="424592" y="135494"/>
                </a:cubicBezTo>
                <a:cubicBezTo>
                  <a:pt x="428155" y="132869"/>
                  <a:pt x="430565" y="129193"/>
                  <a:pt x="431823" y="124466"/>
                </a:cubicBezTo>
                <a:cubicBezTo>
                  <a:pt x="432556" y="121579"/>
                  <a:pt x="432897" y="115514"/>
                  <a:pt x="432845" y="106270"/>
                </a:cubicBezTo>
                <a:cubicBezTo>
                  <a:pt x="426662" y="113603"/>
                  <a:pt x="418959" y="117269"/>
                  <a:pt x="409737" y="117269"/>
                </a:cubicBezTo>
                <a:cubicBezTo>
                  <a:pt x="398261" y="117269"/>
                  <a:pt x="389380" y="113130"/>
                  <a:pt x="383092" y="104850"/>
                </a:cubicBezTo>
                <a:cubicBezTo>
                  <a:pt x="376804" y="96571"/>
                  <a:pt x="373660" y="86642"/>
                  <a:pt x="373660" y="75062"/>
                </a:cubicBezTo>
                <a:cubicBezTo>
                  <a:pt x="373660" y="67097"/>
                  <a:pt x="375101" y="59748"/>
                  <a:pt x="377983" y="53015"/>
                </a:cubicBezTo>
                <a:cubicBezTo>
                  <a:pt x="380865" y="46281"/>
                  <a:pt x="385044" y="41081"/>
                  <a:pt x="390519" y="37413"/>
                </a:cubicBezTo>
                <a:cubicBezTo>
                  <a:pt x="395995" y="33745"/>
                  <a:pt x="402427" y="31911"/>
                  <a:pt x="409815" y="31911"/>
                </a:cubicBezTo>
                <a:cubicBezTo>
                  <a:pt x="419666" y="31911"/>
                  <a:pt x="427788" y="35920"/>
                  <a:pt x="434181" y="43937"/>
                </a:cubicBezTo>
                <a:lnTo>
                  <a:pt x="434181" y="33797"/>
                </a:lnTo>
                <a:lnTo>
                  <a:pt x="447228" y="33797"/>
                </a:lnTo>
                <a:lnTo>
                  <a:pt x="447228" y="106000"/>
                </a:lnTo>
                <a:cubicBezTo>
                  <a:pt x="447228" y="119003"/>
                  <a:pt x="445905" y="128218"/>
                  <a:pt x="443259" y="133645"/>
                </a:cubicBezTo>
                <a:cubicBezTo>
                  <a:pt x="440613" y="139071"/>
                  <a:pt x="436421" y="143357"/>
                  <a:pt x="430683" y="146503"/>
                </a:cubicBezTo>
                <a:cubicBezTo>
                  <a:pt x="424946" y="149650"/>
                  <a:pt x="417885" y="151224"/>
                  <a:pt x="409501" y="151224"/>
                </a:cubicBezTo>
                <a:cubicBezTo>
                  <a:pt x="399545" y="151224"/>
                  <a:pt x="391502" y="148977"/>
                  <a:pt x="385371" y="144484"/>
                </a:cubicBezTo>
                <a:cubicBezTo>
                  <a:pt x="379240" y="139991"/>
                  <a:pt x="376280" y="133225"/>
                  <a:pt x="376490" y="124186"/>
                </a:cubicBezTo>
                <a:moveTo>
                  <a:pt x="388201" y="74042"/>
                </a:moveTo>
                <a:cubicBezTo>
                  <a:pt x="388201" y="84966"/>
                  <a:pt x="390375" y="92936"/>
                  <a:pt x="394724" y="97953"/>
                </a:cubicBezTo>
                <a:cubicBezTo>
                  <a:pt x="399073" y="102971"/>
                  <a:pt x="404523" y="105479"/>
                  <a:pt x="411073" y="105479"/>
                </a:cubicBezTo>
                <a:cubicBezTo>
                  <a:pt x="417570" y="105479"/>
                  <a:pt x="423020" y="102984"/>
                  <a:pt x="427421" y="97993"/>
                </a:cubicBezTo>
                <a:cubicBezTo>
                  <a:pt x="431823" y="93002"/>
                  <a:pt x="434024" y="85175"/>
                  <a:pt x="434024" y="74511"/>
                </a:cubicBezTo>
                <a:cubicBezTo>
                  <a:pt x="434024" y="64320"/>
                  <a:pt x="431757" y="56637"/>
                  <a:pt x="427225" y="51462"/>
                </a:cubicBezTo>
                <a:cubicBezTo>
                  <a:pt x="422692" y="46288"/>
                  <a:pt x="417230" y="43701"/>
                  <a:pt x="410837" y="43701"/>
                </a:cubicBezTo>
                <a:cubicBezTo>
                  <a:pt x="404549" y="43701"/>
                  <a:pt x="399204" y="46249"/>
                  <a:pt x="394803" y="51344"/>
                </a:cubicBezTo>
                <a:cubicBezTo>
                  <a:pt x="390401" y="56440"/>
                  <a:pt x="388201" y="64006"/>
                  <a:pt x="388201" y="74042"/>
                </a:cubicBezTo>
                <a:close/>
                <a:moveTo>
                  <a:pt x="514511" y="117269"/>
                </a:moveTo>
                <a:lnTo>
                  <a:pt x="514511" y="2044"/>
                </a:lnTo>
                <a:lnTo>
                  <a:pt x="557740" y="2044"/>
                </a:lnTo>
                <a:cubicBezTo>
                  <a:pt x="566543" y="2044"/>
                  <a:pt x="573604" y="3209"/>
                  <a:pt x="578923" y="5541"/>
                </a:cubicBezTo>
                <a:cubicBezTo>
                  <a:pt x="584241" y="7873"/>
                  <a:pt x="588407" y="11462"/>
                  <a:pt x="591420" y="16309"/>
                </a:cubicBezTo>
                <a:cubicBezTo>
                  <a:pt x="594433" y="21156"/>
                  <a:pt x="595939" y="26226"/>
                  <a:pt x="595939" y="31518"/>
                </a:cubicBezTo>
                <a:cubicBezTo>
                  <a:pt x="595939" y="36444"/>
                  <a:pt x="594603" y="41081"/>
                  <a:pt x="591931" y="45430"/>
                </a:cubicBezTo>
                <a:cubicBezTo>
                  <a:pt x="589258" y="49779"/>
                  <a:pt x="585224" y="53290"/>
                  <a:pt x="579826" y="55962"/>
                </a:cubicBezTo>
                <a:cubicBezTo>
                  <a:pt x="586795" y="58006"/>
                  <a:pt x="592153" y="61490"/>
                  <a:pt x="595900" y="66416"/>
                </a:cubicBezTo>
                <a:cubicBezTo>
                  <a:pt x="599646" y="71341"/>
                  <a:pt x="601520" y="77158"/>
                  <a:pt x="601520" y="83865"/>
                </a:cubicBezTo>
                <a:cubicBezTo>
                  <a:pt x="601520" y="89262"/>
                  <a:pt x="600380" y="94279"/>
                  <a:pt x="598101" y="98916"/>
                </a:cubicBezTo>
                <a:cubicBezTo>
                  <a:pt x="595821" y="103554"/>
                  <a:pt x="593005" y="107130"/>
                  <a:pt x="589651" y="109645"/>
                </a:cubicBezTo>
                <a:cubicBezTo>
                  <a:pt x="586298" y="112160"/>
                  <a:pt x="582093" y="114060"/>
                  <a:pt x="577036" y="115343"/>
                </a:cubicBezTo>
                <a:cubicBezTo>
                  <a:pt x="571980" y="116627"/>
                  <a:pt x="565783" y="117269"/>
                  <a:pt x="558448" y="117269"/>
                </a:cubicBezTo>
                <a:lnTo>
                  <a:pt x="514511" y="117269"/>
                </a:lnTo>
                <a:moveTo>
                  <a:pt x="529759" y="50460"/>
                </a:moveTo>
                <a:lnTo>
                  <a:pt x="554675" y="50460"/>
                </a:lnTo>
                <a:cubicBezTo>
                  <a:pt x="561434" y="50460"/>
                  <a:pt x="566281" y="50015"/>
                  <a:pt x="569216" y="49124"/>
                </a:cubicBezTo>
                <a:cubicBezTo>
                  <a:pt x="573093" y="47971"/>
                  <a:pt x="576014" y="46059"/>
                  <a:pt x="577979" y="43386"/>
                </a:cubicBezTo>
                <a:cubicBezTo>
                  <a:pt x="579944" y="40714"/>
                  <a:pt x="580927" y="37361"/>
                  <a:pt x="580927" y="33326"/>
                </a:cubicBezTo>
                <a:cubicBezTo>
                  <a:pt x="580927" y="29501"/>
                  <a:pt x="580010" y="26134"/>
                  <a:pt x="578176" y="23226"/>
                </a:cubicBezTo>
                <a:cubicBezTo>
                  <a:pt x="576342" y="20318"/>
                  <a:pt x="573722" y="18327"/>
                  <a:pt x="570316" y="17252"/>
                </a:cubicBezTo>
                <a:cubicBezTo>
                  <a:pt x="566910" y="16178"/>
                  <a:pt x="561068" y="15641"/>
                  <a:pt x="552789" y="15641"/>
                </a:cubicBezTo>
                <a:lnTo>
                  <a:pt x="529759" y="15641"/>
                </a:lnTo>
                <a:lnTo>
                  <a:pt x="529759" y="50460"/>
                </a:lnTo>
                <a:moveTo>
                  <a:pt x="529759" y="103671"/>
                </a:moveTo>
                <a:lnTo>
                  <a:pt x="558448" y="103671"/>
                </a:lnTo>
                <a:cubicBezTo>
                  <a:pt x="563373" y="103671"/>
                  <a:pt x="566831" y="103488"/>
                  <a:pt x="568823" y="103121"/>
                </a:cubicBezTo>
                <a:cubicBezTo>
                  <a:pt x="572333" y="102493"/>
                  <a:pt x="575268" y="101445"/>
                  <a:pt x="577626" y="99977"/>
                </a:cubicBezTo>
                <a:cubicBezTo>
                  <a:pt x="579984" y="98510"/>
                  <a:pt x="581922" y="96375"/>
                  <a:pt x="583442" y="93572"/>
                </a:cubicBezTo>
                <a:cubicBezTo>
                  <a:pt x="584962" y="90768"/>
                  <a:pt x="585721" y="87533"/>
                  <a:pt x="585721" y="83865"/>
                </a:cubicBezTo>
                <a:cubicBezTo>
                  <a:pt x="585721" y="79568"/>
                  <a:pt x="584621" y="75834"/>
                  <a:pt x="582420" y="72664"/>
                </a:cubicBezTo>
                <a:cubicBezTo>
                  <a:pt x="580219" y="69494"/>
                  <a:pt x="577167" y="67267"/>
                  <a:pt x="573263" y="65983"/>
                </a:cubicBezTo>
                <a:cubicBezTo>
                  <a:pt x="569360" y="64700"/>
                  <a:pt x="563740" y="64058"/>
                  <a:pt x="556404" y="64058"/>
                </a:cubicBezTo>
                <a:lnTo>
                  <a:pt x="529759" y="64058"/>
                </a:lnTo>
                <a:lnTo>
                  <a:pt x="529759" y="103671"/>
                </a:lnTo>
                <a:close/>
                <a:moveTo>
                  <a:pt x="615433" y="75533"/>
                </a:moveTo>
                <a:cubicBezTo>
                  <a:pt x="615433" y="60075"/>
                  <a:pt x="619730" y="48626"/>
                  <a:pt x="628323" y="41186"/>
                </a:cubicBezTo>
                <a:cubicBezTo>
                  <a:pt x="635502" y="35003"/>
                  <a:pt x="644252" y="31911"/>
                  <a:pt x="654575" y="31911"/>
                </a:cubicBezTo>
                <a:cubicBezTo>
                  <a:pt x="666050" y="31911"/>
                  <a:pt x="675430" y="35671"/>
                  <a:pt x="682713" y="43190"/>
                </a:cubicBezTo>
                <a:cubicBezTo>
                  <a:pt x="689997" y="50709"/>
                  <a:pt x="693638" y="61097"/>
                  <a:pt x="693638" y="74354"/>
                </a:cubicBezTo>
                <a:cubicBezTo>
                  <a:pt x="693638" y="85096"/>
                  <a:pt x="692027" y="93545"/>
                  <a:pt x="688805" y="99702"/>
                </a:cubicBezTo>
                <a:cubicBezTo>
                  <a:pt x="685582" y="105859"/>
                  <a:pt x="680892" y="110641"/>
                  <a:pt x="674735" y="114046"/>
                </a:cubicBezTo>
                <a:cubicBezTo>
                  <a:pt x="668579" y="117452"/>
                  <a:pt x="661858" y="119155"/>
                  <a:pt x="654575" y="119155"/>
                </a:cubicBezTo>
                <a:cubicBezTo>
                  <a:pt x="642890" y="119155"/>
                  <a:pt x="633445" y="115409"/>
                  <a:pt x="626240" y="107916"/>
                </a:cubicBezTo>
                <a:cubicBezTo>
                  <a:pt x="619035" y="100423"/>
                  <a:pt x="615433" y="89629"/>
                  <a:pt x="615433" y="75533"/>
                </a:cubicBezTo>
                <a:moveTo>
                  <a:pt x="629974" y="75494"/>
                </a:moveTo>
                <a:cubicBezTo>
                  <a:pt x="629974" y="86144"/>
                  <a:pt x="632305" y="94118"/>
                  <a:pt x="636969" y="99417"/>
                </a:cubicBezTo>
                <a:cubicBezTo>
                  <a:pt x="641632" y="104716"/>
                  <a:pt x="647501" y="107366"/>
                  <a:pt x="654575" y="107366"/>
                </a:cubicBezTo>
                <a:cubicBezTo>
                  <a:pt x="661596" y="107366"/>
                  <a:pt x="667439" y="104703"/>
                  <a:pt x="672102" y="99378"/>
                </a:cubicBezTo>
                <a:cubicBezTo>
                  <a:pt x="676766" y="94053"/>
                  <a:pt x="679098" y="85935"/>
                  <a:pt x="679098" y="75025"/>
                </a:cubicBezTo>
                <a:cubicBezTo>
                  <a:pt x="679098" y="64740"/>
                  <a:pt x="676753" y="56948"/>
                  <a:pt x="672063" y="51649"/>
                </a:cubicBezTo>
                <a:cubicBezTo>
                  <a:pt x="667373" y="46350"/>
                  <a:pt x="661544" y="43701"/>
                  <a:pt x="654575" y="43701"/>
                </a:cubicBezTo>
                <a:cubicBezTo>
                  <a:pt x="647501" y="43701"/>
                  <a:pt x="641632" y="46337"/>
                  <a:pt x="636969" y="51610"/>
                </a:cubicBezTo>
                <a:cubicBezTo>
                  <a:pt x="632305" y="56882"/>
                  <a:pt x="629974" y="64844"/>
                  <a:pt x="629974" y="75494"/>
                </a:cubicBezTo>
                <a:close/>
                <a:moveTo>
                  <a:pt x="704932" y="75533"/>
                </a:moveTo>
                <a:cubicBezTo>
                  <a:pt x="704932" y="60075"/>
                  <a:pt x="709229" y="48626"/>
                  <a:pt x="717822" y="41186"/>
                </a:cubicBezTo>
                <a:cubicBezTo>
                  <a:pt x="725001" y="35003"/>
                  <a:pt x="733751" y="31911"/>
                  <a:pt x="744074" y="31911"/>
                </a:cubicBezTo>
                <a:cubicBezTo>
                  <a:pt x="755549" y="31911"/>
                  <a:pt x="764929" y="35671"/>
                  <a:pt x="772212" y="43190"/>
                </a:cubicBezTo>
                <a:cubicBezTo>
                  <a:pt x="779496" y="50709"/>
                  <a:pt x="783138" y="61097"/>
                  <a:pt x="783138" y="74354"/>
                </a:cubicBezTo>
                <a:cubicBezTo>
                  <a:pt x="783138" y="85096"/>
                  <a:pt x="781526" y="93545"/>
                  <a:pt x="778304" y="99702"/>
                </a:cubicBezTo>
                <a:cubicBezTo>
                  <a:pt x="775081" y="105859"/>
                  <a:pt x="770391" y="110641"/>
                  <a:pt x="764235" y="114046"/>
                </a:cubicBezTo>
                <a:cubicBezTo>
                  <a:pt x="758078" y="117452"/>
                  <a:pt x="751358" y="119155"/>
                  <a:pt x="744074" y="119155"/>
                </a:cubicBezTo>
                <a:cubicBezTo>
                  <a:pt x="732389" y="119155"/>
                  <a:pt x="722944" y="115409"/>
                  <a:pt x="715739" y="107916"/>
                </a:cubicBezTo>
                <a:cubicBezTo>
                  <a:pt x="708534" y="100423"/>
                  <a:pt x="704932" y="89629"/>
                  <a:pt x="704932" y="75533"/>
                </a:cubicBezTo>
                <a:moveTo>
                  <a:pt x="719473" y="75494"/>
                </a:moveTo>
                <a:cubicBezTo>
                  <a:pt x="719473" y="86144"/>
                  <a:pt x="721804" y="94118"/>
                  <a:pt x="726468" y="99417"/>
                </a:cubicBezTo>
                <a:cubicBezTo>
                  <a:pt x="731131" y="104716"/>
                  <a:pt x="737000" y="107366"/>
                  <a:pt x="744074" y="107366"/>
                </a:cubicBezTo>
                <a:cubicBezTo>
                  <a:pt x="751096" y="107366"/>
                  <a:pt x="756938" y="104703"/>
                  <a:pt x="761602" y="99378"/>
                </a:cubicBezTo>
                <a:cubicBezTo>
                  <a:pt x="766265" y="94053"/>
                  <a:pt x="768597" y="85935"/>
                  <a:pt x="768597" y="75025"/>
                </a:cubicBezTo>
                <a:cubicBezTo>
                  <a:pt x="768597" y="64740"/>
                  <a:pt x="766252" y="56948"/>
                  <a:pt x="761562" y="51649"/>
                </a:cubicBezTo>
                <a:cubicBezTo>
                  <a:pt x="756873" y="46350"/>
                  <a:pt x="751043" y="43701"/>
                  <a:pt x="744074" y="43701"/>
                </a:cubicBezTo>
                <a:cubicBezTo>
                  <a:pt x="737000" y="43701"/>
                  <a:pt x="731131" y="46337"/>
                  <a:pt x="726468" y="51610"/>
                </a:cubicBezTo>
                <a:cubicBezTo>
                  <a:pt x="721804" y="56882"/>
                  <a:pt x="719473" y="64844"/>
                  <a:pt x="719473" y="75494"/>
                </a:cubicBezTo>
                <a:close/>
                <a:moveTo>
                  <a:pt x="830586" y="104772"/>
                </a:moveTo>
                <a:lnTo>
                  <a:pt x="832630" y="117269"/>
                </a:lnTo>
                <a:cubicBezTo>
                  <a:pt x="828648" y="118003"/>
                  <a:pt x="825085" y="118369"/>
                  <a:pt x="821941" y="118369"/>
                </a:cubicBezTo>
                <a:cubicBezTo>
                  <a:pt x="816806" y="118369"/>
                  <a:pt x="812823" y="117557"/>
                  <a:pt x="809994" y="115933"/>
                </a:cubicBezTo>
                <a:cubicBezTo>
                  <a:pt x="807164" y="114308"/>
                  <a:pt x="805173" y="112173"/>
                  <a:pt x="804020" y="109527"/>
                </a:cubicBezTo>
                <a:cubicBezTo>
                  <a:pt x="802867" y="106881"/>
                  <a:pt x="802291" y="101314"/>
                  <a:pt x="802291" y="92825"/>
                </a:cubicBezTo>
                <a:lnTo>
                  <a:pt x="802291" y="44801"/>
                </a:lnTo>
                <a:lnTo>
                  <a:pt x="791916" y="44801"/>
                </a:lnTo>
                <a:lnTo>
                  <a:pt x="791916" y="33797"/>
                </a:lnTo>
                <a:lnTo>
                  <a:pt x="802291" y="33797"/>
                </a:lnTo>
                <a:lnTo>
                  <a:pt x="802291" y="13069"/>
                </a:lnTo>
                <a:lnTo>
                  <a:pt x="816360" y="4559"/>
                </a:lnTo>
                <a:lnTo>
                  <a:pt x="816360" y="33797"/>
                </a:lnTo>
                <a:lnTo>
                  <a:pt x="830586" y="33797"/>
                </a:lnTo>
                <a:lnTo>
                  <a:pt x="830586" y="44801"/>
                </a:lnTo>
                <a:lnTo>
                  <a:pt x="816360" y="44801"/>
                </a:lnTo>
                <a:lnTo>
                  <a:pt x="816360" y="93611"/>
                </a:lnTo>
                <a:cubicBezTo>
                  <a:pt x="816360" y="97646"/>
                  <a:pt x="816609" y="100239"/>
                  <a:pt x="817107" y="101392"/>
                </a:cubicBezTo>
                <a:cubicBezTo>
                  <a:pt x="817605" y="102545"/>
                  <a:pt x="818417" y="103462"/>
                  <a:pt x="819543" y="104143"/>
                </a:cubicBezTo>
                <a:cubicBezTo>
                  <a:pt x="820670" y="104824"/>
                  <a:pt x="822281" y="105165"/>
                  <a:pt x="824377" y="105165"/>
                </a:cubicBezTo>
                <a:cubicBezTo>
                  <a:pt x="825949" y="105165"/>
                  <a:pt x="828019" y="105034"/>
                  <a:pt x="830586" y="1047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7CDA8-D6A5-4681-A97F-CF9C3776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166" y="1060675"/>
            <a:ext cx="192881" cy="10"/>
          </a:xfrm>
          <a:custGeom xmlns:a="http://schemas.openxmlformats.org/drawingml/2006/main">
            <a:pathLst>
              <a:path w="192881" h="1" fill="none">
                <a:moveTo>
                  <a:pt x="0" y="0"/>
                </a:moveTo>
                <a:lnTo>
                  <a:pt x="1928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947D2-2D79-4394-97D1-DF184A25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558" y="1013727"/>
            <a:ext cx="93897" cy="93897"/>
          </a:xfrm>
          <a:custGeom xmlns:a="http://schemas.openxmlformats.org/drawingml/2006/main">
            <a:pathLst>
              <a:path w="93897" h="93897">
                <a:moveTo>
                  <a:pt x="93897" y="46949"/>
                </a:moveTo>
                <a:lnTo>
                  <a:pt x="0" y="93897"/>
                </a:lnTo>
                <a:lnTo>
                  <a:pt x="23489" y="46949"/>
                </a:lnTo>
                <a:lnTo>
                  <a:pt x="0" y="0"/>
                </a:lnTo>
                <a:lnTo>
                  <a:pt x="93897" y="469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72A8A-52D9-4A95-BBC2-A41EE841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558" y="1013727"/>
            <a:ext cx="93897" cy="93897"/>
          </a:xfrm>
          <a:custGeom xmlns:a="http://schemas.openxmlformats.org/drawingml/2006/main">
            <a:pathLst>
              <a:path w="93897" h="93897" fill="none">
                <a:moveTo>
                  <a:pt x="93897" y="46949"/>
                </a:moveTo>
                <a:lnTo>
                  <a:pt x="0" y="93897"/>
                </a:lnTo>
                <a:lnTo>
                  <a:pt x="23489" y="46949"/>
                </a:lnTo>
                <a:lnTo>
                  <a:pt x="0" y="0"/>
                </a:lnTo>
                <a:lnTo>
                  <a:pt x="93897" y="46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E5093-739D-490F-AF14-E69A48B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166" y="717690"/>
            <a:ext cx="230715" cy="342986"/>
          </a:xfrm>
          <a:custGeom xmlns:a="http://schemas.openxmlformats.org/drawingml/2006/main">
            <a:pathLst>
              <a:path w="230715" h="342986" fill="none">
                <a:moveTo>
                  <a:pt x="0" y="342986"/>
                </a:moveTo>
                <a:lnTo>
                  <a:pt x="230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4AD9A-176F-47F0-ABFF-76C24D33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816" y="659197"/>
            <a:ext cx="91354" cy="104099"/>
          </a:xfrm>
          <a:custGeom xmlns:a="http://schemas.openxmlformats.org/drawingml/2006/main">
            <a:pathLst>
              <a:path w="91354" h="104099">
                <a:moveTo>
                  <a:pt x="91354" y="0"/>
                </a:moveTo>
                <a:lnTo>
                  <a:pt x="77810" y="104099"/>
                </a:lnTo>
                <a:lnTo>
                  <a:pt x="52064" y="58493"/>
                </a:lnTo>
                <a:lnTo>
                  <a:pt x="0" y="51778"/>
                </a:lnTo>
                <a:lnTo>
                  <a:pt x="9135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B89A9-1D77-4EC4-81CE-0A8641D6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816" y="659197"/>
            <a:ext cx="91354" cy="104099"/>
          </a:xfrm>
          <a:custGeom xmlns:a="http://schemas.openxmlformats.org/drawingml/2006/main">
            <a:pathLst>
              <a:path w="91354" h="104099" fill="none">
                <a:moveTo>
                  <a:pt x="91354" y="0"/>
                </a:moveTo>
                <a:lnTo>
                  <a:pt x="77810" y="104099"/>
                </a:lnTo>
                <a:lnTo>
                  <a:pt x="52064" y="58493"/>
                </a:lnTo>
                <a:lnTo>
                  <a:pt x="0" y="51778"/>
                </a:lnTo>
                <a:lnTo>
                  <a:pt x="9135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8C1D1-0A9C-44E9-B2FF-66AF6335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166" y="1060675"/>
            <a:ext cx="228686" cy="319811"/>
          </a:xfrm>
          <a:custGeom xmlns:a="http://schemas.openxmlformats.org/drawingml/2006/main">
            <a:pathLst>
              <a:path w="228686" h="319811" fill="none">
                <a:moveTo>
                  <a:pt x="0" y="0"/>
                </a:moveTo>
                <a:lnTo>
                  <a:pt x="228686" y="319811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372A0-6B60-48B3-94BD-7D28287E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959" y="1334052"/>
            <a:ext cx="92812" cy="103699"/>
          </a:xfrm>
          <a:custGeom xmlns:a="http://schemas.openxmlformats.org/drawingml/2006/main">
            <a:pathLst>
              <a:path w="92812" h="103699">
                <a:moveTo>
                  <a:pt x="92812" y="103699"/>
                </a:moveTo>
                <a:lnTo>
                  <a:pt x="0" y="54607"/>
                </a:lnTo>
                <a:lnTo>
                  <a:pt x="51892" y="46434"/>
                </a:lnTo>
                <a:lnTo>
                  <a:pt x="76324" y="0"/>
                </a:lnTo>
                <a:lnTo>
                  <a:pt x="92812" y="1036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5ADA2-2414-49F8-A31F-191958D1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959" y="1334052"/>
            <a:ext cx="92812" cy="103699"/>
          </a:xfrm>
          <a:custGeom xmlns:a="http://schemas.openxmlformats.org/drawingml/2006/main">
            <a:pathLst>
              <a:path w="92812" h="103699" fill="none">
                <a:moveTo>
                  <a:pt x="92812" y="103699"/>
                </a:moveTo>
                <a:lnTo>
                  <a:pt x="0" y="54607"/>
                </a:lnTo>
                <a:lnTo>
                  <a:pt x="51892" y="46434"/>
                </a:lnTo>
                <a:lnTo>
                  <a:pt x="76324" y="0"/>
                </a:lnTo>
                <a:lnTo>
                  <a:pt x="92812" y="1036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6419F-7BB3-4FFD-9067-C2AC5A1A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16" y="711375"/>
            <a:ext cx="1327452" cy="823217"/>
          </a:xfrm>
          <a:custGeom xmlns:a="http://schemas.openxmlformats.org/drawingml/2006/main">
            <a:pathLst>
              <a:path w="1327452" h="823217">
                <a:moveTo>
                  <a:pt x="0" y="125158"/>
                </a:moveTo>
                <a:cubicBezTo>
                  <a:pt x="0" y="0"/>
                  <a:pt x="1327452" y="0"/>
                  <a:pt x="1327452" y="125158"/>
                </a:cubicBezTo>
                <a:lnTo>
                  <a:pt x="1327452" y="698087"/>
                </a:lnTo>
                <a:cubicBezTo>
                  <a:pt x="1327452" y="823217"/>
                  <a:pt x="0" y="823217"/>
                  <a:pt x="0" y="698087"/>
                </a:cubicBezTo>
                <a:lnTo>
                  <a:pt x="0" y="1251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D2347-F930-4D0F-8014-386FD77A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16" y="711375"/>
            <a:ext cx="1327452" cy="823217"/>
          </a:xfrm>
          <a:custGeom xmlns:a="http://schemas.openxmlformats.org/drawingml/2006/main">
            <a:pathLst>
              <a:path w="1327452" h="823217" fill="none">
                <a:moveTo>
                  <a:pt x="0" y="125158"/>
                </a:moveTo>
                <a:cubicBezTo>
                  <a:pt x="0" y="0"/>
                  <a:pt x="1327452" y="0"/>
                  <a:pt x="1327452" y="125158"/>
                </a:cubicBezTo>
                <a:lnTo>
                  <a:pt x="1327452" y="698087"/>
                </a:lnTo>
                <a:cubicBezTo>
                  <a:pt x="1327452" y="823217"/>
                  <a:pt x="0" y="823217"/>
                  <a:pt x="0" y="698087"/>
                </a:cubicBezTo>
                <a:lnTo>
                  <a:pt x="0" y="1251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DE032-AE94-43DF-A175-BA17EA6F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316" y="836533"/>
            <a:ext cx="1327452" cy="187795"/>
          </a:xfrm>
          <a:custGeom xmlns:a="http://schemas.openxmlformats.org/drawingml/2006/main">
            <a:pathLst>
              <a:path w="1327452" h="187795" fill="none">
                <a:moveTo>
                  <a:pt x="0" y="0"/>
                </a:moveTo>
                <a:cubicBezTo>
                  <a:pt x="0" y="93897"/>
                  <a:pt x="1327452" y="93897"/>
                  <a:pt x="1327452" y="0"/>
                </a:cubicBezTo>
                <a:moveTo>
                  <a:pt x="0" y="46949"/>
                </a:moveTo>
                <a:cubicBezTo>
                  <a:pt x="0" y="140846"/>
                  <a:pt x="1327452" y="140846"/>
                  <a:pt x="1327452" y="46949"/>
                </a:cubicBezTo>
                <a:moveTo>
                  <a:pt x="0" y="93897"/>
                </a:moveTo>
                <a:cubicBezTo>
                  <a:pt x="0" y="187795"/>
                  <a:pt x="1327452" y="187795"/>
                  <a:pt x="1327452" y="938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31" name="Text PRssuggesting">
            <a:extLst xmlns:a="http://schemas.openxmlformats.org/drawingml/2006/main">
              <a:ext uri="{FF2B5EF4-FFF2-40B4-BE49-F238E27FC236}">
                <a16:creationId xmlns:a16="http://schemas.microsoft.com/office/drawing/2014/main" id="{163C1D96-2BCF-40E9-BC01-1CB9F617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918" y="1088183"/>
            <a:ext cx="1104110" cy="149180"/>
          </a:xfrm>
          <a:custGeom xmlns:a="http://schemas.openxmlformats.org/drawingml/2006/main">
            <a:pathLst>
              <a:path w="1104110" h="149180">
                <a:moveTo>
                  <a:pt x="0" y="115225"/>
                </a:moveTo>
                <a:lnTo>
                  <a:pt x="0" y="0"/>
                </a:lnTo>
                <a:lnTo>
                  <a:pt x="43465" y="0"/>
                </a:lnTo>
                <a:cubicBezTo>
                  <a:pt x="51115" y="0"/>
                  <a:pt x="56958" y="366"/>
                  <a:pt x="60992" y="1098"/>
                </a:cubicBezTo>
                <a:cubicBezTo>
                  <a:pt x="66652" y="2041"/>
                  <a:pt x="71394" y="3834"/>
                  <a:pt x="75219" y="6477"/>
                </a:cubicBezTo>
                <a:cubicBezTo>
                  <a:pt x="79044" y="9120"/>
                  <a:pt x="82122" y="12823"/>
                  <a:pt x="84454" y="17586"/>
                </a:cubicBezTo>
                <a:cubicBezTo>
                  <a:pt x="86786" y="22348"/>
                  <a:pt x="87952" y="27582"/>
                  <a:pt x="87952" y="33286"/>
                </a:cubicBezTo>
                <a:cubicBezTo>
                  <a:pt x="87952" y="43075"/>
                  <a:pt x="84834" y="51358"/>
                  <a:pt x="78599" y="58136"/>
                </a:cubicBezTo>
                <a:cubicBezTo>
                  <a:pt x="72363" y="64913"/>
                  <a:pt x="61097" y="68302"/>
                  <a:pt x="44801" y="68302"/>
                </a:cubicBezTo>
                <a:lnTo>
                  <a:pt x="15248" y="68302"/>
                </a:lnTo>
                <a:lnTo>
                  <a:pt x="15248" y="115225"/>
                </a:lnTo>
                <a:lnTo>
                  <a:pt x="0" y="115225"/>
                </a:lnTo>
                <a:moveTo>
                  <a:pt x="15248" y="54705"/>
                </a:moveTo>
                <a:lnTo>
                  <a:pt x="45037" y="54705"/>
                </a:lnTo>
                <a:cubicBezTo>
                  <a:pt x="54888" y="54705"/>
                  <a:pt x="61883" y="52875"/>
                  <a:pt x="66023" y="49215"/>
                </a:cubicBezTo>
                <a:cubicBezTo>
                  <a:pt x="70162" y="45554"/>
                  <a:pt x="72232" y="40401"/>
                  <a:pt x="72232" y="33758"/>
                </a:cubicBezTo>
                <a:cubicBezTo>
                  <a:pt x="72232" y="28947"/>
                  <a:pt x="71014" y="24829"/>
                  <a:pt x="68577" y="21403"/>
                </a:cubicBezTo>
                <a:cubicBezTo>
                  <a:pt x="66141" y="17978"/>
                  <a:pt x="62931" y="15716"/>
                  <a:pt x="58949" y="14617"/>
                </a:cubicBezTo>
                <a:cubicBezTo>
                  <a:pt x="56381" y="13937"/>
                  <a:pt x="51639" y="13598"/>
                  <a:pt x="44723" y="13598"/>
                </a:cubicBezTo>
                <a:lnTo>
                  <a:pt x="15248" y="13598"/>
                </a:lnTo>
                <a:lnTo>
                  <a:pt x="15248" y="54705"/>
                </a:lnTo>
                <a:close/>
                <a:moveTo>
                  <a:pt x="107603" y="115225"/>
                </a:moveTo>
                <a:lnTo>
                  <a:pt x="107603" y="0"/>
                </a:lnTo>
                <a:lnTo>
                  <a:pt x="158692" y="0"/>
                </a:lnTo>
                <a:cubicBezTo>
                  <a:pt x="168962" y="0"/>
                  <a:pt x="176770" y="1034"/>
                  <a:pt x="182114" y="3102"/>
                </a:cubicBezTo>
                <a:cubicBezTo>
                  <a:pt x="187459" y="5169"/>
                  <a:pt x="191730" y="8819"/>
                  <a:pt x="194926" y="14052"/>
                </a:cubicBezTo>
                <a:cubicBezTo>
                  <a:pt x="198122" y="19285"/>
                  <a:pt x="199720" y="25068"/>
                  <a:pt x="199720" y="31400"/>
                </a:cubicBezTo>
                <a:cubicBezTo>
                  <a:pt x="199720" y="39565"/>
                  <a:pt x="197074" y="46447"/>
                  <a:pt x="191782" y="52047"/>
                </a:cubicBezTo>
                <a:cubicBezTo>
                  <a:pt x="186490" y="57645"/>
                  <a:pt x="178315" y="61204"/>
                  <a:pt x="167259" y="62722"/>
                </a:cubicBezTo>
                <a:cubicBezTo>
                  <a:pt x="171294" y="64664"/>
                  <a:pt x="174359" y="66580"/>
                  <a:pt x="176455" y="68469"/>
                </a:cubicBezTo>
                <a:cubicBezTo>
                  <a:pt x="180909" y="72561"/>
                  <a:pt x="185127" y="77677"/>
                  <a:pt x="189110" y="83818"/>
                </a:cubicBezTo>
                <a:lnTo>
                  <a:pt x="209152" y="115225"/>
                </a:lnTo>
                <a:lnTo>
                  <a:pt x="189974" y="115225"/>
                </a:lnTo>
                <a:lnTo>
                  <a:pt x="174726" y="91216"/>
                </a:lnTo>
                <a:cubicBezTo>
                  <a:pt x="170272" y="84290"/>
                  <a:pt x="166604" y="78990"/>
                  <a:pt x="163722" y="75317"/>
                </a:cubicBezTo>
                <a:cubicBezTo>
                  <a:pt x="160840" y="71643"/>
                  <a:pt x="158260" y="69071"/>
                  <a:pt x="155980" y="67602"/>
                </a:cubicBezTo>
                <a:cubicBezTo>
                  <a:pt x="153701" y="66132"/>
                  <a:pt x="151382" y="65107"/>
                  <a:pt x="149024" y="64529"/>
                </a:cubicBezTo>
                <a:cubicBezTo>
                  <a:pt x="147295" y="64163"/>
                  <a:pt x="144466" y="63979"/>
                  <a:pt x="140536" y="63979"/>
                </a:cubicBezTo>
                <a:lnTo>
                  <a:pt x="122851" y="63979"/>
                </a:lnTo>
                <a:lnTo>
                  <a:pt x="122851" y="115225"/>
                </a:lnTo>
                <a:lnTo>
                  <a:pt x="107603" y="115225"/>
                </a:lnTo>
                <a:moveTo>
                  <a:pt x="122851" y="50775"/>
                </a:moveTo>
                <a:lnTo>
                  <a:pt x="155627" y="50775"/>
                </a:lnTo>
                <a:cubicBezTo>
                  <a:pt x="162596" y="50775"/>
                  <a:pt x="168045" y="50056"/>
                  <a:pt x="171975" y="48618"/>
                </a:cubicBezTo>
                <a:cubicBezTo>
                  <a:pt x="175905" y="47180"/>
                  <a:pt x="178892" y="44880"/>
                  <a:pt x="180935" y="41716"/>
                </a:cubicBezTo>
                <a:cubicBezTo>
                  <a:pt x="182979" y="38553"/>
                  <a:pt x="184001" y="35114"/>
                  <a:pt x="184001" y="31400"/>
                </a:cubicBezTo>
                <a:cubicBezTo>
                  <a:pt x="184001" y="25962"/>
                  <a:pt x="182023" y="21492"/>
                  <a:pt x="178067" y="17989"/>
                </a:cubicBezTo>
                <a:cubicBezTo>
                  <a:pt x="174110" y="14485"/>
                  <a:pt x="167862" y="12733"/>
                  <a:pt x="159321" y="12733"/>
                </a:cubicBezTo>
                <a:lnTo>
                  <a:pt x="122851" y="12733"/>
                </a:lnTo>
                <a:lnTo>
                  <a:pt x="122851" y="50775"/>
                </a:lnTo>
                <a:close/>
                <a:moveTo>
                  <a:pt x="216121" y="90231"/>
                </a:moveTo>
                <a:lnTo>
                  <a:pt x="230111" y="88030"/>
                </a:lnTo>
                <a:cubicBezTo>
                  <a:pt x="230897" y="93613"/>
                  <a:pt x="233085" y="97890"/>
                  <a:pt x="236674" y="100864"/>
                </a:cubicBezTo>
                <a:cubicBezTo>
                  <a:pt x="240263" y="103836"/>
                  <a:pt x="245281" y="105322"/>
                  <a:pt x="251726" y="105322"/>
                </a:cubicBezTo>
                <a:cubicBezTo>
                  <a:pt x="258223" y="105322"/>
                  <a:pt x="263044" y="104010"/>
                  <a:pt x="266188" y="101385"/>
                </a:cubicBezTo>
                <a:cubicBezTo>
                  <a:pt x="269332" y="98758"/>
                  <a:pt x="270904" y="95678"/>
                  <a:pt x="270904" y="92145"/>
                </a:cubicBezTo>
                <a:cubicBezTo>
                  <a:pt x="270904" y="88973"/>
                  <a:pt x="269515" y="86477"/>
                  <a:pt x="266738" y="84658"/>
                </a:cubicBezTo>
                <a:cubicBezTo>
                  <a:pt x="264799" y="83410"/>
                  <a:pt x="259979" y="81824"/>
                  <a:pt x="252276" y="79900"/>
                </a:cubicBezTo>
                <a:cubicBezTo>
                  <a:pt x="241901" y="77279"/>
                  <a:pt x="234709" y="75011"/>
                  <a:pt x="230701" y="73097"/>
                </a:cubicBezTo>
                <a:cubicBezTo>
                  <a:pt x="226692" y="71182"/>
                  <a:pt x="223653" y="68534"/>
                  <a:pt x="221583" y="65151"/>
                </a:cubicBezTo>
                <a:cubicBezTo>
                  <a:pt x="219513" y="61768"/>
                  <a:pt x="218478" y="58031"/>
                  <a:pt x="218478" y="53941"/>
                </a:cubicBezTo>
                <a:cubicBezTo>
                  <a:pt x="218478" y="50217"/>
                  <a:pt x="219330" y="46769"/>
                  <a:pt x="221033" y="43595"/>
                </a:cubicBezTo>
                <a:cubicBezTo>
                  <a:pt x="222736" y="40422"/>
                  <a:pt x="225055" y="37786"/>
                  <a:pt x="227989" y="35689"/>
                </a:cubicBezTo>
                <a:cubicBezTo>
                  <a:pt x="230190" y="34063"/>
                  <a:pt x="233189" y="32686"/>
                  <a:pt x="236988" y="31560"/>
                </a:cubicBezTo>
                <a:cubicBezTo>
                  <a:pt x="240787" y="30432"/>
                  <a:pt x="244861" y="29867"/>
                  <a:pt x="249211" y="29867"/>
                </a:cubicBezTo>
                <a:cubicBezTo>
                  <a:pt x="255760" y="29867"/>
                  <a:pt x="261511" y="30817"/>
                  <a:pt x="266463" y="32717"/>
                </a:cubicBezTo>
                <a:cubicBezTo>
                  <a:pt x="271415" y="34614"/>
                  <a:pt x="275069" y="37186"/>
                  <a:pt x="277427" y="40432"/>
                </a:cubicBezTo>
                <a:cubicBezTo>
                  <a:pt x="279785" y="43675"/>
                  <a:pt x="281410" y="48014"/>
                  <a:pt x="282300" y="53447"/>
                </a:cubicBezTo>
                <a:lnTo>
                  <a:pt x="268467" y="55333"/>
                </a:lnTo>
                <a:cubicBezTo>
                  <a:pt x="267838" y="51037"/>
                  <a:pt x="266017" y="47683"/>
                  <a:pt x="263005" y="45273"/>
                </a:cubicBezTo>
                <a:cubicBezTo>
                  <a:pt x="259992" y="42862"/>
                  <a:pt x="255734" y="41657"/>
                  <a:pt x="250232" y="41657"/>
                </a:cubicBezTo>
                <a:cubicBezTo>
                  <a:pt x="243735" y="41657"/>
                  <a:pt x="239097" y="42726"/>
                  <a:pt x="236320" y="44865"/>
                </a:cubicBezTo>
                <a:cubicBezTo>
                  <a:pt x="233543" y="47002"/>
                  <a:pt x="232155" y="49505"/>
                  <a:pt x="232155" y="52374"/>
                </a:cubicBezTo>
                <a:cubicBezTo>
                  <a:pt x="232155" y="54198"/>
                  <a:pt x="232731" y="55840"/>
                  <a:pt x="233884" y="57301"/>
                </a:cubicBezTo>
                <a:cubicBezTo>
                  <a:pt x="235037" y="58812"/>
                  <a:pt x="236844" y="60063"/>
                  <a:pt x="239307" y="61054"/>
                </a:cubicBezTo>
                <a:cubicBezTo>
                  <a:pt x="240722" y="61576"/>
                  <a:pt x="244888" y="62776"/>
                  <a:pt x="251804" y="64652"/>
                </a:cubicBezTo>
                <a:cubicBezTo>
                  <a:pt x="261812" y="67323"/>
                  <a:pt x="268795" y="69509"/>
                  <a:pt x="272751" y="71210"/>
                </a:cubicBezTo>
                <a:cubicBezTo>
                  <a:pt x="276707" y="72912"/>
                  <a:pt x="279812" y="75386"/>
                  <a:pt x="282065" y="78633"/>
                </a:cubicBezTo>
                <a:cubicBezTo>
                  <a:pt x="284318" y="81878"/>
                  <a:pt x="285444" y="85909"/>
                  <a:pt x="285444" y="90725"/>
                </a:cubicBezTo>
                <a:cubicBezTo>
                  <a:pt x="285444" y="95437"/>
                  <a:pt x="284069" y="99875"/>
                  <a:pt x="281318" y="104037"/>
                </a:cubicBezTo>
                <a:cubicBezTo>
                  <a:pt x="278567" y="108198"/>
                  <a:pt x="274598" y="111418"/>
                  <a:pt x="269410" y="113695"/>
                </a:cubicBezTo>
                <a:cubicBezTo>
                  <a:pt x="264223" y="115973"/>
                  <a:pt x="258354" y="117112"/>
                  <a:pt x="251804" y="117112"/>
                </a:cubicBezTo>
                <a:cubicBezTo>
                  <a:pt x="240958" y="117112"/>
                  <a:pt x="232692" y="114852"/>
                  <a:pt x="227006" y="110333"/>
                </a:cubicBezTo>
                <a:cubicBezTo>
                  <a:pt x="221321" y="105813"/>
                  <a:pt x="217692" y="99113"/>
                  <a:pt x="216121" y="90231"/>
                </a:cubicBezTo>
                <a:close/>
                <a:moveTo>
                  <a:pt x="341355" y="90231"/>
                </a:moveTo>
                <a:lnTo>
                  <a:pt x="355346" y="88030"/>
                </a:lnTo>
                <a:cubicBezTo>
                  <a:pt x="356132" y="93613"/>
                  <a:pt x="358319" y="97890"/>
                  <a:pt x="361909" y="100864"/>
                </a:cubicBezTo>
                <a:cubicBezTo>
                  <a:pt x="365498" y="103836"/>
                  <a:pt x="370515" y="105322"/>
                  <a:pt x="376960" y="105322"/>
                </a:cubicBezTo>
                <a:cubicBezTo>
                  <a:pt x="383458" y="105322"/>
                  <a:pt x="388279" y="104010"/>
                  <a:pt x="391423" y="101385"/>
                </a:cubicBezTo>
                <a:cubicBezTo>
                  <a:pt x="394567" y="98758"/>
                  <a:pt x="396138" y="95678"/>
                  <a:pt x="396138" y="92145"/>
                </a:cubicBezTo>
                <a:cubicBezTo>
                  <a:pt x="396138" y="88973"/>
                  <a:pt x="394750" y="86477"/>
                  <a:pt x="391973" y="84658"/>
                </a:cubicBezTo>
                <a:cubicBezTo>
                  <a:pt x="390034" y="83410"/>
                  <a:pt x="385213" y="81824"/>
                  <a:pt x="377511" y="79900"/>
                </a:cubicBezTo>
                <a:cubicBezTo>
                  <a:pt x="367136" y="77279"/>
                  <a:pt x="359944" y="75011"/>
                  <a:pt x="355935" y="73097"/>
                </a:cubicBezTo>
                <a:cubicBezTo>
                  <a:pt x="351927" y="71182"/>
                  <a:pt x="348888" y="68534"/>
                  <a:pt x="346818" y="65151"/>
                </a:cubicBezTo>
                <a:cubicBezTo>
                  <a:pt x="344748" y="61768"/>
                  <a:pt x="343713" y="58031"/>
                  <a:pt x="343713" y="53941"/>
                </a:cubicBezTo>
                <a:cubicBezTo>
                  <a:pt x="343713" y="50217"/>
                  <a:pt x="344565" y="46769"/>
                  <a:pt x="346268" y="43595"/>
                </a:cubicBezTo>
                <a:cubicBezTo>
                  <a:pt x="347971" y="40422"/>
                  <a:pt x="350289" y="37786"/>
                  <a:pt x="353224" y="35689"/>
                </a:cubicBezTo>
                <a:cubicBezTo>
                  <a:pt x="355424" y="34063"/>
                  <a:pt x="358424" y="32686"/>
                  <a:pt x="362223" y="31560"/>
                </a:cubicBezTo>
                <a:cubicBezTo>
                  <a:pt x="366022" y="30432"/>
                  <a:pt x="370096" y="29867"/>
                  <a:pt x="374445" y="29867"/>
                </a:cubicBezTo>
                <a:cubicBezTo>
                  <a:pt x="380995" y="29867"/>
                  <a:pt x="386746" y="30817"/>
                  <a:pt x="391698" y="32717"/>
                </a:cubicBezTo>
                <a:cubicBezTo>
                  <a:pt x="396649" y="34614"/>
                  <a:pt x="400304" y="37186"/>
                  <a:pt x="402662" y="40432"/>
                </a:cubicBezTo>
                <a:cubicBezTo>
                  <a:pt x="405020" y="43675"/>
                  <a:pt x="406645" y="48014"/>
                  <a:pt x="407535" y="53447"/>
                </a:cubicBezTo>
                <a:lnTo>
                  <a:pt x="393702" y="55333"/>
                </a:lnTo>
                <a:cubicBezTo>
                  <a:pt x="393073" y="51037"/>
                  <a:pt x="391252" y="47683"/>
                  <a:pt x="388239" y="45273"/>
                </a:cubicBezTo>
                <a:cubicBezTo>
                  <a:pt x="385226" y="42862"/>
                  <a:pt x="380969" y="41657"/>
                  <a:pt x="375467" y="41657"/>
                </a:cubicBezTo>
                <a:cubicBezTo>
                  <a:pt x="368970" y="41657"/>
                  <a:pt x="364332" y="42726"/>
                  <a:pt x="361555" y="44865"/>
                </a:cubicBezTo>
                <a:cubicBezTo>
                  <a:pt x="358778" y="47002"/>
                  <a:pt x="357389" y="49505"/>
                  <a:pt x="357389" y="52374"/>
                </a:cubicBezTo>
                <a:cubicBezTo>
                  <a:pt x="357389" y="54198"/>
                  <a:pt x="357966" y="55840"/>
                  <a:pt x="359119" y="57301"/>
                </a:cubicBezTo>
                <a:cubicBezTo>
                  <a:pt x="360271" y="58812"/>
                  <a:pt x="362079" y="60063"/>
                  <a:pt x="364542" y="61054"/>
                </a:cubicBezTo>
                <a:cubicBezTo>
                  <a:pt x="365957" y="61576"/>
                  <a:pt x="370122" y="62776"/>
                  <a:pt x="377039" y="64652"/>
                </a:cubicBezTo>
                <a:cubicBezTo>
                  <a:pt x="387047" y="67323"/>
                  <a:pt x="394029" y="69509"/>
                  <a:pt x="397986" y="71210"/>
                </a:cubicBezTo>
                <a:cubicBezTo>
                  <a:pt x="401942" y="72912"/>
                  <a:pt x="405046" y="75386"/>
                  <a:pt x="407299" y="78633"/>
                </a:cubicBezTo>
                <a:cubicBezTo>
                  <a:pt x="409553" y="81878"/>
                  <a:pt x="410679" y="85909"/>
                  <a:pt x="410679" y="90725"/>
                </a:cubicBezTo>
                <a:cubicBezTo>
                  <a:pt x="410679" y="95437"/>
                  <a:pt x="409304" y="99875"/>
                  <a:pt x="406553" y="104037"/>
                </a:cubicBezTo>
                <a:cubicBezTo>
                  <a:pt x="403802" y="108198"/>
                  <a:pt x="399833" y="111418"/>
                  <a:pt x="394645" y="113695"/>
                </a:cubicBezTo>
                <a:cubicBezTo>
                  <a:pt x="389458" y="115973"/>
                  <a:pt x="383589" y="117112"/>
                  <a:pt x="377039" y="117112"/>
                </a:cubicBezTo>
                <a:cubicBezTo>
                  <a:pt x="366192" y="117112"/>
                  <a:pt x="357927" y="114852"/>
                  <a:pt x="352241" y="110333"/>
                </a:cubicBezTo>
                <a:cubicBezTo>
                  <a:pt x="346556" y="105813"/>
                  <a:pt x="342927" y="99113"/>
                  <a:pt x="341355" y="90231"/>
                </a:cubicBezTo>
                <a:close/>
                <a:moveTo>
                  <a:pt x="482204" y="115225"/>
                </a:moveTo>
                <a:lnTo>
                  <a:pt x="482204" y="102964"/>
                </a:lnTo>
                <a:cubicBezTo>
                  <a:pt x="475706" y="112396"/>
                  <a:pt x="466877" y="117112"/>
                  <a:pt x="455716" y="117112"/>
                </a:cubicBezTo>
                <a:cubicBezTo>
                  <a:pt x="450791" y="117112"/>
                  <a:pt x="446193" y="116169"/>
                  <a:pt x="441922" y="114282"/>
                </a:cubicBezTo>
                <a:cubicBezTo>
                  <a:pt x="437652" y="112396"/>
                  <a:pt x="434481" y="110025"/>
                  <a:pt x="432412" y="107169"/>
                </a:cubicBezTo>
                <a:cubicBezTo>
                  <a:pt x="430342" y="104313"/>
                  <a:pt x="428888" y="100816"/>
                  <a:pt x="428050" y="96676"/>
                </a:cubicBezTo>
                <a:cubicBezTo>
                  <a:pt x="427473" y="93899"/>
                  <a:pt x="427185" y="89498"/>
                  <a:pt x="427185" y="83472"/>
                </a:cubicBezTo>
                <a:lnTo>
                  <a:pt x="427185" y="31754"/>
                </a:lnTo>
                <a:lnTo>
                  <a:pt x="441333" y="31754"/>
                </a:lnTo>
                <a:lnTo>
                  <a:pt x="441333" y="78048"/>
                </a:lnTo>
                <a:cubicBezTo>
                  <a:pt x="441333" y="85437"/>
                  <a:pt x="441621" y="90415"/>
                  <a:pt x="442197" y="92982"/>
                </a:cubicBezTo>
                <a:cubicBezTo>
                  <a:pt x="443088" y="96702"/>
                  <a:pt x="444974" y="99624"/>
                  <a:pt x="447856" y="101746"/>
                </a:cubicBezTo>
                <a:cubicBezTo>
                  <a:pt x="450738" y="103868"/>
                  <a:pt x="454301" y="104929"/>
                  <a:pt x="458546" y="104929"/>
                </a:cubicBezTo>
                <a:cubicBezTo>
                  <a:pt x="462790" y="104929"/>
                  <a:pt x="466772" y="103842"/>
                  <a:pt x="470493" y="101667"/>
                </a:cubicBezTo>
                <a:cubicBezTo>
                  <a:pt x="474213" y="99493"/>
                  <a:pt x="476846" y="96532"/>
                  <a:pt x="478392" y="92786"/>
                </a:cubicBezTo>
                <a:cubicBezTo>
                  <a:pt x="479938" y="89039"/>
                  <a:pt x="480711" y="83603"/>
                  <a:pt x="480711" y="76476"/>
                </a:cubicBezTo>
                <a:lnTo>
                  <a:pt x="480711" y="31754"/>
                </a:lnTo>
                <a:lnTo>
                  <a:pt x="494858" y="31754"/>
                </a:lnTo>
                <a:lnTo>
                  <a:pt x="494858" y="115225"/>
                </a:lnTo>
                <a:lnTo>
                  <a:pt x="482204" y="115225"/>
                </a:lnTo>
                <a:close/>
                <a:moveTo>
                  <a:pt x="514405" y="122142"/>
                </a:moveTo>
                <a:lnTo>
                  <a:pt x="528159" y="124186"/>
                </a:lnTo>
                <a:cubicBezTo>
                  <a:pt x="528736" y="128430"/>
                  <a:pt x="530334" y="131522"/>
                  <a:pt x="532954" y="133460"/>
                </a:cubicBezTo>
                <a:cubicBezTo>
                  <a:pt x="536465" y="136080"/>
                  <a:pt x="541259" y="137390"/>
                  <a:pt x="547338" y="137390"/>
                </a:cubicBezTo>
                <a:cubicBezTo>
                  <a:pt x="553887" y="137390"/>
                  <a:pt x="558944" y="136077"/>
                  <a:pt x="562507" y="133451"/>
                </a:cubicBezTo>
                <a:cubicBezTo>
                  <a:pt x="566070" y="130826"/>
                  <a:pt x="568481" y="127150"/>
                  <a:pt x="569738" y="122422"/>
                </a:cubicBezTo>
                <a:cubicBezTo>
                  <a:pt x="570472" y="119535"/>
                  <a:pt x="570812" y="113470"/>
                  <a:pt x="570760" y="104227"/>
                </a:cubicBezTo>
                <a:cubicBezTo>
                  <a:pt x="564577" y="111559"/>
                  <a:pt x="556874" y="115225"/>
                  <a:pt x="547652" y="115225"/>
                </a:cubicBezTo>
                <a:cubicBezTo>
                  <a:pt x="536177" y="115225"/>
                  <a:pt x="527295" y="111086"/>
                  <a:pt x="521007" y="102807"/>
                </a:cubicBezTo>
                <a:cubicBezTo>
                  <a:pt x="514719" y="94528"/>
                  <a:pt x="511575" y="84598"/>
                  <a:pt x="511575" y="73018"/>
                </a:cubicBezTo>
                <a:cubicBezTo>
                  <a:pt x="511575" y="65053"/>
                  <a:pt x="513016" y="57704"/>
                  <a:pt x="515898" y="50971"/>
                </a:cubicBezTo>
                <a:cubicBezTo>
                  <a:pt x="518780" y="44238"/>
                  <a:pt x="522959" y="39037"/>
                  <a:pt x="528435" y="35369"/>
                </a:cubicBezTo>
                <a:cubicBezTo>
                  <a:pt x="533910" y="31701"/>
                  <a:pt x="540342" y="29867"/>
                  <a:pt x="547731" y="29867"/>
                </a:cubicBezTo>
                <a:cubicBezTo>
                  <a:pt x="557582" y="29867"/>
                  <a:pt x="565703" y="33876"/>
                  <a:pt x="572096" y="41893"/>
                </a:cubicBezTo>
                <a:lnTo>
                  <a:pt x="572096" y="31754"/>
                </a:lnTo>
                <a:lnTo>
                  <a:pt x="585143" y="31754"/>
                </a:lnTo>
                <a:lnTo>
                  <a:pt x="585143" y="103956"/>
                </a:lnTo>
                <a:cubicBezTo>
                  <a:pt x="585143" y="116960"/>
                  <a:pt x="583820" y="126174"/>
                  <a:pt x="581174" y="131601"/>
                </a:cubicBezTo>
                <a:cubicBezTo>
                  <a:pt x="578528" y="137028"/>
                  <a:pt x="574336" y="141314"/>
                  <a:pt x="568598" y="144459"/>
                </a:cubicBezTo>
                <a:cubicBezTo>
                  <a:pt x="562861" y="147606"/>
                  <a:pt x="555800" y="149180"/>
                  <a:pt x="547416" y="149180"/>
                </a:cubicBezTo>
                <a:cubicBezTo>
                  <a:pt x="537460" y="149180"/>
                  <a:pt x="529417" y="146933"/>
                  <a:pt x="523286" y="142440"/>
                </a:cubicBezTo>
                <a:cubicBezTo>
                  <a:pt x="517156" y="137947"/>
                  <a:pt x="514195" y="131181"/>
                  <a:pt x="514405" y="122142"/>
                </a:cubicBezTo>
                <a:moveTo>
                  <a:pt x="526116" y="71999"/>
                </a:moveTo>
                <a:cubicBezTo>
                  <a:pt x="526116" y="82922"/>
                  <a:pt x="528290" y="90893"/>
                  <a:pt x="532640" y="95910"/>
                </a:cubicBezTo>
                <a:cubicBezTo>
                  <a:pt x="536989" y="100927"/>
                  <a:pt x="542438" y="103436"/>
                  <a:pt x="548988" y="103436"/>
                </a:cubicBezTo>
                <a:cubicBezTo>
                  <a:pt x="555486" y="103436"/>
                  <a:pt x="560935" y="100940"/>
                  <a:pt x="565337" y="95949"/>
                </a:cubicBezTo>
                <a:cubicBezTo>
                  <a:pt x="569738" y="90958"/>
                  <a:pt x="571939" y="83131"/>
                  <a:pt x="571939" y="72468"/>
                </a:cubicBezTo>
                <a:cubicBezTo>
                  <a:pt x="571939" y="62276"/>
                  <a:pt x="569673" y="54593"/>
                  <a:pt x="565140" y="49419"/>
                </a:cubicBezTo>
                <a:cubicBezTo>
                  <a:pt x="560608" y="44244"/>
                  <a:pt x="555145" y="41657"/>
                  <a:pt x="548752" y="41657"/>
                </a:cubicBezTo>
                <a:cubicBezTo>
                  <a:pt x="542464" y="41657"/>
                  <a:pt x="537120" y="44205"/>
                  <a:pt x="532718" y="49301"/>
                </a:cubicBezTo>
                <a:cubicBezTo>
                  <a:pt x="528317" y="54397"/>
                  <a:pt x="526116" y="61963"/>
                  <a:pt x="526116" y="71999"/>
                </a:cubicBezTo>
                <a:close/>
                <a:moveTo>
                  <a:pt x="603903" y="122142"/>
                </a:moveTo>
                <a:lnTo>
                  <a:pt x="617658" y="124186"/>
                </a:lnTo>
                <a:cubicBezTo>
                  <a:pt x="618235" y="128430"/>
                  <a:pt x="619833" y="131522"/>
                  <a:pt x="622453" y="133460"/>
                </a:cubicBezTo>
                <a:cubicBezTo>
                  <a:pt x="625963" y="136080"/>
                  <a:pt x="630758" y="137390"/>
                  <a:pt x="636836" y="137390"/>
                </a:cubicBezTo>
                <a:cubicBezTo>
                  <a:pt x="643386" y="137390"/>
                  <a:pt x="648443" y="136077"/>
                  <a:pt x="652006" y="133451"/>
                </a:cubicBezTo>
                <a:cubicBezTo>
                  <a:pt x="655569" y="130826"/>
                  <a:pt x="657979" y="127150"/>
                  <a:pt x="659237" y="122422"/>
                </a:cubicBezTo>
                <a:cubicBezTo>
                  <a:pt x="659970" y="119535"/>
                  <a:pt x="660311" y="113470"/>
                  <a:pt x="660259" y="104227"/>
                </a:cubicBezTo>
                <a:cubicBezTo>
                  <a:pt x="654075" y="111559"/>
                  <a:pt x="646373" y="115225"/>
                  <a:pt x="637151" y="115225"/>
                </a:cubicBezTo>
                <a:cubicBezTo>
                  <a:pt x="625675" y="115225"/>
                  <a:pt x="616794" y="111086"/>
                  <a:pt x="610506" y="102807"/>
                </a:cubicBezTo>
                <a:cubicBezTo>
                  <a:pt x="604218" y="94528"/>
                  <a:pt x="601074" y="84598"/>
                  <a:pt x="601074" y="73018"/>
                </a:cubicBezTo>
                <a:cubicBezTo>
                  <a:pt x="601074" y="65053"/>
                  <a:pt x="602515" y="57704"/>
                  <a:pt x="605397" y="50971"/>
                </a:cubicBezTo>
                <a:cubicBezTo>
                  <a:pt x="608279" y="44238"/>
                  <a:pt x="612458" y="39037"/>
                  <a:pt x="617933" y="35369"/>
                </a:cubicBezTo>
                <a:cubicBezTo>
                  <a:pt x="623409" y="31701"/>
                  <a:pt x="629841" y="29867"/>
                  <a:pt x="637229" y="29867"/>
                </a:cubicBezTo>
                <a:cubicBezTo>
                  <a:pt x="647080" y="29867"/>
                  <a:pt x="655202" y="33876"/>
                  <a:pt x="661595" y="41893"/>
                </a:cubicBezTo>
                <a:lnTo>
                  <a:pt x="661595" y="31754"/>
                </a:lnTo>
                <a:lnTo>
                  <a:pt x="674642" y="31754"/>
                </a:lnTo>
                <a:lnTo>
                  <a:pt x="674642" y="103956"/>
                </a:lnTo>
                <a:cubicBezTo>
                  <a:pt x="674642" y="116960"/>
                  <a:pt x="673319" y="126174"/>
                  <a:pt x="670673" y="131601"/>
                </a:cubicBezTo>
                <a:cubicBezTo>
                  <a:pt x="668027" y="137028"/>
                  <a:pt x="663835" y="141314"/>
                  <a:pt x="658097" y="144459"/>
                </a:cubicBezTo>
                <a:cubicBezTo>
                  <a:pt x="652359" y="147606"/>
                  <a:pt x="645299" y="149180"/>
                  <a:pt x="636915" y="149180"/>
                </a:cubicBezTo>
                <a:cubicBezTo>
                  <a:pt x="626959" y="149180"/>
                  <a:pt x="618916" y="146933"/>
                  <a:pt x="612785" y="142440"/>
                </a:cubicBezTo>
                <a:cubicBezTo>
                  <a:pt x="606654" y="137947"/>
                  <a:pt x="603694" y="131181"/>
                  <a:pt x="603903" y="122142"/>
                </a:cubicBezTo>
                <a:moveTo>
                  <a:pt x="615615" y="71999"/>
                </a:moveTo>
                <a:cubicBezTo>
                  <a:pt x="615615" y="82922"/>
                  <a:pt x="617789" y="90893"/>
                  <a:pt x="622138" y="95910"/>
                </a:cubicBezTo>
                <a:cubicBezTo>
                  <a:pt x="626487" y="100927"/>
                  <a:pt x="631937" y="103436"/>
                  <a:pt x="638487" y="103436"/>
                </a:cubicBezTo>
                <a:cubicBezTo>
                  <a:pt x="644984" y="103436"/>
                  <a:pt x="650434" y="100940"/>
                  <a:pt x="654835" y="95949"/>
                </a:cubicBezTo>
                <a:cubicBezTo>
                  <a:pt x="659237" y="90958"/>
                  <a:pt x="661438" y="83131"/>
                  <a:pt x="661438" y="72468"/>
                </a:cubicBezTo>
                <a:cubicBezTo>
                  <a:pt x="661438" y="62276"/>
                  <a:pt x="659171" y="54593"/>
                  <a:pt x="654639" y="49419"/>
                </a:cubicBezTo>
                <a:cubicBezTo>
                  <a:pt x="650106" y="44244"/>
                  <a:pt x="644644" y="41657"/>
                  <a:pt x="638251" y="41657"/>
                </a:cubicBezTo>
                <a:cubicBezTo>
                  <a:pt x="631963" y="41657"/>
                  <a:pt x="626618" y="44205"/>
                  <a:pt x="622217" y="49301"/>
                </a:cubicBezTo>
                <a:cubicBezTo>
                  <a:pt x="617815" y="54397"/>
                  <a:pt x="615615" y="61963"/>
                  <a:pt x="615615" y="71999"/>
                </a:cubicBezTo>
                <a:close/>
                <a:moveTo>
                  <a:pt x="753138" y="88345"/>
                </a:moveTo>
                <a:lnTo>
                  <a:pt x="767757" y="90153"/>
                </a:lnTo>
                <a:cubicBezTo>
                  <a:pt x="765452" y="98694"/>
                  <a:pt x="761181" y="105322"/>
                  <a:pt x="754946" y="110038"/>
                </a:cubicBezTo>
                <a:cubicBezTo>
                  <a:pt x="748710" y="114754"/>
                  <a:pt x="740746" y="117112"/>
                  <a:pt x="731052" y="117112"/>
                </a:cubicBezTo>
                <a:cubicBezTo>
                  <a:pt x="718843" y="117112"/>
                  <a:pt x="709162" y="113352"/>
                  <a:pt x="702010" y="105833"/>
                </a:cubicBezTo>
                <a:cubicBezTo>
                  <a:pt x="694857" y="98314"/>
                  <a:pt x="691281" y="87768"/>
                  <a:pt x="691281" y="74197"/>
                </a:cubicBezTo>
                <a:cubicBezTo>
                  <a:pt x="691281" y="60154"/>
                  <a:pt x="694896" y="49255"/>
                  <a:pt x="702128" y="41500"/>
                </a:cubicBezTo>
                <a:cubicBezTo>
                  <a:pt x="709359" y="33745"/>
                  <a:pt x="718738" y="29867"/>
                  <a:pt x="730266" y="29867"/>
                </a:cubicBezTo>
                <a:cubicBezTo>
                  <a:pt x="741427" y="29867"/>
                  <a:pt x="750544" y="33661"/>
                  <a:pt x="757618" y="41247"/>
                </a:cubicBezTo>
                <a:cubicBezTo>
                  <a:pt x="764692" y="48832"/>
                  <a:pt x="768229" y="59503"/>
                  <a:pt x="768229" y="73261"/>
                </a:cubicBezTo>
                <a:cubicBezTo>
                  <a:pt x="768229" y="74098"/>
                  <a:pt x="768203" y="75353"/>
                  <a:pt x="768150" y="77027"/>
                </a:cubicBezTo>
                <a:lnTo>
                  <a:pt x="705900" y="77027"/>
                </a:lnTo>
                <a:cubicBezTo>
                  <a:pt x="706424" y="86170"/>
                  <a:pt x="709018" y="93172"/>
                  <a:pt x="713682" y="98032"/>
                </a:cubicBezTo>
                <a:cubicBezTo>
                  <a:pt x="718345" y="102892"/>
                  <a:pt x="724161" y="105322"/>
                  <a:pt x="731130" y="105322"/>
                </a:cubicBezTo>
                <a:cubicBezTo>
                  <a:pt x="736318" y="105322"/>
                  <a:pt x="740746" y="103973"/>
                  <a:pt x="744414" y="101274"/>
                </a:cubicBezTo>
                <a:cubicBezTo>
                  <a:pt x="748082" y="98574"/>
                  <a:pt x="750990" y="94264"/>
                  <a:pt x="753138" y="88345"/>
                </a:cubicBezTo>
                <a:moveTo>
                  <a:pt x="706686" y="65237"/>
                </a:moveTo>
                <a:lnTo>
                  <a:pt x="753295" y="65237"/>
                </a:lnTo>
                <a:cubicBezTo>
                  <a:pt x="752666" y="58330"/>
                  <a:pt x="750885" y="53150"/>
                  <a:pt x="747951" y="49696"/>
                </a:cubicBezTo>
                <a:cubicBezTo>
                  <a:pt x="743444" y="44337"/>
                  <a:pt x="737602" y="41657"/>
                  <a:pt x="730423" y="41657"/>
                </a:cubicBezTo>
                <a:cubicBezTo>
                  <a:pt x="723926" y="41657"/>
                  <a:pt x="718463" y="43797"/>
                  <a:pt x="714035" y="48075"/>
                </a:cubicBezTo>
                <a:cubicBezTo>
                  <a:pt x="709608" y="52352"/>
                  <a:pt x="707158" y="58073"/>
                  <a:pt x="706686" y="65237"/>
                </a:cubicBezTo>
                <a:close/>
                <a:moveTo>
                  <a:pt x="779837" y="90231"/>
                </a:moveTo>
                <a:lnTo>
                  <a:pt x="793828" y="88030"/>
                </a:lnTo>
                <a:cubicBezTo>
                  <a:pt x="794613" y="93613"/>
                  <a:pt x="796801" y="97890"/>
                  <a:pt x="800390" y="100864"/>
                </a:cubicBezTo>
                <a:cubicBezTo>
                  <a:pt x="803980" y="103836"/>
                  <a:pt x="808997" y="105322"/>
                  <a:pt x="815442" y="105322"/>
                </a:cubicBezTo>
                <a:cubicBezTo>
                  <a:pt x="821940" y="105322"/>
                  <a:pt x="826760" y="104010"/>
                  <a:pt x="829904" y="101385"/>
                </a:cubicBezTo>
                <a:cubicBezTo>
                  <a:pt x="833048" y="98758"/>
                  <a:pt x="834620" y="95678"/>
                  <a:pt x="834620" y="92145"/>
                </a:cubicBezTo>
                <a:cubicBezTo>
                  <a:pt x="834620" y="88973"/>
                  <a:pt x="833232" y="86477"/>
                  <a:pt x="830454" y="84658"/>
                </a:cubicBezTo>
                <a:cubicBezTo>
                  <a:pt x="828516" y="83410"/>
                  <a:pt x="823695" y="81824"/>
                  <a:pt x="815992" y="79900"/>
                </a:cubicBezTo>
                <a:cubicBezTo>
                  <a:pt x="805617" y="77279"/>
                  <a:pt x="798426" y="75011"/>
                  <a:pt x="794417" y="73097"/>
                </a:cubicBezTo>
                <a:cubicBezTo>
                  <a:pt x="790408" y="71182"/>
                  <a:pt x="787369" y="68534"/>
                  <a:pt x="785300" y="65151"/>
                </a:cubicBezTo>
                <a:cubicBezTo>
                  <a:pt x="783230" y="61768"/>
                  <a:pt x="782195" y="58031"/>
                  <a:pt x="782195" y="53941"/>
                </a:cubicBezTo>
                <a:cubicBezTo>
                  <a:pt x="782195" y="50217"/>
                  <a:pt x="783046" y="46769"/>
                  <a:pt x="784749" y="43595"/>
                </a:cubicBezTo>
                <a:cubicBezTo>
                  <a:pt x="786452" y="40422"/>
                  <a:pt x="788771" y="37786"/>
                  <a:pt x="791705" y="35689"/>
                </a:cubicBezTo>
                <a:cubicBezTo>
                  <a:pt x="793906" y="34063"/>
                  <a:pt x="796906" y="32686"/>
                  <a:pt x="800705" y="31560"/>
                </a:cubicBezTo>
                <a:cubicBezTo>
                  <a:pt x="804504" y="30432"/>
                  <a:pt x="808578" y="29867"/>
                  <a:pt x="812927" y="29867"/>
                </a:cubicBezTo>
                <a:cubicBezTo>
                  <a:pt x="819477" y="29867"/>
                  <a:pt x="825228" y="30817"/>
                  <a:pt x="830179" y="32717"/>
                </a:cubicBezTo>
                <a:cubicBezTo>
                  <a:pt x="835131" y="34614"/>
                  <a:pt x="838786" y="37186"/>
                  <a:pt x="841144" y="40432"/>
                </a:cubicBezTo>
                <a:cubicBezTo>
                  <a:pt x="843502" y="43675"/>
                  <a:pt x="845126" y="48014"/>
                  <a:pt x="846017" y="53447"/>
                </a:cubicBezTo>
                <a:lnTo>
                  <a:pt x="832184" y="55333"/>
                </a:lnTo>
                <a:cubicBezTo>
                  <a:pt x="831555" y="51037"/>
                  <a:pt x="829734" y="47683"/>
                  <a:pt x="826721" y="45273"/>
                </a:cubicBezTo>
                <a:cubicBezTo>
                  <a:pt x="823708" y="42862"/>
                  <a:pt x="819451" y="41657"/>
                  <a:pt x="813949" y="41657"/>
                </a:cubicBezTo>
                <a:cubicBezTo>
                  <a:pt x="807451" y="41657"/>
                  <a:pt x="802814" y="42726"/>
                  <a:pt x="800037" y="44865"/>
                </a:cubicBezTo>
                <a:cubicBezTo>
                  <a:pt x="797260" y="47002"/>
                  <a:pt x="795871" y="49505"/>
                  <a:pt x="795871" y="52374"/>
                </a:cubicBezTo>
                <a:cubicBezTo>
                  <a:pt x="795871" y="54198"/>
                  <a:pt x="796447" y="55840"/>
                  <a:pt x="797600" y="57301"/>
                </a:cubicBezTo>
                <a:cubicBezTo>
                  <a:pt x="798753" y="58812"/>
                  <a:pt x="800561" y="60063"/>
                  <a:pt x="803024" y="61054"/>
                </a:cubicBezTo>
                <a:cubicBezTo>
                  <a:pt x="804438" y="61576"/>
                  <a:pt x="808604" y="62776"/>
                  <a:pt x="815521" y="64652"/>
                </a:cubicBezTo>
                <a:cubicBezTo>
                  <a:pt x="825529" y="67323"/>
                  <a:pt x="832511" y="69509"/>
                  <a:pt x="836467" y="71210"/>
                </a:cubicBezTo>
                <a:cubicBezTo>
                  <a:pt x="840423" y="72912"/>
                  <a:pt x="843528" y="75386"/>
                  <a:pt x="845781" y="78633"/>
                </a:cubicBezTo>
                <a:cubicBezTo>
                  <a:pt x="848034" y="81878"/>
                  <a:pt x="849161" y="85909"/>
                  <a:pt x="849161" y="90725"/>
                </a:cubicBezTo>
                <a:cubicBezTo>
                  <a:pt x="849161" y="95437"/>
                  <a:pt x="847785" y="99875"/>
                  <a:pt x="845034" y="104037"/>
                </a:cubicBezTo>
                <a:cubicBezTo>
                  <a:pt x="842284" y="108198"/>
                  <a:pt x="838314" y="111418"/>
                  <a:pt x="833127" y="113695"/>
                </a:cubicBezTo>
                <a:cubicBezTo>
                  <a:pt x="827939" y="115973"/>
                  <a:pt x="822071" y="117112"/>
                  <a:pt x="815521" y="117112"/>
                </a:cubicBezTo>
                <a:cubicBezTo>
                  <a:pt x="804674" y="117112"/>
                  <a:pt x="796408" y="114852"/>
                  <a:pt x="790723" y="110333"/>
                </a:cubicBezTo>
                <a:cubicBezTo>
                  <a:pt x="785038" y="105813"/>
                  <a:pt x="781409" y="99113"/>
                  <a:pt x="779837" y="90231"/>
                </a:cubicBezTo>
                <a:close/>
                <a:moveTo>
                  <a:pt x="896870" y="102728"/>
                </a:moveTo>
                <a:lnTo>
                  <a:pt x="898914" y="115225"/>
                </a:lnTo>
                <a:cubicBezTo>
                  <a:pt x="894931" y="115959"/>
                  <a:pt x="891368" y="116326"/>
                  <a:pt x="888224" y="116326"/>
                </a:cubicBezTo>
                <a:cubicBezTo>
                  <a:pt x="883089" y="116326"/>
                  <a:pt x="879107" y="115514"/>
                  <a:pt x="876277" y="113889"/>
                </a:cubicBezTo>
                <a:cubicBezTo>
                  <a:pt x="873448" y="112265"/>
                  <a:pt x="871457" y="110130"/>
                  <a:pt x="870304" y="107484"/>
                </a:cubicBezTo>
                <a:cubicBezTo>
                  <a:pt x="869151" y="104837"/>
                  <a:pt x="868575" y="99270"/>
                  <a:pt x="868575" y="90781"/>
                </a:cubicBezTo>
                <a:lnTo>
                  <a:pt x="868575" y="42758"/>
                </a:lnTo>
                <a:lnTo>
                  <a:pt x="858200" y="42758"/>
                </a:lnTo>
                <a:lnTo>
                  <a:pt x="858200" y="31754"/>
                </a:lnTo>
                <a:lnTo>
                  <a:pt x="868575" y="31754"/>
                </a:lnTo>
                <a:lnTo>
                  <a:pt x="868575" y="11026"/>
                </a:lnTo>
                <a:lnTo>
                  <a:pt x="882644" y="2515"/>
                </a:lnTo>
                <a:lnTo>
                  <a:pt x="882644" y="31754"/>
                </a:lnTo>
                <a:lnTo>
                  <a:pt x="896870" y="31754"/>
                </a:lnTo>
                <a:lnTo>
                  <a:pt x="896870" y="42758"/>
                </a:lnTo>
                <a:lnTo>
                  <a:pt x="882644" y="42758"/>
                </a:lnTo>
                <a:lnTo>
                  <a:pt x="882644" y="91567"/>
                </a:lnTo>
                <a:cubicBezTo>
                  <a:pt x="882644" y="95602"/>
                  <a:pt x="882893" y="98196"/>
                  <a:pt x="883391" y="99349"/>
                </a:cubicBezTo>
                <a:cubicBezTo>
                  <a:pt x="883888" y="100501"/>
                  <a:pt x="884701" y="101418"/>
                  <a:pt x="885827" y="102100"/>
                </a:cubicBezTo>
                <a:cubicBezTo>
                  <a:pt x="886954" y="102781"/>
                  <a:pt x="888565" y="103121"/>
                  <a:pt x="890661" y="103121"/>
                </a:cubicBezTo>
                <a:cubicBezTo>
                  <a:pt x="892233" y="103121"/>
                  <a:pt x="894303" y="102990"/>
                  <a:pt x="896870" y="102728"/>
                </a:cubicBezTo>
                <a:close/>
                <a:moveTo>
                  <a:pt x="910809" y="16348"/>
                </a:moveTo>
                <a:lnTo>
                  <a:pt x="910809" y="0"/>
                </a:lnTo>
                <a:lnTo>
                  <a:pt x="924957" y="0"/>
                </a:lnTo>
                <a:lnTo>
                  <a:pt x="924957" y="16348"/>
                </a:lnTo>
                <a:lnTo>
                  <a:pt x="910809" y="16348"/>
                </a:lnTo>
                <a:moveTo>
                  <a:pt x="910809" y="115225"/>
                </a:moveTo>
                <a:lnTo>
                  <a:pt x="910809" y="31754"/>
                </a:lnTo>
                <a:lnTo>
                  <a:pt x="924957" y="31754"/>
                </a:lnTo>
                <a:lnTo>
                  <a:pt x="924957" y="115225"/>
                </a:lnTo>
                <a:lnTo>
                  <a:pt x="910809" y="115225"/>
                </a:lnTo>
                <a:close/>
                <a:moveTo>
                  <a:pt x="946465" y="115225"/>
                </a:moveTo>
                <a:lnTo>
                  <a:pt x="946465" y="31754"/>
                </a:lnTo>
                <a:lnTo>
                  <a:pt x="959198" y="31754"/>
                </a:lnTo>
                <a:lnTo>
                  <a:pt x="959198" y="43544"/>
                </a:lnTo>
                <a:cubicBezTo>
                  <a:pt x="965329" y="34426"/>
                  <a:pt x="974184" y="29867"/>
                  <a:pt x="985765" y="29867"/>
                </a:cubicBezTo>
                <a:cubicBezTo>
                  <a:pt x="990795" y="29867"/>
                  <a:pt x="995419" y="30771"/>
                  <a:pt x="999637" y="32579"/>
                </a:cubicBezTo>
                <a:cubicBezTo>
                  <a:pt x="1003855" y="34387"/>
                  <a:pt x="1007012" y="36758"/>
                  <a:pt x="1009108" y="39692"/>
                </a:cubicBezTo>
                <a:cubicBezTo>
                  <a:pt x="1011204" y="42627"/>
                  <a:pt x="1012672" y="46111"/>
                  <a:pt x="1013510" y="50146"/>
                </a:cubicBezTo>
                <a:cubicBezTo>
                  <a:pt x="1014034" y="52766"/>
                  <a:pt x="1014296" y="57351"/>
                  <a:pt x="1014296" y="63901"/>
                </a:cubicBezTo>
                <a:lnTo>
                  <a:pt x="1014296" y="115225"/>
                </a:lnTo>
                <a:lnTo>
                  <a:pt x="1000148" y="115225"/>
                </a:lnTo>
                <a:lnTo>
                  <a:pt x="1000148" y="64397"/>
                </a:lnTo>
                <a:cubicBezTo>
                  <a:pt x="1000148" y="58626"/>
                  <a:pt x="999598" y="54312"/>
                  <a:pt x="998498" y="51453"/>
                </a:cubicBezTo>
                <a:cubicBezTo>
                  <a:pt x="997397" y="48594"/>
                  <a:pt x="995445" y="46312"/>
                  <a:pt x="992642" y="44607"/>
                </a:cubicBezTo>
                <a:cubicBezTo>
                  <a:pt x="989839" y="42903"/>
                  <a:pt x="986551" y="42050"/>
                  <a:pt x="982778" y="42050"/>
                </a:cubicBezTo>
                <a:cubicBezTo>
                  <a:pt x="976752" y="42050"/>
                  <a:pt x="971551" y="43965"/>
                  <a:pt x="967176" y="47795"/>
                </a:cubicBezTo>
                <a:cubicBezTo>
                  <a:pt x="962801" y="51624"/>
                  <a:pt x="960613" y="58888"/>
                  <a:pt x="960613" y="69589"/>
                </a:cubicBezTo>
                <a:lnTo>
                  <a:pt x="960613" y="115225"/>
                </a:lnTo>
                <a:lnTo>
                  <a:pt x="946465" y="115225"/>
                </a:lnTo>
                <a:close/>
                <a:moveTo>
                  <a:pt x="1033371" y="122142"/>
                </a:moveTo>
                <a:lnTo>
                  <a:pt x="1047126" y="124186"/>
                </a:lnTo>
                <a:cubicBezTo>
                  <a:pt x="1047702" y="128430"/>
                  <a:pt x="1049301" y="131522"/>
                  <a:pt x="1051921" y="133460"/>
                </a:cubicBezTo>
                <a:cubicBezTo>
                  <a:pt x="1055431" y="136080"/>
                  <a:pt x="1060226" y="137390"/>
                  <a:pt x="1066304" y="137390"/>
                </a:cubicBezTo>
                <a:cubicBezTo>
                  <a:pt x="1072854" y="137390"/>
                  <a:pt x="1077911" y="136077"/>
                  <a:pt x="1081474" y="133451"/>
                </a:cubicBezTo>
                <a:cubicBezTo>
                  <a:pt x="1085037" y="130826"/>
                  <a:pt x="1087447" y="127150"/>
                  <a:pt x="1088705" y="122422"/>
                </a:cubicBezTo>
                <a:cubicBezTo>
                  <a:pt x="1089438" y="119535"/>
                  <a:pt x="1089779" y="113470"/>
                  <a:pt x="1089726" y="104227"/>
                </a:cubicBezTo>
                <a:cubicBezTo>
                  <a:pt x="1083543" y="111559"/>
                  <a:pt x="1075841" y="115225"/>
                  <a:pt x="1066619" y="115225"/>
                </a:cubicBezTo>
                <a:cubicBezTo>
                  <a:pt x="1055143" y="115225"/>
                  <a:pt x="1046261" y="111086"/>
                  <a:pt x="1039974" y="102807"/>
                </a:cubicBezTo>
                <a:cubicBezTo>
                  <a:pt x="1033686" y="94528"/>
                  <a:pt x="1030542" y="84598"/>
                  <a:pt x="1030542" y="73018"/>
                </a:cubicBezTo>
                <a:cubicBezTo>
                  <a:pt x="1030542" y="65053"/>
                  <a:pt x="1031983" y="57704"/>
                  <a:pt x="1034865" y="50971"/>
                </a:cubicBezTo>
                <a:cubicBezTo>
                  <a:pt x="1037747" y="44238"/>
                  <a:pt x="1041925" y="39037"/>
                  <a:pt x="1047401" y="35369"/>
                </a:cubicBezTo>
                <a:cubicBezTo>
                  <a:pt x="1052877" y="31701"/>
                  <a:pt x="1059309" y="29867"/>
                  <a:pt x="1066697" y="29867"/>
                </a:cubicBezTo>
                <a:cubicBezTo>
                  <a:pt x="1076548" y="29867"/>
                  <a:pt x="1084670" y="33876"/>
                  <a:pt x="1091063" y="41893"/>
                </a:cubicBezTo>
                <a:lnTo>
                  <a:pt x="1091063" y="31754"/>
                </a:lnTo>
                <a:lnTo>
                  <a:pt x="1104110" y="31754"/>
                </a:lnTo>
                <a:lnTo>
                  <a:pt x="1104110" y="103956"/>
                </a:lnTo>
                <a:cubicBezTo>
                  <a:pt x="1104110" y="116960"/>
                  <a:pt x="1102787" y="126174"/>
                  <a:pt x="1100141" y="131601"/>
                </a:cubicBezTo>
                <a:cubicBezTo>
                  <a:pt x="1097495" y="137028"/>
                  <a:pt x="1093303" y="141314"/>
                  <a:pt x="1087565" y="144459"/>
                </a:cubicBezTo>
                <a:cubicBezTo>
                  <a:pt x="1081827" y="147606"/>
                  <a:pt x="1074767" y="149180"/>
                  <a:pt x="1066383" y="149180"/>
                </a:cubicBezTo>
                <a:cubicBezTo>
                  <a:pt x="1056427" y="149180"/>
                  <a:pt x="1048384" y="146933"/>
                  <a:pt x="1042253" y="142440"/>
                </a:cubicBezTo>
                <a:cubicBezTo>
                  <a:pt x="1036122" y="137947"/>
                  <a:pt x="1033162" y="131181"/>
                  <a:pt x="1033371" y="122142"/>
                </a:cubicBezTo>
                <a:moveTo>
                  <a:pt x="1045083" y="71999"/>
                </a:moveTo>
                <a:cubicBezTo>
                  <a:pt x="1045083" y="82922"/>
                  <a:pt x="1047257" y="90893"/>
                  <a:pt x="1051606" y="95910"/>
                </a:cubicBezTo>
                <a:cubicBezTo>
                  <a:pt x="1055955" y="100927"/>
                  <a:pt x="1061405" y="103436"/>
                  <a:pt x="1067955" y="103436"/>
                </a:cubicBezTo>
                <a:cubicBezTo>
                  <a:pt x="1074452" y="103436"/>
                  <a:pt x="1079902" y="100940"/>
                  <a:pt x="1084303" y="95949"/>
                </a:cubicBezTo>
                <a:cubicBezTo>
                  <a:pt x="1088705" y="90958"/>
                  <a:pt x="1090905" y="83131"/>
                  <a:pt x="1090905" y="72468"/>
                </a:cubicBezTo>
                <a:cubicBezTo>
                  <a:pt x="1090905" y="62276"/>
                  <a:pt x="1088639" y="54593"/>
                  <a:pt x="1084107" y="49419"/>
                </a:cubicBezTo>
                <a:cubicBezTo>
                  <a:pt x="1079574" y="44244"/>
                  <a:pt x="1074112" y="41657"/>
                  <a:pt x="1067719" y="41657"/>
                </a:cubicBezTo>
                <a:cubicBezTo>
                  <a:pt x="1061431" y="41657"/>
                  <a:pt x="1056086" y="44205"/>
                  <a:pt x="1051685" y="49301"/>
                </a:cubicBezTo>
                <a:cubicBezTo>
                  <a:pt x="1047283" y="54397"/>
                  <a:pt x="1045083" y="61963"/>
                  <a:pt x="1045083" y="719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NFRs">
            <a:extLst xmlns:a="http://schemas.openxmlformats.org/drawingml/2006/main">
              <a:ext uri="{FF2B5EF4-FFF2-40B4-BE49-F238E27FC236}">
                <a16:creationId xmlns:a16="http://schemas.microsoft.com/office/drawing/2014/main" id="{CF8CA23C-BE91-4592-B0DC-38552CD4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752" y="1289390"/>
            <a:ext cx="392808" cy="117112"/>
          </a:xfrm>
          <a:custGeom xmlns:a="http://schemas.openxmlformats.org/drawingml/2006/main">
            <a:pathLst>
              <a:path w="392808" h="117112">
                <a:moveTo>
                  <a:pt x="0" y="115225"/>
                </a:moveTo>
                <a:lnTo>
                  <a:pt x="0" y="0"/>
                </a:lnTo>
                <a:lnTo>
                  <a:pt x="15641" y="0"/>
                </a:lnTo>
                <a:lnTo>
                  <a:pt x="76162" y="90467"/>
                </a:lnTo>
                <a:lnTo>
                  <a:pt x="76162" y="0"/>
                </a:lnTo>
                <a:lnTo>
                  <a:pt x="90781" y="0"/>
                </a:lnTo>
                <a:lnTo>
                  <a:pt x="90781" y="115225"/>
                </a:lnTo>
                <a:lnTo>
                  <a:pt x="75140" y="115225"/>
                </a:lnTo>
                <a:lnTo>
                  <a:pt x="14619" y="24680"/>
                </a:lnTo>
                <a:lnTo>
                  <a:pt x="14619" y="115225"/>
                </a:lnTo>
                <a:lnTo>
                  <a:pt x="0" y="115225"/>
                </a:lnTo>
                <a:close/>
                <a:moveTo>
                  <a:pt x="117163" y="115225"/>
                </a:moveTo>
                <a:lnTo>
                  <a:pt x="117163" y="0"/>
                </a:lnTo>
                <a:lnTo>
                  <a:pt x="194897" y="0"/>
                </a:lnTo>
                <a:lnTo>
                  <a:pt x="194897" y="13598"/>
                </a:lnTo>
                <a:lnTo>
                  <a:pt x="132412" y="13598"/>
                </a:lnTo>
                <a:lnTo>
                  <a:pt x="132412" y="49203"/>
                </a:lnTo>
                <a:lnTo>
                  <a:pt x="186487" y="49203"/>
                </a:lnTo>
                <a:lnTo>
                  <a:pt x="186487" y="62800"/>
                </a:lnTo>
                <a:lnTo>
                  <a:pt x="132412" y="62800"/>
                </a:lnTo>
                <a:lnTo>
                  <a:pt x="132412" y="115225"/>
                </a:lnTo>
                <a:lnTo>
                  <a:pt x="117163" y="115225"/>
                </a:lnTo>
                <a:close/>
                <a:moveTo>
                  <a:pt x="214966" y="115225"/>
                </a:moveTo>
                <a:lnTo>
                  <a:pt x="214966" y="0"/>
                </a:lnTo>
                <a:lnTo>
                  <a:pt x="266055" y="0"/>
                </a:lnTo>
                <a:cubicBezTo>
                  <a:pt x="276326" y="0"/>
                  <a:pt x="284133" y="1034"/>
                  <a:pt x="289478" y="3102"/>
                </a:cubicBezTo>
                <a:cubicBezTo>
                  <a:pt x="294823" y="5169"/>
                  <a:pt x="299093" y="8819"/>
                  <a:pt x="302289" y="14052"/>
                </a:cubicBezTo>
                <a:cubicBezTo>
                  <a:pt x="305486" y="19285"/>
                  <a:pt x="307084" y="25068"/>
                  <a:pt x="307084" y="31400"/>
                </a:cubicBezTo>
                <a:cubicBezTo>
                  <a:pt x="307084" y="39565"/>
                  <a:pt x="304438" y="46447"/>
                  <a:pt x="299145" y="52047"/>
                </a:cubicBezTo>
                <a:cubicBezTo>
                  <a:pt x="293853" y="57645"/>
                  <a:pt x="285679" y="61204"/>
                  <a:pt x="274623" y="62722"/>
                </a:cubicBezTo>
                <a:cubicBezTo>
                  <a:pt x="278657" y="64664"/>
                  <a:pt x="281723" y="66580"/>
                  <a:pt x="283819" y="68469"/>
                </a:cubicBezTo>
                <a:cubicBezTo>
                  <a:pt x="288273" y="72561"/>
                  <a:pt x="292491" y="77677"/>
                  <a:pt x="296473" y="83818"/>
                </a:cubicBezTo>
                <a:lnTo>
                  <a:pt x="316516" y="115225"/>
                </a:lnTo>
                <a:lnTo>
                  <a:pt x="297338" y="115225"/>
                </a:lnTo>
                <a:lnTo>
                  <a:pt x="282090" y="91216"/>
                </a:lnTo>
                <a:cubicBezTo>
                  <a:pt x="277636" y="84290"/>
                  <a:pt x="273968" y="78990"/>
                  <a:pt x="271086" y="75317"/>
                </a:cubicBezTo>
                <a:cubicBezTo>
                  <a:pt x="268204" y="71643"/>
                  <a:pt x="265623" y="69071"/>
                  <a:pt x="263344" y="67602"/>
                </a:cubicBezTo>
                <a:cubicBezTo>
                  <a:pt x="261064" y="66132"/>
                  <a:pt x="258746" y="65107"/>
                  <a:pt x="256388" y="64529"/>
                </a:cubicBezTo>
                <a:cubicBezTo>
                  <a:pt x="254659" y="64163"/>
                  <a:pt x="251829" y="63979"/>
                  <a:pt x="247899" y="63979"/>
                </a:cubicBezTo>
                <a:lnTo>
                  <a:pt x="230215" y="63979"/>
                </a:lnTo>
                <a:lnTo>
                  <a:pt x="230215" y="115225"/>
                </a:lnTo>
                <a:lnTo>
                  <a:pt x="214966" y="115225"/>
                </a:lnTo>
                <a:moveTo>
                  <a:pt x="230215" y="50775"/>
                </a:moveTo>
                <a:lnTo>
                  <a:pt x="262990" y="50775"/>
                </a:lnTo>
                <a:cubicBezTo>
                  <a:pt x="269959" y="50775"/>
                  <a:pt x="275409" y="50056"/>
                  <a:pt x="279339" y="48618"/>
                </a:cubicBezTo>
                <a:cubicBezTo>
                  <a:pt x="283269" y="47180"/>
                  <a:pt x="286255" y="44880"/>
                  <a:pt x="288299" y="41716"/>
                </a:cubicBezTo>
                <a:cubicBezTo>
                  <a:pt x="290342" y="38553"/>
                  <a:pt x="291364" y="35114"/>
                  <a:pt x="291364" y="31400"/>
                </a:cubicBezTo>
                <a:cubicBezTo>
                  <a:pt x="291364" y="25962"/>
                  <a:pt x="289386" y="21492"/>
                  <a:pt x="285430" y="17989"/>
                </a:cubicBezTo>
                <a:cubicBezTo>
                  <a:pt x="281474" y="14485"/>
                  <a:pt x="275225" y="12733"/>
                  <a:pt x="266684" y="12733"/>
                </a:cubicBezTo>
                <a:lnTo>
                  <a:pt x="230215" y="12733"/>
                </a:lnTo>
                <a:lnTo>
                  <a:pt x="230215" y="50775"/>
                </a:lnTo>
                <a:close/>
                <a:moveTo>
                  <a:pt x="323484" y="90231"/>
                </a:moveTo>
                <a:lnTo>
                  <a:pt x="337475" y="88030"/>
                </a:lnTo>
                <a:cubicBezTo>
                  <a:pt x="338260" y="93613"/>
                  <a:pt x="340448" y="97890"/>
                  <a:pt x="344037" y="100864"/>
                </a:cubicBezTo>
                <a:cubicBezTo>
                  <a:pt x="347627" y="103836"/>
                  <a:pt x="352644" y="105322"/>
                  <a:pt x="359089" y="105322"/>
                </a:cubicBezTo>
                <a:cubicBezTo>
                  <a:pt x="365587" y="105322"/>
                  <a:pt x="370407" y="104010"/>
                  <a:pt x="373551" y="101385"/>
                </a:cubicBezTo>
                <a:cubicBezTo>
                  <a:pt x="376695" y="98758"/>
                  <a:pt x="378267" y="95678"/>
                  <a:pt x="378267" y="92145"/>
                </a:cubicBezTo>
                <a:cubicBezTo>
                  <a:pt x="378267" y="88973"/>
                  <a:pt x="376879" y="86477"/>
                  <a:pt x="374101" y="84658"/>
                </a:cubicBezTo>
                <a:cubicBezTo>
                  <a:pt x="372163" y="83410"/>
                  <a:pt x="367342" y="81824"/>
                  <a:pt x="359639" y="79900"/>
                </a:cubicBezTo>
                <a:cubicBezTo>
                  <a:pt x="349264" y="77279"/>
                  <a:pt x="342073" y="75011"/>
                  <a:pt x="338064" y="73097"/>
                </a:cubicBezTo>
                <a:cubicBezTo>
                  <a:pt x="334055" y="71182"/>
                  <a:pt x="331016" y="68534"/>
                  <a:pt x="328947" y="65151"/>
                </a:cubicBezTo>
                <a:cubicBezTo>
                  <a:pt x="326877" y="61768"/>
                  <a:pt x="325842" y="58031"/>
                  <a:pt x="325842" y="53941"/>
                </a:cubicBezTo>
                <a:cubicBezTo>
                  <a:pt x="325842" y="50217"/>
                  <a:pt x="326693" y="46769"/>
                  <a:pt x="328396" y="43595"/>
                </a:cubicBezTo>
                <a:cubicBezTo>
                  <a:pt x="330099" y="40422"/>
                  <a:pt x="332418" y="37786"/>
                  <a:pt x="335352" y="35689"/>
                </a:cubicBezTo>
                <a:cubicBezTo>
                  <a:pt x="337553" y="34063"/>
                  <a:pt x="340553" y="32686"/>
                  <a:pt x="344352" y="31560"/>
                </a:cubicBezTo>
                <a:cubicBezTo>
                  <a:pt x="348151" y="30432"/>
                  <a:pt x="352225" y="29867"/>
                  <a:pt x="356574" y="29867"/>
                </a:cubicBezTo>
                <a:cubicBezTo>
                  <a:pt x="363124" y="29867"/>
                  <a:pt x="368875" y="30817"/>
                  <a:pt x="373826" y="32717"/>
                </a:cubicBezTo>
                <a:cubicBezTo>
                  <a:pt x="378778" y="34614"/>
                  <a:pt x="382433" y="37186"/>
                  <a:pt x="384791" y="40432"/>
                </a:cubicBezTo>
                <a:cubicBezTo>
                  <a:pt x="387149" y="43675"/>
                  <a:pt x="388773" y="48014"/>
                  <a:pt x="389664" y="53447"/>
                </a:cubicBezTo>
                <a:lnTo>
                  <a:pt x="375831" y="55333"/>
                </a:lnTo>
                <a:cubicBezTo>
                  <a:pt x="375202" y="51037"/>
                  <a:pt x="373381" y="47683"/>
                  <a:pt x="370368" y="45273"/>
                </a:cubicBezTo>
                <a:cubicBezTo>
                  <a:pt x="367355" y="42862"/>
                  <a:pt x="363098" y="41657"/>
                  <a:pt x="357596" y="41657"/>
                </a:cubicBezTo>
                <a:cubicBezTo>
                  <a:pt x="351098" y="41657"/>
                  <a:pt x="346461" y="42726"/>
                  <a:pt x="343684" y="44865"/>
                </a:cubicBezTo>
                <a:cubicBezTo>
                  <a:pt x="340907" y="47002"/>
                  <a:pt x="339518" y="49505"/>
                  <a:pt x="339518" y="52374"/>
                </a:cubicBezTo>
                <a:cubicBezTo>
                  <a:pt x="339518" y="54198"/>
                  <a:pt x="340094" y="55840"/>
                  <a:pt x="341247" y="57301"/>
                </a:cubicBezTo>
                <a:cubicBezTo>
                  <a:pt x="342400" y="58812"/>
                  <a:pt x="344208" y="60063"/>
                  <a:pt x="346671" y="61054"/>
                </a:cubicBezTo>
                <a:cubicBezTo>
                  <a:pt x="348085" y="61576"/>
                  <a:pt x="352251" y="62776"/>
                  <a:pt x="359168" y="64652"/>
                </a:cubicBezTo>
                <a:cubicBezTo>
                  <a:pt x="369176" y="67323"/>
                  <a:pt x="376158" y="69509"/>
                  <a:pt x="380114" y="71210"/>
                </a:cubicBezTo>
                <a:cubicBezTo>
                  <a:pt x="384070" y="72912"/>
                  <a:pt x="387175" y="75386"/>
                  <a:pt x="389428" y="78633"/>
                </a:cubicBezTo>
                <a:cubicBezTo>
                  <a:pt x="391681" y="81878"/>
                  <a:pt x="392808" y="85909"/>
                  <a:pt x="392808" y="90725"/>
                </a:cubicBezTo>
                <a:cubicBezTo>
                  <a:pt x="392808" y="95437"/>
                  <a:pt x="391432" y="99875"/>
                  <a:pt x="388681" y="104037"/>
                </a:cubicBezTo>
                <a:cubicBezTo>
                  <a:pt x="385931" y="108198"/>
                  <a:pt x="381961" y="111418"/>
                  <a:pt x="376774" y="113695"/>
                </a:cubicBezTo>
                <a:cubicBezTo>
                  <a:pt x="371586" y="115973"/>
                  <a:pt x="365718" y="117112"/>
                  <a:pt x="359168" y="117112"/>
                </a:cubicBezTo>
                <a:cubicBezTo>
                  <a:pt x="348321" y="117112"/>
                  <a:pt x="340055" y="114852"/>
                  <a:pt x="334370" y="110333"/>
                </a:cubicBezTo>
                <a:cubicBezTo>
                  <a:pt x="328685" y="105813"/>
                  <a:pt x="325056" y="99113"/>
                  <a:pt x="323484" y="902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85AA8-2892-44C9-A6A2-433C65C0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15" y="1734189"/>
            <a:ext cx="1341419" cy="670711"/>
          </a:xfrm>
          <a:custGeom xmlns:a="http://schemas.openxmlformats.org/drawingml/2006/main">
            <a:pathLst>
              <a:path w="1341419" h="670711">
                <a:moveTo>
                  <a:pt x="0" y="670711"/>
                </a:moveTo>
                <a:lnTo>
                  <a:pt x="1341419" y="670711"/>
                </a:lnTo>
                <a:lnTo>
                  <a:pt x="1341419" y="0"/>
                </a:lnTo>
                <a:lnTo>
                  <a:pt x="0" y="0"/>
                </a:lnTo>
                <a:lnTo>
                  <a:pt x="0" y="67071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B0333-AD44-4A69-A150-BB0E706B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15" y="1734189"/>
            <a:ext cx="1341419" cy="670711"/>
          </a:xfrm>
          <a:custGeom xmlns:a="http://schemas.openxmlformats.org/drawingml/2006/main">
            <a:pathLst>
              <a:path w="1341419" h="670711" fill="none">
                <a:moveTo>
                  <a:pt x="0" y="670711"/>
                </a:moveTo>
                <a:lnTo>
                  <a:pt x="1341419" y="670711"/>
                </a:lnTo>
                <a:lnTo>
                  <a:pt x="1341419" y="0"/>
                </a:lnTo>
                <a:lnTo>
                  <a:pt x="0" y="0"/>
                </a:lnTo>
                <a:lnTo>
                  <a:pt x="0" y="670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35" name="Text FilterPRs">
            <a:extLst xmlns:a="http://schemas.openxmlformats.org/drawingml/2006/main">
              <a:ext uri="{FF2B5EF4-FFF2-40B4-BE49-F238E27FC236}">
                <a16:creationId xmlns:a16="http://schemas.microsoft.com/office/drawing/2014/main" id="{E311FADD-C572-4F17-9A20-1E0F4068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648" y="1906456"/>
            <a:ext cx="731783" cy="117112"/>
          </a:xfrm>
          <a:custGeom xmlns:a="http://schemas.openxmlformats.org/drawingml/2006/main">
            <a:pathLst>
              <a:path w="731783" h="117112">
                <a:moveTo>
                  <a:pt x="0" y="115225"/>
                </a:moveTo>
                <a:lnTo>
                  <a:pt x="0" y="0"/>
                </a:lnTo>
                <a:lnTo>
                  <a:pt x="78992" y="0"/>
                </a:lnTo>
                <a:lnTo>
                  <a:pt x="78992" y="19492"/>
                </a:lnTo>
                <a:lnTo>
                  <a:pt x="23265" y="19492"/>
                </a:lnTo>
                <a:lnTo>
                  <a:pt x="23265" y="46688"/>
                </a:lnTo>
                <a:lnTo>
                  <a:pt x="71367" y="46688"/>
                </a:lnTo>
                <a:lnTo>
                  <a:pt x="71367" y="66180"/>
                </a:lnTo>
                <a:lnTo>
                  <a:pt x="23265" y="66180"/>
                </a:lnTo>
                <a:lnTo>
                  <a:pt x="23265" y="115225"/>
                </a:lnTo>
                <a:lnTo>
                  <a:pt x="0" y="115225"/>
                </a:lnTo>
                <a:close/>
                <a:moveTo>
                  <a:pt x="98039" y="20436"/>
                </a:moveTo>
                <a:lnTo>
                  <a:pt x="98039" y="0"/>
                </a:lnTo>
                <a:lnTo>
                  <a:pt x="120125" y="0"/>
                </a:lnTo>
                <a:lnTo>
                  <a:pt x="120125" y="20436"/>
                </a:lnTo>
                <a:lnTo>
                  <a:pt x="98039" y="20436"/>
                </a:lnTo>
                <a:moveTo>
                  <a:pt x="98039" y="115225"/>
                </a:moveTo>
                <a:lnTo>
                  <a:pt x="98039" y="31754"/>
                </a:lnTo>
                <a:lnTo>
                  <a:pt x="120125" y="31754"/>
                </a:lnTo>
                <a:lnTo>
                  <a:pt x="120125" y="115225"/>
                </a:lnTo>
                <a:lnTo>
                  <a:pt x="98039" y="115225"/>
                </a:lnTo>
                <a:close/>
                <a:moveTo>
                  <a:pt x="142788" y="115225"/>
                </a:moveTo>
                <a:lnTo>
                  <a:pt x="142788" y="0"/>
                </a:lnTo>
                <a:lnTo>
                  <a:pt x="164875" y="0"/>
                </a:lnTo>
                <a:lnTo>
                  <a:pt x="164875" y="115225"/>
                </a:lnTo>
                <a:lnTo>
                  <a:pt x="142788" y="115225"/>
                </a:lnTo>
                <a:close/>
                <a:moveTo>
                  <a:pt x="225815" y="31754"/>
                </a:moveTo>
                <a:lnTo>
                  <a:pt x="225815" y="49360"/>
                </a:lnTo>
                <a:lnTo>
                  <a:pt x="210724" y="49360"/>
                </a:lnTo>
                <a:lnTo>
                  <a:pt x="210724" y="82946"/>
                </a:lnTo>
                <a:cubicBezTo>
                  <a:pt x="210724" y="89748"/>
                  <a:pt x="210868" y="93712"/>
                  <a:pt x="211156" y="94837"/>
                </a:cubicBezTo>
                <a:cubicBezTo>
                  <a:pt x="211444" y="95960"/>
                  <a:pt x="212099" y="96888"/>
                  <a:pt x="213121" y="97622"/>
                </a:cubicBezTo>
                <a:cubicBezTo>
                  <a:pt x="214143" y="98354"/>
                  <a:pt x="215387" y="98720"/>
                  <a:pt x="216855" y="98720"/>
                </a:cubicBezTo>
                <a:cubicBezTo>
                  <a:pt x="218898" y="98720"/>
                  <a:pt x="221859" y="98012"/>
                  <a:pt x="225736" y="96598"/>
                </a:cubicBezTo>
                <a:lnTo>
                  <a:pt x="227623" y="113796"/>
                </a:lnTo>
                <a:cubicBezTo>
                  <a:pt x="222488" y="116007"/>
                  <a:pt x="216671" y="117112"/>
                  <a:pt x="210174" y="117112"/>
                </a:cubicBezTo>
                <a:cubicBezTo>
                  <a:pt x="206191" y="117112"/>
                  <a:pt x="202602" y="116444"/>
                  <a:pt x="199406" y="115108"/>
                </a:cubicBezTo>
                <a:cubicBezTo>
                  <a:pt x="196209" y="113771"/>
                  <a:pt x="193865" y="112042"/>
                  <a:pt x="192371" y="109920"/>
                </a:cubicBezTo>
                <a:cubicBezTo>
                  <a:pt x="190878" y="107798"/>
                  <a:pt x="189843" y="104929"/>
                  <a:pt x="189267" y="101314"/>
                </a:cubicBezTo>
                <a:cubicBezTo>
                  <a:pt x="188795" y="98746"/>
                  <a:pt x="188559" y="93558"/>
                  <a:pt x="188559" y="85751"/>
                </a:cubicBezTo>
                <a:lnTo>
                  <a:pt x="188559" y="49360"/>
                </a:lnTo>
                <a:lnTo>
                  <a:pt x="178420" y="49360"/>
                </a:lnTo>
                <a:lnTo>
                  <a:pt x="178420" y="31754"/>
                </a:lnTo>
                <a:lnTo>
                  <a:pt x="188559" y="31754"/>
                </a:lnTo>
                <a:lnTo>
                  <a:pt x="188559" y="15091"/>
                </a:lnTo>
                <a:lnTo>
                  <a:pt x="210724" y="2044"/>
                </a:lnTo>
                <a:lnTo>
                  <a:pt x="210724" y="31754"/>
                </a:lnTo>
                <a:lnTo>
                  <a:pt x="225815" y="31754"/>
                </a:lnTo>
                <a:close/>
                <a:moveTo>
                  <a:pt x="289479" y="88659"/>
                </a:moveTo>
                <a:lnTo>
                  <a:pt x="311486" y="92432"/>
                </a:lnTo>
                <a:cubicBezTo>
                  <a:pt x="308657" y="100475"/>
                  <a:pt x="304190" y="106599"/>
                  <a:pt x="298085" y="110804"/>
                </a:cubicBezTo>
                <a:cubicBezTo>
                  <a:pt x="291981" y="115009"/>
                  <a:pt x="284344" y="117112"/>
                  <a:pt x="275174" y="117112"/>
                </a:cubicBezTo>
                <a:cubicBezTo>
                  <a:pt x="260659" y="117112"/>
                  <a:pt x="249917" y="112370"/>
                  <a:pt x="242948" y="102886"/>
                </a:cubicBezTo>
                <a:cubicBezTo>
                  <a:pt x="237447" y="95288"/>
                  <a:pt x="234696" y="85699"/>
                  <a:pt x="234696" y="74118"/>
                </a:cubicBezTo>
                <a:cubicBezTo>
                  <a:pt x="234696" y="60285"/>
                  <a:pt x="238311" y="49452"/>
                  <a:pt x="245542" y="41618"/>
                </a:cubicBezTo>
                <a:cubicBezTo>
                  <a:pt x="252773" y="33784"/>
                  <a:pt x="261917" y="29867"/>
                  <a:pt x="272973" y="29867"/>
                </a:cubicBezTo>
                <a:cubicBezTo>
                  <a:pt x="285392" y="29867"/>
                  <a:pt x="295190" y="33968"/>
                  <a:pt x="302369" y="42168"/>
                </a:cubicBezTo>
                <a:cubicBezTo>
                  <a:pt x="309548" y="50369"/>
                  <a:pt x="312980" y="62931"/>
                  <a:pt x="312665" y="79856"/>
                </a:cubicBezTo>
                <a:lnTo>
                  <a:pt x="257332" y="79856"/>
                </a:lnTo>
                <a:cubicBezTo>
                  <a:pt x="257489" y="86406"/>
                  <a:pt x="259271" y="91502"/>
                  <a:pt x="262677" y="95144"/>
                </a:cubicBezTo>
                <a:cubicBezTo>
                  <a:pt x="266083" y="98785"/>
                  <a:pt x="270327" y="100606"/>
                  <a:pt x="275410" y="100606"/>
                </a:cubicBezTo>
                <a:cubicBezTo>
                  <a:pt x="278868" y="100606"/>
                  <a:pt x="281776" y="99663"/>
                  <a:pt x="284134" y="97777"/>
                </a:cubicBezTo>
                <a:cubicBezTo>
                  <a:pt x="286492" y="95890"/>
                  <a:pt x="288274" y="92851"/>
                  <a:pt x="289479" y="88659"/>
                </a:cubicBezTo>
                <a:moveTo>
                  <a:pt x="290736" y="66337"/>
                </a:moveTo>
                <a:cubicBezTo>
                  <a:pt x="290579" y="59971"/>
                  <a:pt x="288929" y="55130"/>
                  <a:pt x="285785" y="51816"/>
                </a:cubicBezTo>
                <a:cubicBezTo>
                  <a:pt x="282641" y="48502"/>
                  <a:pt x="278816" y="46845"/>
                  <a:pt x="274309" y="46845"/>
                </a:cubicBezTo>
                <a:cubicBezTo>
                  <a:pt x="269489" y="46845"/>
                  <a:pt x="265506" y="48593"/>
                  <a:pt x="262362" y="52089"/>
                </a:cubicBezTo>
                <a:cubicBezTo>
                  <a:pt x="259218" y="55586"/>
                  <a:pt x="257673" y="60336"/>
                  <a:pt x="257725" y="66337"/>
                </a:cubicBezTo>
                <a:lnTo>
                  <a:pt x="290736" y="66337"/>
                </a:lnTo>
                <a:close/>
                <a:moveTo>
                  <a:pt x="351783" y="115225"/>
                </a:moveTo>
                <a:lnTo>
                  <a:pt x="329697" y="115225"/>
                </a:lnTo>
                <a:lnTo>
                  <a:pt x="329697" y="31754"/>
                </a:lnTo>
                <a:lnTo>
                  <a:pt x="350211" y="31754"/>
                </a:lnTo>
                <a:lnTo>
                  <a:pt x="350211" y="43622"/>
                </a:lnTo>
                <a:cubicBezTo>
                  <a:pt x="353722" y="38015"/>
                  <a:pt x="356879" y="34321"/>
                  <a:pt x="359682" y="32540"/>
                </a:cubicBezTo>
                <a:cubicBezTo>
                  <a:pt x="362485" y="30758"/>
                  <a:pt x="365669" y="29867"/>
                  <a:pt x="369232" y="29867"/>
                </a:cubicBezTo>
                <a:cubicBezTo>
                  <a:pt x="374262" y="29867"/>
                  <a:pt x="379109" y="31256"/>
                  <a:pt x="383772" y="34033"/>
                </a:cubicBezTo>
                <a:lnTo>
                  <a:pt x="376934" y="53290"/>
                </a:lnTo>
                <a:cubicBezTo>
                  <a:pt x="373214" y="50879"/>
                  <a:pt x="369756" y="49674"/>
                  <a:pt x="366559" y="49674"/>
                </a:cubicBezTo>
                <a:cubicBezTo>
                  <a:pt x="363468" y="49674"/>
                  <a:pt x="360848" y="50526"/>
                  <a:pt x="358700" y="52229"/>
                </a:cubicBezTo>
                <a:cubicBezTo>
                  <a:pt x="356551" y="53932"/>
                  <a:pt x="354861" y="57010"/>
                  <a:pt x="353630" y="61464"/>
                </a:cubicBezTo>
                <a:cubicBezTo>
                  <a:pt x="352399" y="65918"/>
                  <a:pt x="351783" y="75245"/>
                  <a:pt x="351783" y="89445"/>
                </a:cubicBezTo>
                <a:lnTo>
                  <a:pt x="351783" y="115225"/>
                </a:lnTo>
                <a:close/>
                <a:moveTo>
                  <a:pt x="438164" y="115225"/>
                </a:moveTo>
                <a:lnTo>
                  <a:pt x="438164" y="0"/>
                </a:lnTo>
                <a:lnTo>
                  <a:pt x="475498" y="0"/>
                </a:lnTo>
                <a:cubicBezTo>
                  <a:pt x="489646" y="0"/>
                  <a:pt x="498868" y="576"/>
                  <a:pt x="503165" y="1727"/>
                </a:cubicBezTo>
                <a:cubicBezTo>
                  <a:pt x="509767" y="3454"/>
                  <a:pt x="515296" y="7210"/>
                  <a:pt x="519749" y="12993"/>
                </a:cubicBezTo>
                <a:cubicBezTo>
                  <a:pt x="524203" y="18777"/>
                  <a:pt x="526430" y="26249"/>
                  <a:pt x="526430" y="35409"/>
                </a:cubicBezTo>
                <a:cubicBezTo>
                  <a:pt x="526430" y="42474"/>
                  <a:pt x="525147" y="48415"/>
                  <a:pt x="522579" y="53231"/>
                </a:cubicBezTo>
                <a:cubicBezTo>
                  <a:pt x="520011" y="58047"/>
                  <a:pt x="516750" y="61828"/>
                  <a:pt x="512793" y="64576"/>
                </a:cubicBezTo>
                <a:cubicBezTo>
                  <a:pt x="508837" y="67324"/>
                  <a:pt x="504816" y="69143"/>
                  <a:pt x="500729" y="70034"/>
                </a:cubicBezTo>
                <a:cubicBezTo>
                  <a:pt x="495174" y="71133"/>
                  <a:pt x="487131" y="71682"/>
                  <a:pt x="476599" y="71682"/>
                </a:cubicBezTo>
                <a:lnTo>
                  <a:pt x="461429" y="71682"/>
                </a:lnTo>
                <a:lnTo>
                  <a:pt x="461429" y="115225"/>
                </a:lnTo>
                <a:lnTo>
                  <a:pt x="438164" y="115225"/>
                </a:lnTo>
                <a:moveTo>
                  <a:pt x="461429" y="19492"/>
                </a:moveTo>
                <a:lnTo>
                  <a:pt x="461429" y="52189"/>
                </a:lnTo>
                <a:lnTo>
                  <a:pt x="474162" y="52189"/>
                </a:lnTo>
                <a:cubicBezTo>
                  <a:pt x="483332" y="52189"/>
                  <a:pt x="489463" y="51587"/>
                  <a:pt x="492554" y="50382"/>
                </a:cubicBezTo>
                <a:cubicBezTo>
                  <a:pt x="495646" y="49176"/>
                  <a:pt x="498069" y="47290"/>
                  <a:pt x="499825" y="44723"/>
                </a:cubicBezTo>
                <a:cubicBezTo>
                  <a:pt x="501580" y="42155"/>
                  <a:pt x="502458" y="39168"/>
                  <a:pt x="502458" y="35762"/>
                </a:cubicBezTo>
                <a:cubicBezTo>
                  <a:pt x="502458" y="31570"/>
                  <a:pt x="501226" y="28112"/>
                  <a:pt x="498764" y="25387"/>
                </a:cubicBezTo>
                <a:cubicBezTo>
                  <a:pt x="496301" y="22663"/>
                  <a:pt x="493183" y="20960"/>
                  <a:pt x="489410" y="20278"/>
                </a:cubicBezTo>
                <a:cubicBezTo>
                  <a:pt x="486633" y="19754"/>
                  <a:pt x="481053" y="19492"/>
                  <a:pt x="472669" y="19492"/>
                </a:cubicBezTo>
                <a:lnTo>
                  <a:pt x="461429" y="19492"/>
                </a:lnTo>
                <a:close/>
                <a:moveTo>
                  <a:pt x="545610" y="115225"/>
                </a:moveTo>
                <a:lnTo>
                  <a:pt x="545610" y="0"/>
                </a:lnTo>
                <a:lnTo>
                  <a:pt x="594577" y="0"/>
                </a:lnTo>
                <a:cubicBezTo>
                  <a:pt x="606891" y="0"/>
                  <a:pt x="615838" y="1035"/>
                  <a:pt x="621418" y="3105"/>
                </a:cubicBezTo>
                <a:cubicBezTo>
                  <a:pt x="626999" y="5174"/>
                  <a:pt x="631466" y="8855"/>
                  <a:pt x="634820" y="14148"/>
                </a:cubicBezTo>
                <a:cubicBezTo>
                  <a:pt x="638173" y="19440"/>
                  <a:pt x="639850" y="25492"/>
                  <a:pt x="639850" y="32304"/>
                </a:cubicBezTo>
                <a:cubicBezTo>
                  <a:pt x="639850" y="40950"/>
                  <a:pt x="637308" y="48089"/>
                  <a:pt x="632226" y="53722"/>
                </a:cubicBezTo>
                <a:cubicBezTo>
                  <a:pt x="627143" y="59355"/>
                  <a:pt x="619545" y="62905"/>
                  <a:pt x="609432" y="64372"/>
                </a:cubicBezTo>
                <a:cubicBezTo>
                  <a:pt x="614463" y="67307"/>
                  <a:pt x="618615" y="70529"/>
                  <a:pt x="621890" y="74040"/>
                </a:cubicBezTo>
                <a:cubicBezTo>
                  <a:pt x="625165" y="77551"/>
                  <a:pt x="629580" y="83786"/>
                  <a:pt x="635134" y="92746"/>
                </a:cubicBezTo>
                <a:lnTo>
                  <a:pt x="649203" y="115225"/>
                </a:lnTo>
                <a:lnTo>
                  <a:pt x="621379" y="115225"/>
                </a:lnTo>
                <a:lnTo>
                  <a:pt x="604559" y="90145"/>
                </a:lnTo>
                <a:cubicBezTo>
                  <a:pt x="598586" y="81188"/>
                  <a:pt x="594498" y="75545"/>
                  <a:pt x="592298" y="73215"/>
                </a:cubicBezTo>
                <a:cubicBezTo>
                  <a:pt x="590097" y="70883"/>
                  <a:pt x="587765" y="69285"/>
                  <a:pt x="585302" y="68420"/>
                </a:cubicBezTo>
                <a:cubicBezTo>
                  <a:pt x="582840" y="67555"/>
                  <a:pt x="578936" y="67123"/>
                  <a:pt x="573591" y="67123"/>
                </a:cubicBezTo>
                <a:lnTo>
                  <a:pt x="568875" y="67123"/>
                </a:lnTo>
                <a:lnTo>
                  <a:pt x="568875" y="115225"/>
                </a:lnTo>
                <a:lnTo>
                  <a:pt x="545610" y="115225"/>
                </a:lnTo>
                <a:moveTo>
                  <a:pt x="568875" y="48731"/>
                </a:moveTo>
                <a:lnTo>
                  <a:pt x="586088" y="48731"/>
                </a:lnTo>
                <a:cubicBezTo>
                  <a:pt x="597249" y="48731"/>
                  <a:pt x="604218" y="48260"/>
                  <a:pt x="606996" y="47316"/>
                </a:cubicBezTo>
                <a:cubicBezTo>
                  <a:pt x="609773" y="46373"/>
                  <a:pt x="611947" y="44749"/>
                  <a:pt x="613519" y="42443"/>
                </a:cubicBezTo>
                <a:cubicBezTo>
                  <a:pt x="615091" y="40138"/>
                  <a:pt x="615877" y="37256"/>
                  <a:pt x="615877" y="33797"/>
                </a:cubicBezTo>
                <a:cubicBezTo>
                  <a:pt x="615877" y="29920"/>
                  <a:pt x="614842" y="26789"/>
                  <a:pt x="612773" y="24405"/>
                </a:cubicBezTo>
                <a:cubicBezTo>
                  <a:pt x="610703" y="22021"/>
                  <a:pt x="607782" y="20514"/>
                  <a:pt x="604009" y="19885"/>
                </a:cubicBezTo>
                <a:cubicBezTo>
                  <a:pt x="602123" y="19623"/>
                  <a:pt x="596463" y="19492"/>
                  <a:pt x="587032" y="19492"/>
                </a:cubicBezTo>
                <a:lnTo>
                  <a:pt x="568875" y="19492"/>
                </a:lnTo>
                <a:lnTo>
                  <a:pt x="568875" y="48731"/>
                </a:lnTo>
                <a:close/>
                <a:moveTo>
                  <a:pt x="653813" y="91489"/>
                </a:moveTo>
                <a:lnTo>
                  <a:pt x="675978" y="88030"/>
                </a:lnTo>
                <a:cubicBezTo>
                  <a:pt x="676921" y="92301"/>
                  <a:pt x="678834" y="95543"/>
                  <a:pt x="681716" y="97757"/>
                </a:cubicBezTo>
                <a:cubicBezTo>
                  <a:pt x="684598" y="99971"/>
                  <a:pt x="688633" y="101078"/>
                  <a:pt x="693820" y="101078"/>
                </a:cubicBezTo>
                <a:cubicBezTo>
                  <a:pt x="699532" y="101078"/>
                  <a:pt x="703828" y="100031"/>
                  <a:pt x="706710" y="97939"/>
                </a:cubicBezTo>
                <a:cubicBezTo>
                  <a:pt x="708649" y="96473"/>
                  <a:pt x="709618" y="94511"/>
                  <a:pt x="709618" y="92051"/>
                </a:cubicBezTo>
                <a:cubicBezTo>
                  <a:pt x="709618" y="90376"/>
                  <a:pt x="709094" y="88989"/>
                  <a:pt x="708046" y="87890"/>
                </a:cubicBezTo>
                <a:cubicBezTo>
                  <a:pt x="706946" y="86844"/>
                  <a:pt x="704483" y="85876"/>
                  <a:pt x="700658" y="84987"/>
                </a:cubicBezTo>
                <a:cubicBezTo>
                  <a:pt x="682842" y="81064"/>
                  <a:pt x="671550" y="77479"/>
                  <a:pt x="666782" y="74234"/>
                </a:cubicBezTo>
                <a:cubicBezTo>
                  <a:pt x="660180" y="69731"/>
                  <a:pt x="656879" y="63475"/>
                  <a:pt x="656879" y="55466"/>
                </a:cubicBezTo>
                <a:cubicBezTo>
                  <a:pt x="656879" y="48241"/>
                  <a:pt x="659734" y="42169"/>
                  <a:pt x="665446" y="37248"/>
                </a:cubicBezTo>
                <a:cubicBezTo>
                  <a:pt x="671157" y="32328"/>
                  <a:pt x="680013" y="29867"/>
                  <a:pt x="692012" y="29867"/>
                </a:cubicBezTo>
                <a:cubicBezTo>
                  <a:pt x="703435" y="29867"/>
                  <a:pt x="711924" y="31721"/>
                  <a:pt x="717478" y="35428"/>
                </a:cubicBezTo>
                <a:cubicBezTo>
                  <a:pt x="723032" y="39136"/>
                  <a:pt x="726858" y="44618"/>
                  <a:pt x="728954" y="51875"/>
                </a:cubicBezTo>
                <a:lnTo>
                  <a:pt x="708125" y="55805"/>
                </a:lnTo>
                <a:cubicBezTo>
                  <a:pt x="707234" y="52556"/>
                  <a:pt x="705544" y="50067"/>
                  <a:pt x="703055" y="48338"/>
                </a:cubicBezTo>
                <a:cubicBezTo>
                  <a:pt x="700566" y="46609"/>
                  <a:pt x="697016" y="45744"/>
                  <a:pt x="692405" y="45744"/>
                </a:cubicBezTo>
                <a:cubicBezTo>
                  <a:pt x="686589" y="45744"/>
                  <a:pt x="682423" y="46556"/>
                  <a:pt x="679908" y="48178"/>
                </a:cubicBezTo>
                <a:cubicBezTo>
                  <a:pt x="678231" y="49328"/>
                  <a:pt x="677393" y="50819"/>
                  <a:pt x="677393" y="52651"/>
                </a:cubicBezTo>
                <a:cubicBezTo>
                  <a:pt x="677393" y="54220"/>
                  <a:pt x="678127" y="55554"/>
                  <a:pt x="679594" y="56652"/>
                </a:cubicBezTo>
                <a:cubicBezTo>
                  <a:pt x="681585" y="58118"/>
                  <a:pt x="688462" y="60185"/>
                  <a:pt x="700226" y="62854"/>
                </a:cubicBezTo>
                <a:cubicBezTo>
                  <a:pt x="711989" y="65523"/>
                  <a:pt x="720203" y="68797"/>
                  <a:pt x="724866" y="72677"/>
                </a:cubicBezTo>
                <a:cubicBezTo>
                  <a:pt x="729478" y="76610"/>
                  <a:pt x="731783" y="82089"/>
                  <a:pt x="731783" y="89114"/>
                </a:cubicBezTo>
                <a:cubicBezTo>
                  <a:pt x="731783" y="96769"/>
                  <a:pt x="728587" y="103349"/>
                  <a:pt x="722194" y="108854"/>
                </a:cubicBezTo>
                <a:cubicBezTo>
                  <a:pt x="715801" y="114359"/>
                  <a:pt x="706343" y="117112"/>
                  <a:pt x="693820" y="117112"/>
                </a:cubicBezTo>
                <a:cubicBezTo>
                  <a:pt x="682449" y="117112"/>
                  <a:pt x="673450" y="114814"/>
                  <a:pt x="666821" y="110217"/>
                </a:cubicBezTo>
                <a:cubicBezTo>
                  <a:pt x="660193" y="105619"/>
                  <a:pt x="655857" y="99376"/>
                  <a:pt x="653813" y="9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(Keywords)">
            <a:extLst xmlns:a="http://schemas.openxmlformats.org/drawingml/2006/main">
              <a:ext uri="{FF2B5EF4-FFF2-40B4-BE49-F238E27FC236}">
                <a16:creationId xmlns:a16="http://schemas.microsoft.com/office/drawing/2014/main" id="{931048C1-09A9-49B0-88A2-17E0BE4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295" y="2105777"/>
            <a:ext cx="798302" cy="151066"/>
          </a:xfrm>
          <a:custGeom xmlns:a="http://schemas.openxmlformats.org/drawingml/2006/main">
            <a:pathLst>
              <a:path w="798302" h="151066">
                <a:moveTo>
                  <a:pt x="27902" y="151066"/>
                </a:moveTo>
                <a:cubicBezTo>
                  <a:pt x="20095" y="141215"/>
                  <a:pt x="13493" y="129688"/>
                  <a:pt x="8096" y="116483"/>
                </a:cubicBezTo>
                <a:cubicBezTo>
                  <a:pt x="2699" y="103279"/>
                  <a:pt x="0" y="89602"/>
                  <a:pt x="0" y="75455"/>
                </a:cubicBezTo>
                <a:cubicBezTo>
                  <a:pt x="0" y="62984"/>
                  <a:pt x="2017" y="51037"/>
                  <a:pt x="6052" y="39614"/>
                </a:cubicBezTo>
                <a:cubicBezTo>
                  <a:pt x="10768" y="26357"/>
                  <a:pt x="18051" y="13152"/>
                  <a:pt x="27902" y="0"/>
                </a:cubicBezTo>
                <a:lnTo>
                  <a:pt x="38042" y="0"/>
                </a:lnTo>
                <a:cubicBezTo>
                  <a:pt x="31701" y="10899"/>
                  <a:pt x="27509" y="18680"/>
                  <a:pt x="25466" y="23344"/>
                </a:cubicBezTo>
                <a:cubicBezTo>
                  <a:pt x="22270" y="30575"/>
                  <a:pt x="19754" y="38120"/>
                  <a:pt x="17920" y="45980"/>
                </a:cubicBezTo>
                <a:cubicBezTo>
                  <a:pt x="15667" y="55779"/>
                  <a:pt x="14541" y="65630"/>
                  <a:pt x="14541" y="75533"/>
                </a:cubicBezTo>
                <a:cubicBezTo>
                  <a:pt x="14541" y="100737"/>
                  <a:pt x="22374" y="125915"/>
                  <a:pt x="38042" y="151066"/>
                </a:cubicBezTo>
                <a:lnTo>
                  <a:pt x="27902" y="151066"/>
                </a:lnTo>
                <a:close/>
                <a:moveTo>
                  <a:pt x="55646" y="117112"/>
                </a:moveTo>
                <a:lnTo>
                  <a:pt x="55646" y="1886"/>
                </a:lnTo>
                <a:lnTo>
                  <a:pt x="70894" y="1886"/>
                </a:lnTo>
                <a:lnTo>
                  <a:pt x="70894" y="59028"/>
                </a:lnTo>
                <a:lnTo>
                  <a:pt x="128114" y="1886"/>
                </a:lnTo>
                <a:lnTo>
                  <a:pt x="148785" y="1886"/>
                </a:lnTo>
                <a:lnTo>
                  <a:pt x="100447" y="48574"/>
                </a:lnTo>
                <a:lnTo>
                  <a:pt x="150907" y="117112"/>
                </a:lnTo>
                <a:lnTo>
                  <a:pt x="130786" y="117112"/>
                </a:lnTo>
                <a:lnTo>
                  <a:pt x="89757" y="58792"/>
                </a:lnTo>
                <a:lnTo>
                  <a:pt x="70894" y="77184"/>
                </a:lnTo>
                <a:lnTo>
                  <a:pt x="70894" y="117112"/>
                </a:lnTo>
                <a:lnTo>
                  <a:pt x="55646" y="117112"/>
                </a:lnTo>
                <a:close/>
                <a:moveTo>
                  <a:pt x="218976" y="90231"/>
                </a:moveTo>
                <a:lnTo>
                  <a:pt x="233595" y="92039"/>
                </a:lnTo>
                <a:cubicBezTo>
                  <a:pt x="231289" y="100580"/>
                  <a:pt x="227019" y="107208"/>
                  <a:pt x="220783" y="111924"/>
                </a:cubicBezTo>
                <a:cubicBezTo>
                  <a:pt x="214548" y="116640"/>
                  <a:pt x="206583" y="118998"/>
                  <a:pt x="196889" y="118998"/>
                </a:cubicBezTo>
                <a:cubicBezTo>
                  <a:pt x="184680" y="118998"/>
                  <a:pt x="175000" y="115239"/>
                  <a:pt x="167847" y="107719"/>
                </a:cubicBezTo>
                <a:cubicBezTo>
                  <a:pt x="160695" y="100200"/>
                  <a:pt x="157119" y="89655"/>
                  <a:pt x="157119" y="76083"/>
                </a:cubicBezTo>
                <a:cubicBezTo>
                  <a:pt x="157119" y="62040"/>
                  <a:pt x="160734" y="51141"/>
                  <a:pt x="167965" y="43386"/>
                </a:cubicBezTo>
                <a:cubicBezTo>
                  <a:pt x="175196" y="35631"/>
                  <a:pt x="184576" y="31754"/>
                  <a:pt x="196103" y="31754"/>
                </a:cubicBezTo>
                <a:cubicBezTo>
                  <a:pt x="207264" y="31754"/>
                  <a:pt x="216382" y="35547"/>
                  <a:pt x="223456" y="43133"/>
                </a:cubicBezTo>
                <a:cubicBezTo>
                  <a:pt x="230530" y="50718"/>
                  <a:pt x="234066" y="61390"/>
                  <a:pt x="234066" y="75148"/>
                </a:cubicBezTo>
                <a:cubicBezTo>
                  <a:pt x="234066" y="75984"/>
                  <a:pt x="234040" y="77239"/>
                  <a:pt x="233988" y="78913"/>
                </a:cubicBezTo>
                <a:lnTo>
                  <a:pt x="171738" y="78913"/>
                </a:lnTo>
                <a:cubicBezTo>
                  <a:pt x="172262" y="88057"/>
                  <a:pt x="174856" y="95058"/>
                  <a:pt x="179519" y="99918"/>
                </a:cubicBezTo>
                <a:cubicBezTo>
                  <a:pt x="184183" y="104778"/>
                  <a:pt x="189999" y="107208"/>
                  <a:pt x="196968" y="107208"/>
                </a:cubicBezTo>
                <a:cubicBezTo>
                  <a:pt x="202155" y="107208"/>
                  <a:pt x="206583" y="105859"/>
                  <a:pt x="210251" y="103161"/>
                </a:cubicBezTo>
                <a:cubicBezTo>
                  <a:pt x="213919" y="100460"/>
                  <a:pt x="216827" y="96151"/>
                  <a:pt x="218976" y="90231"/>
                </a:cubicBezTo>
                <a:moveTo>
                  <a:pt x="172524" y="67123"/>
                </a:moveTo>
                <a:lnTo>
                  <a:pt x="219133" y="67123"/>
                </a:lnTo>
                <a:cubicBezTo>
                  <a:pt x="218504" y="60216"/>
                  <a:pt x="216722" y="55036"/>
                  <a:pt x="213788" y="51583"/>
                </a:cubicBezTo>
                <a:cubicBezTo>
                  <a:pt x="209282" y="46223"/>
                  <a:pt x="203439" y="43544"/>
                  <a:pt x="196261" y="43544"/>
                </a:cubicBezTo>
                <a:cubicBezTo>
                  <a:pt x="189763" y="43544"/>
                  <a:pt x="184301" y="45683"/>
                  <a:pt x="179873" y="49962"/>
                </a:cubicBezTo>
                <a:cubicBezTo>
                  <a:pt x="175445" y="54239"/>
                  <a:pt x="172995" y="59959"/>
                  <a:pt x="172524" y="67123"/>
                </a:cubicBezTo>
                <a:close/>
                <a:moveTo>
                  <a:pt x="250705" y="149337"/>
                </a:moveTo>
                <a:lnTo>
                  <a:pt x="249133" y="136054"/>
                </a:lnTo>
                <a:cubicBezTo>
                  <a:pt x="252224" y="136892"/>
                  <a:pt x="254923" y="137312"/>
                  <a:pt x="257228" y="137312"/>
                </a:cubicBezTo>
                <a:cubicBezTo>
                  <a:pt x="260372" y="137312"/>
                  <a:pt x="262888" y="136781"/>
                  <a:pt x="264774" y="135720"/>
                </a:cubicBezTo>
                <a:cubicBezTo>
                  <a:pt x="266660" y="134661"/>
                  <a:pt x="268206" y="133176"/>
                  <a:pt x="269411" y="131267"/>
                </a:cubicBezTo>
                <a:cubicBezTo>
                  <a:pt x="270302" y="129836"/>
                  <a:pt x="271743" y="126284"/>
                  <a:pt x="273734" y="120612"/>
                </a:cubicBezTo>
                <a:cubicBezTo>
                  <a:pt x="273996" y="119816"/>
                  <a:pt x="274415" y="118649"/>
                  <a:pt x="274992" y="117112"/>
                </a:cubicBezTo>
                <a:lnTo>
                  <a:pt x="243317" y="33640"/>
                </a:lnTo>
                <a:lnTo>
                  <a:pt x="258565" y="33640"/>
                </a:lnTo>
                <a:lnTo>
                  <a:pt x="275935" y="81865"/>
                </a:lnTo>
                <a:cubicBezTo>
                  <a:pt x="278188" y="87983"/>
                  <a:pt x="280205" y="94413"/>
                  <a:pt x="281987" y="101156"/>
                </a:cubicBezTo>
                <a:cubicBezTo>
                  <a:pt x="283611" y="94674"/>
                  <a:pt x="285550" y="88348"/>
                  <a:pt x="287803" y="82180"/>
                </a:cubicBezTo>
                <a:lnTo>
                  <a:pt x="305645" y="33640"/>
                </a:lnTo>
                <a:lnTo>
                  <a:pt x="319793" y="33640"/>
                </a:lnTo>
                <a:lnTo>
                  <a:pt x="288039" y="118583"/>
                </a:lnTo>
                <a:cubicBezTo>
                  <a:pt x="284633" y="127759"/>
                  <a:pt x="281987" y="134078"/>
                  <a:pt x="280101" y="137538"/>
                </a:cubicBezTo>
                <a:cubicBezTo>
                  <a:pt x="277586" y="142204"/>
                  <a:pt x="274704" y="145626"/>
                  <a:pt x="271455" y="147802"/>
                </a:cubicBezTo>
                <a:cubicBezTo>
                  <a:pt x="268206" y="149978"/>
                  <a:pt x="264329" y="151066"/>
                  <a:pt x="259822" y="151066"/>
                </a:cubicBezTo>
                <a:cubicBezTo>
                  <a:pt x="257097" y="151066"/>
                  <a:pt x="254058" y="150490"/>
                  <a:pt x="250705" y="149337"/>
                </a:cubicBezTo>
                <a:close/>
                <a:moveTo>
                  <a:pt x="347224" y="117112"/>
                </a:moveTo>
                <a:lnTo>
                  <a:pt x="321679" y="33640"/>
                </a:lnTo>
                <a:lnTo>
                  <a:pt x="336299" y="33640"/>
                </a:lnTo>
                <a:lnTo>
                  <a:pt x="349582" y="81814"/>
                </a:lnTo>
                <a:lnTo>
                  <a:pt x="354534" y="99742"/>
                </a:lnTo>
                <a:cubicBezTo>
                  <a:pt x="354743" y="98852"/>
                  <a:pt x="356184" y="93120"/>
                  <a:pt x="358856" y="82546"/>
                </a:cubicBezTo>
                <a:lnTo>
                  <a:pt x="372140" y="33640"/>
                </a:lnTo>
                <a:lnTo>
                  <a:pt x="386680" y="33640"/>
                </a:lnTo>
                <a:lnTo>
                  <a:pt x="399177" y="82047"/>
                </a:lnTo>
                <a:lnTo>
                  <a:pt x="403343" y="98012"/>
                </a:lnTo>
                <a:lnTo>
                  <a:pt x="408138" y="81897"/>
                </a:lnTo>
                <a:lnTo>
                  <a:pt x="422443" y="33640"/>
                </a:lnTo>
                <a:lnTo>
                  <a:pt x="436197" y="33640"/>
                </a:lnTo>
                <a:lnTo>
                  <a:pt x="410103" y="117112"/>
                </a:lnTo>
                <a:lnTo>
                  <a:pt x="395405" y="117112"/>
                </a:lnTo>
                <a:lnTo>
                  <a:pt x="382122" y="67096"/>
                </a:lnTo>
                <a:lnTo>
                  <a:pt x="378899" y="52897"/>
                </a:lnTo>
                <a:lnTo>
                  <a:pt x="362000" y="117112"/>
                </a:lnTo>
                <a:lnTo>
                  <a:pt x="347224" y="117112"/>
                </a:lnTo>
                <a:close/>
                <a:moveTo>
                  <a:pt x="442773" y="75376"/>
                </a:moveTo>
                <a:cubicBezTo>
                  <a:pt x="442773" y="59918"/>
                  <a:pt x="447069" y="48469"/>
                  <a:pt x="455663" y="41028"/>
                </a:cubicBezTo>
                <a:cubicBezTo>
                  <a:pt x="462841" y="34845"/>
                  <a:pt x="471592" y="31754"/>
                  <a:pt x="481915" y="31754"/>
                </a:cubicBezTo>
                <a:cubicBezTo>
                  <a:pt x="493390" y="31754"/>
                  <a:pt x="502770" y="35513"/>
                  <a:pt x="510053" y="43033"/>
                </a:cubicBezTo>
                <a:cubicBezTo>
                  <a:pt x="517336" y="50552"/>
                  <a:pt x="520978" y="60940"/>
                  <a:pt x="520978" y="74197"/>
                </a:cubicBezTo>
                <a:cubicBezTo>
                  <a:pt x="520978" y="84939"/>
                  <a:pt x="519367" y="93388"/>
                  <a:pt x="516144" y="99545"/>
                </a:cubicBezTo>
                <a:cubicBezTo>
                  <a:pt x="512922" y="105702"/>
                  <a:pt x="508232" y="110483"/>
                  <a:pt x="502075" y="113889"/>
                </a:cubicBezTo>
                <a:cubicBezTo>
                  <a:pt x="495918" y="117295"/>
                  <a:pt x="489198" y="118998"/>
                  <a:pt x="481915" y="118998"/>
                </a:cubicBezTo>
                <a:cubicBezTo>
                  <a:pt x="470230" y="118998"/>
                  <a:pt x="460785" y="115252"/>
                  <a:pt x="453580" y="107759"/>
                </a:cubicBezTo>
                <a:cubicBezTo>
                  <a:pt x="446375" y="100266"/>
                  <a:pt x="442773" y="89471"/>
                  <a:pt x="442773" y="75376"/>
                </a:cubicBezTo>
                <a:moveTo>
                  <a:pt x="457313" y="75337"/>
                </a:moveTo>
                <a:cubicBezTo>
                  <a:pt x="457313" y="85987"/>
                  <a:pt x="459645" y="93961"/>
                  <a:pt x="464309" y="99260"/>
                </a:cubicBezTo>
                <a:cubicBezTo>
                  <a:pt x="468972" y="104559"/>
                  <a:pt x="474841" y="107208"/>
                  <a:pt x="481915" y="107208"/>
                </a:cubicBezTo>
                <a:cubicBezTo>
                  <a:pt x="488936" y="107208"/>
                  <a:pt x="494779" y="104546"/>
                  <a:pt x="499442" y="99221"/>
                </a:cubicBezTo>
                <a:cubicBezTo>
                  <a:pt x="504106" y="93896"/>
                  <a:pt x="506437" y="85778"/>
                  <a:pt x="506437" y="74868"/>
                </a:cubicBezTo>
                <a:cubicBezTo>
                  <a:pt x="506437" y="64583"/>
                  <a:pt x="504093" y="56791"/>
                  <a:pt x="499403" y="51492"/>
                </a:cubicBezTo>
                <a:cubicBezTo>
                  <a:pt x="494713" y="46193"/>
                  <a:pt x="488884" y="43544"/>
                  <a:pt x="481915" y="43544"/>
                </a:cubicBezTo>
                <a:cubicBezTo>
                  <a:pt x="474841" y="43544"/>
                  <a:pt x="468972" y="46180"/>
                  <a:pt x="464309" y="51453"/>
                </a:cubicBezTo>
                <a:cubicBezTo>
                  <a:pt x="459645" y="56725"/>
                  <a:pt x="457313" y="64687"/>
                  <a:pt x="457313" y="75337"/>
                </a:cubicBezTo>
                <a:close/>
                <a:moveTo>
                  <a:pt x="537381" y="117112"/>
                </a:moveTo>
                <a:lnTo>
                  <a:pt x="537381" y="33640"/>
                </a:lnTo>
                <a:lnTo>
                  <a:pt x="550114" y="33640"/>
                </a:lnTo>
                <a:lnTo>
                  <a:pt x="550114" y="46216"/>
                </a:lnTo>
                <a:cubicBezTo>
                  <a:pt x="553362" y="40328"/>
                  <a:pt x="556362" y="36445"/>
                  <a:pt x="559113" y="34569"/>
                </a:cubicBezTo>
                <a:cubicBezTo>
                  <a:pt x="561864" y="32692"/>
                  <a:pt x="564890" y="31754"/>
                  <a:pt x="568191" y="31754"/>
                </a:cubicBezTo>
                <a:cubicBezTo>
                  <a:pt x="572960" y="31754"/>
                  <a:pt x="577807" y="33267"/>
                  <a:pt x="582732" y="36293"/>
                </a:cubicBezTo>
                <a:lnTo>
                  <a:pt x="577859" y="49360"/>
                </a:lnTo>
                <a:cubicBezTo>
                  <a:pt x="574401" y="47316"/>
                  <a:pt x="570942" y="46295"/>
                  <a:pt x="567484" y="46295"/>
                </a:cubicBezTo>
                <a:cubicBezTo>
                  <a:pt x="564392" y="46295"/>
                  <a:pt x="561615" y="47226"/>
                  <a:pt x="559153" y="49090"/>
                </a:cubicBezTo>
                <a:cubicBezTo>
                  <a:pt x="556690" y="50952"/>
                  <a:pt x="554934" y="53535"/>
                  <a:pt x="553886" y="56839"/>
                </a:cubicBezTo>
                <a:cubicBezTo>
                  <a:pt x="552314" y="61874"/>
                  <a:pt x="551528" y="67382"/>
                  <a:pt x="551528" y="73362"/>
                </a:cubicBezTo>
                <a:lnTo>
                  <a:pt x="551528" y="117112"/>
                </a:lnTo>
                <a:lnTo>
                  <a:pt x="537381" y="117112"/>
                </a:lnTo>
                <a:close/>
                <a:moveTo>
                  <a:pt x="645295" y="117112"/>
                </a:moveTo>
                <a:lnTo>
                  <a:pt x="645295" y="106580"/>
                </a:lnTo>
                <a:cubicBezTo>
                  <a:pt x="640003" y="114859"/>
                  <a:pt x="632221" y="118998"/>
                  <a:pt x="621951" y="118998"/>
                </a:cubicBezTo>
                <a:cubicBezTo>
                  <a:pt x="615297" y="118998"/>
                  <a:pt x="609179" y="117164"/>
                  <a:pt x="603599" y="113496"/>
                </a:cubicBezTo>
                <a:cubicBezTo>
                  <a:pt x="598018" y="109828"/>
                  <a:pt x="593695" y="104706"/>
                  <a:pt x="590630" y="98130"/>
                </a:cubicBezTo>
                <a:cubicBezTo>
                  <a:pt x="587564" y="91554"/>
                  <a:pt x="586032" y="83996"/>
                  <a:pt x="586032" y="75455"/>
                </a:cubicBezTo>
                <a:cubicBezTo>
                  <a:pt x="586032" y="67123"/>
                  <a:pt x="587420" y="59565"/>
                  <a:pt x="590197" y="52779"/>
                </a:cubicBezTo>
                <a:cubicBezTo>
                  <a:pt x="592975" y="45993"/>
                  <a:pt x="597140" y="40793"/>
                  <a:pt x="602695" y="37177"/>
                </a:cubicBezTo>
                <a:cubicBezTo>
                  <a:pt x="608249" y="33562"/>
                  <a:pt x="614458" y="31754"/>
                  <a:pt x="621322" y="31754"/>
                </a:cubicBezTo>
                <a:cubicBezTo>
                  <a:pt x="626353" y="31754"/>
                  <a:pt x="630833" y="32815"/>
                  <a:pt x="634763" y="34937"/>
                </a:cubicBezTo>
                <a:cubicBezTo>
                  <a:pt x="638693" y="37059"/>
                  <a:pt x="641889" y="39823"/>
                  <a:pt x="644352" y="43229"/>
                </a:cubicBezTo>
                <a:lnTo>
                  <a:pt x="644352" y="1886"/>
                </a:lnTo>
                <a:lnTo>
                  <a:pt x="658421" y="1886"/>
                </a:lnTo>
                <a:lnTo>
                  <a:pt x="658421" y="117112"/>
                </a:lnTo>
                <a:lnTo>
                  <a:pt x="645295" y="117112"/>
                </a:lnTo>
                <a:moveTo>
                  <a:pt x="600572" y="75415"/>
                </a:moveTo>
                <a:cubicBezTo>
                  <a:pt x="600572" y="86065"/>
                  <a:pt x="602826" y="94027"/>
                  <a:pt x="607332" y="99299"/>
                </a:cubicBezTo>
                <a:cubicBezTo>
                  <a:pt x="611838" y="104572"/>
                  <a:pt x="617157" y="107208"/>
                  <a:pt x="623287" y="107208"/>
                </a:cubicBezTo>
                <a:cubicBezTo>
                  <a:pt x="629471" y="107208"/>
                  <a:pt x="634724" y="104690"/>
                  <a:pt x="639046" y="99653"/>
                </a:cubicBezTo>
                <a:cubicBezTo>
                  <a:pt x="643369" y="94615"/>
                  <a:pt x="645531" y="86927"/>
                  <a:pt x="645531" y="76589"/>
                </a:cubicBezTo>
                <a:cubicBezTo>
                  <a:pt x="645531" y="65209"/>
                  <a:pt x="643330" y="56856"/>
                  <a:pt x="638929" y="51531"/>
                </a:cubicBezTo>
                <a:cubicBezTo>
                  <a:pt x="634527" y="46206"/>
                  <a:pt x="629104" y="43544"/>
                  <a:pt x="622659" y="43544"/>
                </a:cubicBezTo>
                <a:cubicBezTo>
                  <a:pt x="616371" y="43544"/>
                  <a:pt x="611118" y="46102"/>
                  <a:pt x="606900" y="51219"/>
                </a:cubicBezTo>
                <a:cubicBezTo>
                  <a:pt x="602682" y="56335"/>
                  <a:pt x="600572" y="64400"/>
                  <a:pt x="600572" y="75415"/>
                </a:cubicBezTo>
                <a:close/>
                <a:moveTo>
                  <a:pt x="674980" y="92118"/>
                </a:moveTo>
                <a:lnTo>
                  <a:pt x="688971" y="89917"/>
                </a:lnTo>
                <a:cubicBezTo>
                  <a:pt x="689757" y="95499"/>
                  <a:pt x="691944" y="99777"/>
                  <a:pt x="695534" y="102750"/>
                </a:cubicBezTo>
                <a:cubicBezTo>
                  <a:pt x="699123" y="105722"/>
                  <a:pt x="704140" y="107208"/>
                  <a:pt x="710585" y="107208"/>
                </a:cubicBezTo>
                <a:cubicBezTo>
                  <a:pt x="717083" y="107208"/>
                  <a:pt x="721903" y="105896"/>
                  <a:pt x="725047" y="103271"/>
                </a:cubicBezTo>
                <a:cubicBezTo>
                  <a:pt x="728191" y="100645"/>
                  <a:pt x="729763" y="97565"/>
                  <a:pt x="729763" y="94031"/>
                </a:cubicBezTo>
                <a:cubicBezTo>
                  <a:pt x="729763" y="90859"/>
                  <a:pt x="728375" y="88364"/>
                  <a:pt x="725598" y="86544"/>
                </a:cubicBezTo>
                <a:cubicBezTo>
                  <a:pt x="723659" y="85297"/>
                  <a:pt x="718838" y="83711"/>
                  <a:pt x="711135" y="81787"/>
                </a:cubicBezTo>
                <a:cubicBezTo>
                  <a:pt x="700760" y="79165"/>
                  <a:pt x="693569" y="76897"/>
                  <a:pt x="689560" y="74983"/>
                </a:cubicBezTo>
                <a:cubicBezTo>
                  <a:pt x="685552" y="73069"/>
                  <a:pt x="682513" y="70420"/>
                  <a:pt x="680443" y="67037"/>
                </a:cubicBezTo>
                <a:cubicBezTo>
                  <a:pt x="678373" y="63654"/>
                  <a:pt x="677338" y="59917"/>
                  <a:pt x="677338" y="55827"/>
                </a:cubicBezTo>
                <a:cubicBezTo>
                  <a:pt x="677338" y="52103"/>
                  <a:pt x="678190" y="48655"/>
                  <a:pt x="679893" y="45482"/>
                </a:cubicBezTo>
                <a:cubicBezTo>
                  <a:pt x="681596" y="42308"/>
                  <a:pt x="683914" y="39673"/>
                  <a:pt x="686849" y="37575"/>
                </a:cubicBezTo>
                <a:cubicBezTo>
                  <a:pt x="689049" y="35949"/>
                  <a:pt x="692049" y="34573"/>
                  <a:pt x="695848" y="33446"/>
                </a:cubicBezTo>
                <a:cubicBezTo>
                  <a:pt x="699647" y="32318"/>
                  <a:pt x="703721" y="31754"/>
                  <a:pt x="708070" y="31754"/>
                </a:cubicBezTo>
                <a:cubicBezTo>
                  <a:pt x="714620" y="31754"/>
                  <a:pt x="720371" y="32704"/>
                  <a:pt x="725323" y="34603"/>
                </a:cubicBezTo>
                <a:cubicBezTo>
                  <a:pt x="730274" y="36501"/>
                  <a:pt x="733929" y="39072"/>
                  <a:pt x="736287" y="42318"/>
                </a:cubicBezTo>
                <a:cubicBezTo>
                  <a:pt x="738645" y="45562"/>
                  <a:pt x="740269" y="49900"/>
                  <a:pt x="741160" y="55333"/>
                </a:cubicBezTo>
                <a:lnTo>
                  <a:pt x="727327" y="57220"/>
                </a:lnTo>
                <a:cubicBezTo>
                  <a:pt x="726698" y="52923"/>
                  <a:pt x="724877" y="49569"/>
                  <a:pt x="721864" y="47159"/>
                </a:cubicBezTo>
                <a:cubicBezTo>
                  <a:pt x="718851" y="44749"/>
                  <a:pt x="714594" y="43544"/>
                  <a:pt x="709092" y="43544"/>
                </a:cubicBezTo>
                <a:cubicBezTo>
                  <a:pt x="702594" y="43544"/>
                  <a:pt x="697957" y="44613"/>
                  <a:pt x="695180" y="46751"/>
                </a:cubicBezTo>
                <a:cubicBezTo>
                  <a:pt x="692403" y="48888"/>
                  <a:pt x="691014" y="51391"/>
                  <a:pt x="691014" y="54260"/>
                </a:cubicBezTo>
                <a:cubicBezTo>
                  <a:pt x="691014" y="56084"/>
                  <a:pt x="691591" y="57727"/>
                  <a:pt x="692743" y="59187"/>
                </a:cubicBezTo>
                <a:cubicBezTo>
                  <a:pt x="693896" y="60699"/>
                  <a:pt x="695704" y="61950"/>
                  <a:pt x="698167" y="62940"/>
                </a:cubicBezTo>
                <a:cubicBezTo>
                  <a:pt x="699582" y="63463"/>
                  <a:pt x="703747" y="64662"/>
                  <a:pt x="710664" y="66539"/>
                </a:cubicBezTo>
                <a:cubicBezTo>
                  <a:pt x="720672" y="69209"/>
                  <a:pt x="727654" y="71395"/>
                  <a:pt x="731610" y="73097"/>
                </a:cubicBezTo>
                <a:cubicBezTo>
                  <a:pt x="735567" y="74798"/>
                  <a:pt x="738671" y="77272"/>
                  <a:pt x="740924" y="80519"/>
                </a:cubicBezTo>
                <a:cubicBezTo>
                  <a:pt x="743178" y="83765"/>
                  <a:pt x="744304" y="87795"/>
                  <a:pt x="744304" y="92611"/>
                </a:cubicBezTo>
                <a:cubicBezTo>
                  <a:pt x="744304" y="97324"/>
                  <a:pt x="742929" y="101761"/>
                  <a:pt x="740178" y="105924"/>
                </a:cubicBezTo>
                <a:cubicBezTo>
                  <a:pt x="737427" y="110085"/>
                  <a:pt x="733457" y="113304"/>
                  <a:pt x="728270" y="115582"/>
                </a:cubicBezTo>
                <a:cubicBezTo>
                  <a:pt x="723082" y="117859"/>
                  <a:pt x="717214" y="118998"/>
                  <a:pt x="710664" y="118998"/>
                </a:cubicBezTo>
                <a:cubicBezTo>
                  <a:pt x="699817" y="118998"/>
                  <a:pt x="691551" y="116739"/>
                  <a:pt x="685866" y="112219"/>
                </a:cubicBezTo>
                <a:cubicBezTo>
                  <a:pt x="680181" y="107700"/>
                  <a:pt x="676552" y="100999"/>
                  <a:pt x="674980" y="92118"/>
                </a:cubicBezTo>
                <a:close/>
                <a:moveTo>
                  <a:pt x="770399" y="151066"/>
                </a:moveTo>
                <a:lnTo>
                  <a:pt x="760260" y="151066"/>
                </a:lnTo>
                <a:cubicBezTo>
                  <a:pt x="775927" y="125915"/>
                  <a:pt x="783761" y="100737"/>
                  <a:pt x="783761" y="75533"/>
                </a:cubicBezTo>
                <a:cubicBezTo>
                  <a:pt x="783761" y="65682"/>
                  <a:pt x="782635" y="55910"/>
                  <a:pt x="780381" y="46216"/>
                </a:cubicBezTo>
                <a:cubicBezTo>
                  <a:pt x="778600" y="38356"/>
                  <a:pt x="776111" y="30811"/>
                  <a:pt x="772915" y="23580"/>
                </a:cubicBezTo>
                <a:cubicBezTo>
                  <a:pt x="770871" y="18864"/>
                  <a:pt x="766653" y="11004"/>
                  <a:pt x="760260" y="0"/>
                </a:cubicBezTo>
                <a:lnTo>
                  <a:pt x="770399" y="0"/>
                </a:lnTo>
                <a:cubicBezTo>
                  <a:pt x="780250" y="13152"/>
                  <a:pt x="787534" y="26357"/>
                  <a:pt x="792250" y="39614"/>
                </a:cubicBezTo>
                <a:cubicBezTo>
                  <a:pt x="796284" y="51037"/>
                  <a:pt x="798302" y="62984"/>
                  <a:pt x="798302" y="75455"/>
                </a:cubicBezTo>
                <a:cubicBezTo>
                  <a:pt x="798302" y="89602"/>
                  <a:pt x="795590" y="103279"/>
                  <a:pt x="790167" y="116483"/>
                </a:cubicBezTo>
                <a:cubicBezTo>
                  <a:pt x="784744" y="129688"/>
                  <a:pt x="778154" y="141215"/>
                  <a:pt x="770399" y="1510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E807E-8992-42E6-B712-0C9BCFA3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777" y="2070087"/>
            <a:ext cx="330098" cy="2286"/>
          </a:xfrm>
          <a:custGeom xmlns:a="http://schemas.openxmlformats.org/drawingml/2006/main">
            <a:pathLst>
              <a:path w="330098" h="2286" fill="none">
                <a:moveTo>
                  <a:pt x="0" y="2286"/>
                </a:moveTo>
                <a:lnTo>
                  <a:pt x="3300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6C328-4BBC-4AB1-8948-0C768B63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130" y="2023281"/>
            <a:ext cx="94183" cy="93897"/>
          </a:xfrm>
          <a:custGeom xmlns:a="http://schemas.openxmlformats.org/drawingml/2006/main">
            <a:pathLst>
              <a:path w="94183" h="93897">
                <a:moveTo>
                  <a:pt x="94183" y="46406"/>
                </a:moveTo>
                <a:lnTo>
                  <a:pt x="686" y="93897"/>
                </a:lnTo>
                <a:lnTo>
                  <a:pt x="23746" y="46806"/>
                </a:lnTo>
                <a:lnTo>
                  <a:pt x="0" y="0"/>
                </a:lnTo>
                <a:lnTo>
                  <a:pt x="94183" y="464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95F8E2-C04A-44CC-B29A-B3B1339F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130" y="2023281"/>
            <a:ext cx="94183" cy="93897"/>
          </a:xfrm>
          <a:custGeom xmlns:a="http://schemas.openxmlformats.org/drawingml/2006/main">
            <a:pathLst>
              <a:path w="94183" h="93897" fill="none">
                <a:moveTo>
                  <a:pt x="94183" y="46406"/>
                </a:moveTo>
                <a:lnTo>
                  <a:pt x="686" y="93897"/>
                </a:lnTo>
                <a:lnTo>
                  <a:pt x="23746" y="46806"/>
                </a:lnTo>
                <a:lnTo>
                  <a:pt x="0" y="0"/>
                </a:lnTo>
                <a:lnTo>
                  <a:pt x="94183" y="464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8EAC7-293D-4791-8A13-483F30D9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091" y="1511920"/>
            <a:ext cx="442667" cy="442667"/>
          </a:xfrm>
          <a:custGeom xmlns:a="http://schemas.openxmlformats.org/drawingml/2006/main">
            <a:pathLst>
              <a:path w="442667" h="442667">
                <a:moveTo>
                  <a:pt x="0" y="442667"/>
                </a:moveTo>
                <a:lnTo>
                  <a:pt x="442667" y="442667"/>
                </a:lnTo>
                <a:lnTo>
                  <a:pt x="442667" y="0"/>
                </a:lnTo>
                <a:lnTo>
                  <a:pt x="0" y="0"/>
                </a:lnTo>
                <a:lnTo>
                  <a:pt x="0" y="4426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0b8f814884557"/>
          <a:stretch xmlns:a="http://schemas.openxmlformats.org/drawingml/2006/main"/>
        </p:blipFill>
        <p:spPr>
          <a:xfrm xmlns:a="http://schemas.openxmlformats.org/drawingml/2006/main">
            <a:off x="6670091" y="1511920"/>
            <a:ext cx="442667" cy="442667"/>
          </a:xfrm>
          <a:prstGeom xmlns:a="http://schemas.openxmlformats.org/drawingml/2006/main" prst="rect">
            <a:avLst/>
          </a:prstGeom>
        </p:spPr>
      </p:pic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94A04-434D-492D-AE03-7A30E40E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027" y="1588799"/>
            <a:ext cx="10" cy="145390"/>
          </a:xfrm>
          <a:custGeom xmlns:a="http://schemas.openxmlformats.org/drawingml/2006/main">
            <a:pathLst>
              <a:path w="1" h="145390" fill="none">
                <a:moveTo>
                  <a:pt x="0" y="14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860A3-D349-4C22-ABF2-CE289063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079" y="1518361"/>
            <a:ext cx="93897" cy="93897"/>
          </a:xfrm>
          <a:custGeom xmlns:a="http://schemas.openxmlformats.org/drawingml/2006/main">
            <a:pathLst>
              <a:path w="93897" h="93897">
                <a:moveTo>
                  <a:pt x="46949" y="0"/>
                </a:moveTo>
                <a:lnTo>
                  <a:pt x="93897" y="93897"/>
                </a:lnTo>
                <a:lnTo>
                  <a:pt x="46949" y="70437"/>
                </a:lnTo>
                <a:lnTo>
                  <a:pt x="0" y="93897"/>
                </a:lnTo>
                <a:lnTo>
                  <a:pt x="4694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B66F8-E986-426C-8075-EDE57666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079" y="1518361"/>
            <a:ext cx="93897" cy="93897"/>
          </a:xfrm>
          <a:custGeom xmlns:a="http://schemas.openxmlformats.org/drawingml/2006/main">
            <a:pathLst>
              <a:path w="93897" h="93897" fill="none">
                <a:moveTo>
                  <a:pt x="46949" y="0"/>
                </a:moveTo>
                <a:lnTo>
                  <a:pt x="93897" y="93897"/>
                </a:lnTo>
                <a:lnTo>
                  <a:pt x="46949" y="70437"/>
                </a:lnTo>
                <a:lnTo>
                  <a:pt x="0" y="93897"/>
                </a:lnTo>
                <a:lnTo>
                  <a:pt x="4694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F4A98-5F14-45A6-8510-3A19FFD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294" y="1548565"/>
            <a:ext cx="10" cy="116157"/>
          </a:xfrm>
          <a:custGeom xmlns:a="http://schemas.openxmlformats.org/drawingml/2006/main">
            <a:pathLst>
              <a:path w="1" h="116157" fill="none">
                <a:moveTo>
                  <a:pt x="0" y="1161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E56AC-F8B6-4012-B5DB-1BFE4F9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45" y="1478128"/>
            <a:ext cx="93897" cy="93897"/>
          </a:xfrm>
          <a:custGeom xmlns:a="http://schemas.openxmlformats.org/drawingml/2006/main">
            <a:pathLst>
              <a:path w="93897" h="93897">
                <a:moveTo>
                  <a:pt x="46949" y="0"/>
                </a:moveTo>
                <a:lnTo>
                  <a:pt x="93897" y="93897"/>
                </a:lnTo>
                <a:lnTo>
                  <a:pt x="46949" y="70437"/>
                </a:lnTo>
                <a:lnTo>
                  <a:pt x="0" y="93897"/>
                </a:lnTo>
                <a:lnTo>
                  <a:pt x="4694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9C90B-D367-46DF-99CA-28C8F6FF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45" y="1478128"/>
            <a:ext cx="93897" cy="93897"/>
          </a:xfrm>
          <a:custGeom xmlns:a="http://schemas.openxmlformats.org/drawingml/2006/main">
            <a:pathLst>
              <a:path w="93897" h="93897" fill="none">
                <a:moveTo>
                  <a:pt x="46949" y="0"/>
                </a:moveTo>
                <a:lnTo>
                  <a:pt x="93897" y="93897"/>
                </a:lnTo>
                <a:lnTo>
                  <a:pt x="46949" y="70437"/>
                </a:lnTo>
                <a:lnTo>
                  <a:pt x="0" y="93897"/>
                </a:lnTo>
                <a:lnTo>
                  <a:pt x="4694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3CD7A-4AC7-4FC3-9866-1CF8B739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003" y="629964"/>
            <a:ext cx="804843" cy="1019470"/>
          </a:xfrm>
          <a:custGeom xmlns:a="http://schemas.openxmlformats.org/drawingml/2006/main">
            <a:pathLst>
              <a:path w="804843" h="1019470">
                <a:moveTo>
                  <a:pt x="0" y="160963"/>
                </a:moveTo>
                <a:cubicBezTo>
                  <a:pt x="0" y="0"/>
                  <a:pt x="804843" y="0"/>
                  <a:pt x="804843" y="160963"/>
                </a:cubicBezTo>
                <a:lnTo>
                  <a:pt x="804843" y="858479"/>
                </a:lnTo>
                <a:cubicBezTo>
                  <a:pt x="804843" y="1019470"/>
                  <a:pt x="0" y="1019470"/>
                  <a:pt x="0" y="858479"/>
                </a:cubicBezTo>
                <a:lnTo>
                  <a:pt x="0" y="16096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A3253-99BD-4527-A4F1-149F6703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003" y="629964"/>
            <a:ext cx="804843" cy="1019470"/>
          </a:xfrm>
          <a:custGeom xmlns:a="http://schemas.openxmlformats.org/drawingml/2006/main">
            <a:pathLst>
              <a:path w="804843" h="1019470" fill="none">
                <a:moveTo>
                  <a:pt x="0" y="160963"/>
                </a:moveTo>
                <a:cubicBezTo>
                  <a:pt x="0" y="0"/>
                  <a:pt x="804843" y="0"/>
                  <a:pt x="804843" y="160963"/>
                </a:cubicBezTo>
                <a:lnTo>
                  <a:pt x="804843" y="858479"/>
                </a:lnTo>
                <a:cubicBezTo>
                  <a:pt x="804843" y="1019470"/>
                  <a:pt x="0" y="1019470"/>
                  <a:pt x="0" y="858479"/>
                </a:cubicBezTo>
                <a:lnTo>
                  <a:pt x="0" y="1609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DC9DE-AB50-4AD8-B378-314AC585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003" y="790927"/>
            <a:ext cx="804843" cy="241459"/>
          </a:xfrm>
          <a:custGeom xmlns:a="http://schemas.openxmlformats.org/drawingml/2006/main">
            <a:pathLst>
              <a:path w="804843" h="241459" fill="none">
                <a:moveTo>
                  <a:pt x="0" y="0"/>
                </a:moveTo>
                <a:cubicBezTo>
                  <a:pt x="0" y="120729"/>
                  <a:pt x="804843" y="120729"/>
                  <a:pt x="804843" y="0"/>
                </a:cubicBezTo>
                <a:moveTo>
                  <a:pt x="0" y="60350"/>
                </a:moveTo>
                <a:cubicBezTo>
                  <a:pt x="0" y="181080"/>
                  <a:pt x="804843" y="181080"/>
                  <a:pt x="804843" y="60350"/>
                </a:cubicBezTo>
                <a:moveTo>
                  <a:pt x="0" y="120729"/>
                </a:moveTo>
                <a:cubicBezTo>
                  <a:pt x="0" y="241459"/>
                  <a:pt x="804843" y="241459"/>
                  <a:pt x="804843" y="1207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51" name="Text PRsNFR">
            <a:extLst xmlns:a="http://schemas.openxmlformats.org/drawingml/2006/main">
              <a:ext uri="{FF2B5EF4-FFF2-40B4-BE49-F238E27FC236}">
                <a16:creationId xmlns:a16="http://schemas.microsoft.com/office/drawing/2014/main" id="{4ADE438A-4E11-4B65-860A-9C8A4929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064" y="1128415"/>
            <a:ext cx="676080" cy="117112"/>
          </a:xfrm>
          <a:custGeom xmlns:a="http://schemas.openxmlformats.org/drawingml/2006/main">
            <a:pathLst>
              <a:path w="676080" h="117112">
                <a:moveTo>
                  <a:pt x="0" y="115225"/>
                </a:moveTo>
                <a:lnTo>
                  <a:pt x="0" y="0"/>
                </a:lnTo>
                <a:lnTo>
                  <a:pt x="37334" y="0"/>
                </a:lnTo>
                <a:cubicBezTo>
                  <a:pt x="51482" y="0"/>
                  <a:pt x="60704" y="576"/>
                  <a:pt x="65001" y="1727"/>
                </a:cubicBezTo>
                <a:cubicBezTo>
                  <a:pt x="71603" y="3454"/>
                  <a:pt x="77131" y="7210"/>
                  <a:pt x="81585" y="12993"/>
                </a:cubicBezTo>
                <a:cubicBezTo>
                  <a:pt x="86039" y="18777"/>
                  <a:pt x="88266" y="26249"/>
                  <a:pt x="88266" y="35409"/>
                </a:cubicBezTo>
                <a:cubicBezTo>
                  <a:pt x="88266" y="42474"/>
                  <a:pt x="86982" y="48415"/>
                  <a:pt x="84415" y="53231"/>
                </a:cubicBezTo>
                <a:cubicBezTo>
                  <a:pt x="81847" y="58047"/>
                  <a:pt x="78585" y="61828"/>
                  <a:pt x="74629" y="64576"/>
                </a:cubicBezTo>
                <a:cubicBezTo>
                  <a:pt x="70673" y="67324"/>
                  <a:pt x="66652" y="69143"/>
                  <a:pt x="62564" y="70034"/>
                </a:cubicBezTo>
                <a:cubicBezTo>
                  <a:pt x="57010" y="71133"/>
                  <a:pt x="48967" y="71682"/>
                  <a:pt x="38435" y="71682"/>
                </a:cubicBezTo>
                <a:lnTo>
                  <a:pt x="23265" y="71682"/>
                </a:lnTo>
                <a:lnTo>
                  <a:pt x="23265" y="115225"/>
                </a:lnTo>
                <a:lnTo>
                  <a:pt x="0" y="115225"/>
                </a:lnTo>
                <a:moveTo>
                  <a:pt x="23265" y="19492"/>
                </a:moveTo>
                <a:lnTo>
                  <a:pt x="23265" y="52189"/>
                </a:lnTo>
                <a:lnTo>
                  <a:pt x="35998" y="52189"/>
                </a:lnTo>
                <a:cubicBezTo>
                  <a:pt x="45168" y="52189"/>
                  <a:pt x="51299" y="51587"/>
                  <a:pt x="54390" y="50382"/>
                </a:cubicBezTo>
                <a:cubicBezTo>
                  <a:pt x="57482" y="49176"/>
                  <a:pt x="59905" y="47290"/>
                  <a:pt x="61661" y="44723"/>
                </a:cubicBezTo>
                <a:cubicBezTo>
                  <a:pt x="63416" y="42155"/>
                  <a:pt x="64294" y="39168"/>
                  <a:pt x="64294" y="35762"/>
                </a:cubicBezTo>
                <a:cubicBezTo>
                  <a:pt x="64294" y="31570"/>
                  <a:pt x="63062" y="28112"/>
                  <a:pt x="60599" y="25387"/>
                </a:cubicBezTo>
                <a:cubicBezTo>
                  <a:pt x="58137" y="22663"/>
                  <a:pt x="55019" y="20960"/>
                  <a:pt x="51246" y="20278"/>
                </a:cubicBezTo>
                <a:cubicBezTo>
                  <a:pt x="48469" y="19754"/>
                  <a:pt x="42889" y="19492"/>
                  <a:pt x="34505" y="19492"/>
                </a:cubicBezTo>
                <a:lnTo>
                  <a:pt x="23265" y="19492"/>
                </a:lnTo>
                <a:close/>
                <a:moveTo>
                  <a:pt x="107446" y="115225"/>
                </a:moveTo>
                <a:lnTo>
                  <a:pt x="107446" y="0"/>
                </a:lnTo>
                <a:lnTo>
                  <a:pt x="156413" y="0"/>
                </a:lnTo>
                <a:cubicBezTo>
                  <a:pt x="168727" y="0"/>
                  <a:pt x="177674" y="1035"/>
                  <a:pt x="183254" y="3105"/>
                </a:cubicBezTo>
                <a:cubicBezTo>
                  <a:pt x="188835" y="5174"/>
                  <a:pt x="193302" y="8855"/>
                  <a:pt x="196655" y="14148"/>
                </a:cubicBezTo>
                <a:cubicBezTo>
                  <a:pt x="200009" y="19440"/>
                  <a:pt x="201686" y="25492"/>
                  <a:pt x="201686" y="32304"/>
                </a:cubicBezTo>
                <a:cubicBezTo>
                  <a:pt x="201686" y="40950"/>
                  <a:pt x="199144" y="48089"/>
                  <a:pt x="194062" y="53722"/>
                </a:cubicBezTo>
                <a:cubicBezTo>
                  <a:pt x="188979" y="59355"/>
                  <a:pt x="181381" y="62905"/>
                  <a:pt x="171268" y="64372"/>
                </a:cubicBezTo>
                <a:cubicBezTo>
                  <a:pt x="176298" y="67307"/>
                  <a:pt x="180451" y="70529"/>
                  <a:pt x="183726" y="74040"/>
                </a:cubicBezTo>
                <a:cubicBezTo>
                  <a:pt x="187001" y="77551"/>
                  <a:pt x="191415" y="83786"/>
                  <a:pt x="196970" y="92746"/>
                </a:cubicBezTo>
                <a:lnTo>
                  <a:pt x="211039" y="115225"/>
                </a:lnTo>
                <a:lnTo>
                  <a:pt x="183215" y="115225"/>
                </a:lnTo>
                <a:lnTo>
                  <a:pt x="166395" y="90145"/>
                </a:lnTo>
                <a:cubicBezTo>
                  <a:pt x="160421" y="81188"/>
                  <a:pt x="156334" y="75545"/>
                  <a:pt x="154134" y="73215"/>
                </a:cubicBezTo>
                <a:cubicBezTo>
                  <a:pt x="151933" y="70883"/>
                  <a:pt x="149601" y="69285"/>
                  <a:pt x="147138" y="68420"/>
                </a:cubicBezTo>
                <a:cubicBezTo>
                  <a:pt x="144676" y="67555"/>
                  <a:pt x="140772" y="67123"/>
                  <a:pt x="135427" y="67123"/>
                </a:cubicBezTo>
                <a:lnTo>
                  <a:pt x="130711" y="67123"/>
                </a:lnTo>
                <a:lnTo>
                  <a:pt x="130711" y="115225"/>
                </a:lnTo>
                <a:lnTo>
                  <a:pt x="107446" y="115225"/>
                </a:lnTo>
                <a:moveTo>
                  <a:pt x="130711" y="48731"/>
                </a:moveTo>
                <a:lnTo>
                  <a:pt x="147924" y="48731"/>
                </a:lnTo>
                <a:cubicBezTo>
                  <a:pt x="159085" y="48731"/>
                  <a:pt x="166054" y="48260"/>
                  <a:pt x="168831" y="47316"/>
                </a:cubicBezTo>
                <a:cubicBezTo>
                  <a:pt x="171609" y="46373"/>
                  <a:pt x="173783" y="44749"/>
                  <a:pt x="175355" y="42443"/>
                </a:cubicBezTo>
                <a:cubicBezTo>
                  <a:pt x="176927" y="40138"/>
                  <a:pt x="177713" y="37256"/>
                  <a:pt x="177713" y="33797"/>
                </a:cubicBezTo>
                <a:cubicBezTo>
                  <a:pt x="177713" y="29920"/>
                  <a:pt x="176678" y="26789"/>
                  <a:pt x="174608" y="24405"/>
                </a:cubicBezTo>
                <a:cubicBezTo>
                  <a:pt x="172539" y="22021"/>
                  <a:pt x="169617" y="20514"/>
                  <a:pt x="165845" y="19885"/>
                </a:cubicBezTo>
                <a:cubicBezTo>
                  <a:pt x="163958" y="19623"/>
                  <a:pt x="158299" y="19492"/>
                  <a:pt x="148867" y="19492"/>
                </a:cubicBezTo>
                <a:lnTo>
                  <a:pt x="130711" y="19492"/>
                </a:lnTo>
                <a:lnTo>
                  <a:pt x="130711" y="48731"/>
                </a:lnTo>
                <a:close/>
                <a:moveTo>
                  <a:pt x="215649" y="91489"/>
                </a:moveTo>
                <a:lnTo>
                  <a:pt x="237814" y="88030"/>
                </a:lnTo>
                <a:cubicBezTo>
                  <a:pt x="238757" y="92301"/>
                  <a:pt x="240670" y="95543"/>
                  <a:pt x="243552" y="97757"/>
                </a:cubicBezTo>
                <a:cubicBezTo>
                  <a:pt x="246434" y="99971"/>
                  <a:pt x="250468" y="101078"/>
                  <a:pt x="255656" y="101078"/>
                </a:cubicBezTo>
                <a:cubicBezTo>
                  <a:pt x="261367" y="101078"/>
                  <a:pt x="265664" y="100031"/>
                  <a:pt x="268546" y="97939"/>
                </a:cubicBezTo>
                <a:cubicBezTo>
                  <a:pt x="270485" y="96473"/>
                  <a:pt x="271454" y="94511"/>
                  <a:pt x="271454" y="92051"/>
                </a:cubicBezTo>
                <a:cubicBezTo>
                  <a:pt x="271454" y="90376"/>
                  <a:pt x="270930" y="88989"/>
                  <a:pt x="269882" y="87890"/>
                </a:cubicBezTo>
                <a:cubicBezTo>
                  <a:pt x="268782" y="86844"/>
                  <a:pt x="266319" y="85876"/>
                  <a:pt x="262494" y="84987"/>
                </a:cubicBezTo>
                <a:cubicBezTo>
                  <a:pt x="244678" y="81064"/>
                  <a:pt x="233386" y="77479"/>
                  <a:pt x="228618" y="74234"/>
                </a:cubicBezTo>
                <a:cubicBezTo>
                  <a:pt x="222016" y="69731"/>
                  <a:pt x="218715" y="63475"/>
                  <a:pt x="218715" y="55466"/>
                </a:cubicBezTo>
                <a:cubicBezTo>
                  <a:pt x="218715" y="48241"/>
                  <a:pt x="221570" y="42169"/>
                  <a:pt x="227282" y="37248"/>
                </a:cubicBezTo>
                <a:cubicBezTo>
                  <a:pt x="232993" y="32328"/>
                  <a:pt x="241849" y="29867"/>
                  <a:pt x="253848" y="29867"/>
                </a:cubicBezTo>
                <a:cubicBezTo>
                  <a:pt x="265271" y="29867"/>
                  <a:pt x="273760" y="31721"/>
                  <a:pt x="279314" y="35428"/>
                </a:cubicBezTo>
                <a:cubicBezTo>
                  <a:pt x="284868" y="39136"/>
                  <a:pt x="288693" y="44618"/>
                  <a:pt x="290789" y="51875"/>
                </a:cubicBezTo>
                <a:lnTo>
                  <a:pt x="269961" y="55805"/>
                </a:lnTo>
                <a:cubicBezTo>
                  <a:pt x="269070" y="52556"/>
                  <a:pt x="267380" y="50067"/>
                  <a:pt x="264891" y="48338"/>
                </a:cubicBezTo>
                <a:cubicBezTo>
                  <a:pt x="262402" y="46609"/>
                  <a:pt x="258852" y="45744"/>
                  <a:pt x="254241" y="45744"/>
                </a:cubicBezTo>
                <a:cubicBezTo>
                  <a:pt x="248425" y="45744"/>
                  <a:pt x="244259" y="46556"/>
                  <a:pt x="241744" y="48178"/>
                </a:cubicBezTo>
                <a:cubicBezTo>
                  <a:pt x="240067" y="49328"/>
                  <a:pt x="239229" y="50819"/>
                  <a:pt x="239229" y="52651"/>
                </a:cubicBezTo>
                <a:cubicBezTo>
                  <a:pt x="239229" y="54220"/>
                  <a:pt x="239962" y="55554"/>
                  <a:pt x="241430" y="56652"/>
                </a:cubicBezTo>
                <a:cubicBezTo>
                  <a:pt x="243421" y="58118"/>
                  <a:pt x="250298" y="60185"/>
                  <a:pt x="262062" y="62854"/>
                </a:cubicBezTo>
                <a:cubicBezTo>
                  <a:pt x="273825" y="65523"/>
                  <a:pt x="282039" y="68797"/>
                  <a:pt x="286702" y="72677"/>
                </a:cubicBezTo>
                <a:cubicBezTo>
                  <a:pt x="291313" y="76610"/>
                  <a:pt x="293619" y="82089"/>
                  <a:pt x="293619" y="89114"/>
                </a:cubicBezTo>
                <a:cubicBezTo>
                  <a:pt x="293619" y="96769"/>
                  <a:pt x="290423" y="103349"/>
                  <a:pt x="284030" y="108854"/>
                </a:cubicBezTo>
                <a:cubicBezTo>
                  <a:pt x="277637" y="114359"/>
                  <a:pt x="268179" y="117112"/>
                  <a:pt x="255656" y="117112"/>
                </a:cubicBezTo>
                <a:cubicBezTo>
                  <a:pt x="244285" y="117112"/>
                  <a:pt x="235286" y="114814"/>
                  <a:pt x="228657" y="110217"/>
                </a:cubicBezTo>
                <a:cubicBezTo>
                  <a:pt x="222029" y="105619"/>
                  <a:pt x="217693" y="99376"/>
                  <a:pt x="215649" y="91489"/>
                </a:cubicBezTo>
                <a:close/>
                <a:moveTo>
                  <a:pt x="358072" y="115225"/>
                </a:moveTo>
                <a:lnTo>
                  <a:pt x="358072" y="0"/>
                </a:lnTo>
                <a:lnTo>
                  <a:pt x="380708" y="0"/>
                </a:lnTo>
                <a:lnTo>
                  <a:pt x="427867" y="77113"/>
                </a:lnTo>
                <a:lnTo>
                  <a:pt x="427867" y="0"/>
                </a:lnTo>
                <a:lnTo>
                  <a:pt x="449482" y="0"/>
                </a:lnTo>
                <a:lnTo>
                  <a:pt x="449482" y="115225"/>
                </a:lnTo>
                <a:lnTo>
                  <a:pt x="426138" y="115225"/>
                </a:lnTo>
                <a:lnTo>
                  <a:pt x="379687" y="39874"/>
                </a:lnTo>
                <a:lnTo>
                  <a:pt x="379687" y="115225"/>
                </a:lnTo>
                <a:lnTo>
                  <a:pt x="358072" y="115225"/>
                </a:lnTo>
                <a:close/>
                <a:moveTo>
                  <a:pt x="474214" y="115225"/>
                </a:moveTo>
                <a:lnTo>
                  <a:pt x="474214" y="0"/>
                </a:lnTo>
                <a:lnTo>
                  <a:pt x="553205" y="0"/>
                </a:lnTo>
                <a:lnTo>
                  <a:pt x="553205" y="19492"/>
                </a:lnTo>
                <a:lnTo>
                  <a:pt x="497479" y="19492"/>
                </a:lnTo>
                <a:lnTo>
                  <a:pt x="497479" y="46688"/>
                </a:lnTo>
                <a:lnTo>
                  <a:pt x="545581" y="46688"/>
                </a:lnTo>
                <a:lnTo>
                  <a:pt x="545581" y="66180"/>
                </a:lnTo>
                <a:lnTo>
                  <a:pt x="497479" y="66180"/>
                </a:lnTo>
                <a:lnTo>
                  <a:pt x="497479" y="115225"/>
                </a:lnTo>
                <a:lnTo>
                  <a:pt x="474214" y="115225"/>
                </a:lnTo>
                <a:close/>
                <a:moveTo>
                  <a:pt x="572487" y="115225"/>
                </a:moveTo>
                <a:lnTo>
                  <a:pt x="572487" y="0"/>
                </a:lnTo>
                <a:lnTo>
                  <a:pt x="621454" y="0"/>
                </a:lnTo>
                <a:cubicBezTo>
                  <a:pt x="633768" y="0"/>
                  <a:pt x="642715" y="1035"/>
                  <a:pt x="648296" y="3105"/>
                </a:cubicBezTo>
                <a:cubicBezTo>
                  <a:pt x="653876" y="5174"/>
                  <a:pt x="658343" y="8855"/>
                  <a:pt x="661697" y="14148"/>
                </a:cubicBezTo>
                <a:cubicBezTo>
                  <a:pt x="665050" y="19440"/>
                  <a:pt x="666727" y="25492"/>
                  <a:pt x="666727" y="32304"/>
                </a:cubicBezTo>
                <a:cubicBezTo>
                  <a:pt x="666727" y="40950"/>
                  <a:pt x="664186" y="48089"/>
                  <a:pt x="659103" y="53722"/>
                </a:cubicBezTo>
                <a:cubicBezTo>
                  <a:pt x="654020" y="59355"/>
                  <a:pt x="646422" y="62905"/>
                  <a:pt x="636309" y="64372"/>
                </a:cubicBezTo>
                <a:cubicBezTo>
                  <a:pt x="641340" y="67307"/>
                  <a:pt x="645492" y="70529"/>
                  <a:pt x="648767" y="74040"/>
                </a:cubicBezTo>
                <a:cubicBezTo>
                  <a:pt x="652042" y="77551"/>
                  <a:pt x="656457" y="83786"/>
                  <a:pt x="662011" y="92746"/>
                </a:cubicBezTo>
                <a:lnTo>
                  <a:pt x="676080" y="115225"/>
                </a:lnTo>
                <a:lnTo>
                  <a:pt x="648256" y="115225"/>
                </a:lnTo>
                <a:lnTo>
                  <a:pt x="631436" y="90145"/>
                </a:lnTo>
                <a:cubicBezTo>
                  <a:pt x="625463" y="81188"/>
                  <a:pt x="621376" y="75545"/>
                  <a:pt x="619175" y="73215"/>
                </a:cubicBezTo>
                <a:cubicBezTo>
                  <a:pt x="616974" y="70883"/>
                  <a:pt x="614642" y="69285"/>
                  <a:pt x="612180" y="68420"/>
                </a:cubicBezTo>
                <a:cubicBezTo>
                  <a:pt x="609717" y="67555"/>
                  <a:pt x="605813" y="67123"/>
                  <a:pt x="600468" y="67123"/>
                </a:cubicBezTo>
                <a:lnTo>
                  <a:pt x="595752" y="67123"/>
                </a:lnTo>
                <a:lnTo>
                  <a:pt x="595752" y="115225"/>
                </a:lnTo>
                <a:lnTo>
                  <a:pt x="572487" y="115225"/>
                </a:lnTo>
                <a:moveTo>
                  <a:pt x="595752" y="48731"/>
                </a:moveTo>
                <a:lnTo>
                  <a:pt x="612966" y="48731"/>
                </a:lnTo>
                <a:cubicBezTo>
                  <a:pt x="624127" y="48731"/>
                  <a:pt x="631096" y="48260"/>
                  <a:pt x="633873" y="47316"/>
                </a:cubicBezTo>
                <a:cubicBezTo>
                  <a:pt x="636650" y="46373"/>
                  <a:pt x="638824" y="44749"/>
                  <a:pt x="640396" y="42443"/>
                </a:cubicBezTo>
                <a:cubicBezTo>
                  <a:pt x="641968" y="40138"/>
                  <a:pt x="642754" y="37256"/>
                  <a:pt x="642754" y="33797"/>
                </a:cubicBezTo>
                <a:cubicBezTo>
                  <a:pt x="642754" y="29920"/>
                  <a:pt x="641720" y="26789"/>
                  <a:pt x="639650" y="24405"/>
                </a:cubicBezTo>
                <a:cubicBezTo>
                  <a:pt x="637580" y="22021"/>
                  <a:pt x="634659" y="20514"/>
                  <a:pt x="630886" y="19885"/>
                </a:cubicBezTo>
                <a:cubicBezTo>
                  <a:pt x="629000" y="19623"/>
                  <a:pt x="623341" y="19492"/>
                  <a:pt x="613909" y="19492"/>
                </a:cubicBezTo>
                <a:lnTo>
                  <a:pt x="595752" y="19492"/>
                </a:lnTo>
                <a:lnTo>
                  <a:pt x="595752" y="487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(1,533)">
            <a:extLst xmlns:a="http://schemas.openxmlformats.org/drawingml/2006/main">
              <a:ext uri="{FF2B5EF4-FFF2-40B4-BE49-F238E27FC236}">
                <a16:creationId xmlns:a16="http://schemas.microsoft.com/office/drawing/2014/main" id="{0E1095E9-B824-49EC-9CA2-06010501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048" y="1327579"/>
            <a:ext cx="493211" cy="151224"/>
          </a:xfrm>
          <a:custGeom xmlns:a="http://schemas.openxmlformats.org/drawingml/2006/main">
            <a:pathLst>
              <a:path w="493211" h="151224">
                <a:moveTo>
                  <a:pt x="39771" y="151224"/>
                </a:moveTo>
                <a:lnTo>
                  <a:pt x="24601" y="151224"/>
                </a:lnTo>
                <a:cubicBezTo>
                  <a:pt x="16584" y="139106"/>
                  <a:pt x="10480" y="126517"/>
                  <a:pt x="6288" y="113457"/>
                </a:cubicBezTo>
                <a:cubicBezTo>
                  <a:pt x="2096" y="100397"/>
                  <a:pt x="0" y="87755"/>
                  <a:pt x="0" y="75533"/>
                </a:cubicBezTo>
                <a:cubicBezTo>
                  <a:pt x="0" y="60374"/>
                  <a:pt x="2594" y="46028"/>
                  <a:pt x="7781" y="32496"/>
                </a:cubicBezTo>
                <a:cubicBezTo>
                  <a:pt x="12288" y="20745"/>
                  <a:pt x="17999" y="9913"/>
                  <a:pt x="24916" y="0"/>
                </a:cubicBezTo>
                <a:lnTo>
                  <a:pt x="40007" y="0"/>
                </a:lnTo>
                <a:cubicBezTo>
                  <a:pt x="32828" y="15893"/>
                  <a:pt x="27889" y="29413"/>
                  <a:pt x="25191" y="40559"/>
                </a:cubicBezTo>
                <a:cubicBezTo>
                  <a:pt x="22492" y="51706"/>
                  <a:pt x="21143" y="63521"/>
                  <a:pt x="21143" y="76005"/>
                </a:cubicBezTo>
                <a:cubicBezTo>
                  <a:pt x="21143" y="84608"/>
                  <a:pt x="21942" y="93421"/>
                  <a:pt x="23540" y="102443"/>
                </a:cubicBezTo>
                <a:cubicBezTo>
                  <a:pt x="25138" y="111464"/>
                  <a:pt x="27326" y="120040"/>
                  <a:pt x="30103" y="128170"/>
                </a:cubicBezTo>
                <a:cubicBezTo>
                  <a:pt x="31937" y="133521"/>
                  <a:pt x="35160" y="141206"/>
                  <a:pt x="39771" y="151224"/>
                </a:cubicBezTo>
                <a:close/>
                <a:moveTo>
                  <a:pt x="108543" y="117269"/>
                </a:moveTo>
                <a:lnTo>
                  <a:pt x="86457" y="117269"/>
                </a:lnTo>
                <a:lnTo>
                  <a:pt x="86457" y="34124"/>
                </a:lnTo>
                <a:cubicBezTo>
                  <a:pt x="78387" y="41699"/>
                  <a:pt x="68877" y="47302"/>
                  <a:pt x="57926" y="50932"/>
                </a:cubicBezTo>
                <a:lnTo>
                  <a:pt x="57926" y="30811"/>
                </a:lnTo>
                <a:cubicBezTo>
                  <a:pt x="63690" y="28919"/>
                  <a:pt x="69951" y="25334"/>
                  <a:pt x="76711" y="20055"/>
                </a:cubicBezTo>
                <a:cubicBezTo>
                  <a:pt x="83470" y="14774"/>
                  <a:pt x="88107" y="8613"/>
                  <a:pt x="90623" y="1572"/>
                </a:cubicBezTo>
                <a:lnTo>
                  <a:pt x="108543" y="1572"/>
                </a:lnTo>
                <a:lnTo>
                  <a:pt x="108543" y="117269"/>
                </a:lnTo>
                <a:close/>
                <a:moveTo>
                  <a:pt x="145696" y="95104"/>
                </a:moveTo>
                <a:lnTo>
                  <a:pt x="167782" y="95104"/>
                </a:lnTo>
                <a:lnTo>
                  <a:pt x="167782" y="110954"/>
                </a:lnTo>
                <a:cubicBezTo>
                  <a:pt x="167782" y="117368"/>
                  <a:pt x="167232" y="122428"/>
                  <a:pt x="166131" y="126133"/>
                </a:cubicBezTo>
                <a:cubicBezTo>
                  <a:pt x="165031" y="129841"/>
                  <a:pt x="162948" y="133166"/>
                  <a:pt x="159883" y="136111"/>
                </a:cubicBezTo>
                <a:cubicBezTo>
                  <a:pt x="156817" y="139055"/>
                  <a:pt x="152927" y="141368"/>
                  <a:pt x="148211" y="143049"/>
                </a:cubicBezTo>
                <a:lnTo>
                  <a:pt x="143888" y="133932"/>
                </a:lnTo>
                <a:cubicBezTo>
                  <a:pt x="148342" y="132458"/>
                  <a:pt x="151512" y="130431"/>
                  <a:pt x="153398" y="127850"/>
                </a:cubicBezTo>
                <a:cubicBezTo>
                  <a:pt x="155285" y="125271"/>
                  <a:pt x="156280" y="121744"/>
                  <a:pt x="156385" y="117269"/>
                </a:cubicBezTo>
                <a:lnTo>
                  <a:pt x="145696" y="117269"/>
                </a:lnTo>
                <a:lnTo>
                  <a:pt x="145696" y="95104"/>
                </a:lnTo>
                <a:close/>
                <a:moveTo>
                  <a:pt x="186594" y="87637"/>
                </a:moveTo>
                <a:lnTo>
                  <a:pt x="208601" y="85358"/>
                </a:lnTo>
                <a:cubicBezTo>
                  <a:pt x="209230" y="90336"/>
                  <a:pt x="211090" y="94279"/>
                  <a:pt x="214182" y="97187"/>
                </a:cubicBezTo>
                <a:cubicBezTo>
                  <a:pt x="217274" y="100095"/>
                  <a:pt x="220837" y="101549"/>
                  <a:pt x="224871" y="101549"/>
                </a:cubicBezTo>
                <a:cubicBezTo>
                  <a:pt x="229483" y="101549"/>
                  <a:pt x="233386" y="99673"/>
                  <a:pt x="236583" y="95920"/>
                </a:cubicBezTo>
                <a:cubicBezTo>
                  <a:pt x="239779" y="92167"/>
                  <a:pt x="241377" y="86511"/>
                  <a:pt x="241377" y="78952"/>
                </a:cubicBezTo>
                <a:cubicBezTo>
                  <a:pt x="241377" y="71865"/>
                  <a:pt x="239792" y="66550"/>
                  <a:pt x="236622" y="63007"/>
                </a:cubicBezTo>
                <a:cubicBezTo>
                  <a:pt x="233452" y="59463"/>
                  <a:pt x="229325" y="57691"/>
                  <a:pt x="224243" y="57691"/>
                </a:cubicBezTo>
                <a:cubicBezTo>
                  <a:pt x="217902" y="57691"/>
                  <a:pt x="212217" y="60521"/>
                  <a:pt x="207187" y="66180"/>
                </a:cubicBezTo>
                <a:lnTo>
                  <a:pt x="189266" y="63562"/>
                </a:lnTo>
                <a:lnTo>
                  <a:pt x="200584" y="3458"/>
                </a:lnTo>
                <a:lnTo>
                  <a:pt x="258983" y="3458"/>
                </a:lnTo>
                <a:lnTo>
                  <a:pt x="258983" y="24208"/>
                </a:lnTo>
                <a:lnTo>
                  <a:pt x="217326" y="24208"/>
                </a:lnTo>
                <a:lnTo>
                  <a:pt x="213868" y="43767"/>
                </a:lnTo>
                <a:cubicBezTo>
                  <a:pt x="218793" y="41313"/>
                  <a:pt x="223823" y="40085"/>
                  <a:pt x="228959" y="40085"/>
                </a:cubicBezTo>
                <a:cubicBezTo>
                  <a:pt x="238757" y="40085"/>
                  <a:pt x="247062" y="43656"/>
                  <a:pt x="253874" y="50797"/>
                </a:cubicBezTo>
                <a:cubicBezTo>
                  <a:pt x="260686" y="57936"/>
                  <a:pt x="264092" y="67203"/>
                  <a:pt x="264092" y="78596"/>
                </a:cubicBezTo>
                <a:cubicBezTo>
                  <a:pt x="264092" y="88100"/>
                  <a:pt x="261341" y="96580"/>
                  <a:pt x="255839" y="104035"/>
                </a:cubicBezTo>
                <a:cubicBezTo>
                  <a:pt x="248346" y="114220"/>
                  <a:pt x="237945" y="119313"/>
                  <a:pt x="224636" y="119313"/>
                </a:cubicBezTo>
                <a:cubicBezTo>
                  <a:pt x="213999" y="119313"/>
                  <a:pt x="205327" y="116450"/>
                  <a:pt x="198619" y="110726"/>
                </a:cubicBezTo>
                <a:cubicBezTo>
                  <a:pt x="191912" y="104999"/>
                  <a:pt x="187904" y="97303"/>
                  <a:pt x="186594" y="87637"/>
                </a:cubicBezTo>
                <a:close/>
                <a:moveTo>
                  <a:pt x="274993" y="86694"/>
                </a:moveTo>
                <a:lnTo>
                  <a:pt x="296372" y="84100"/>
                </a:lnTo>
                <a:cubicBezTo>
                  <a:pt x="297053" y="89550"/>
                  <a:pt x="298887" y="93716"/>
                  <a:pt x="301873" y="96598"/>
                </a:cubicBezTo>
                <a:cubicBezTo>
                  <a:pt x="304860" y="99480"/>
                  <a:pt x="308476" y="100921"/>
                  <a:pt x="312720" y="100921"/>
                </a:cubicBezTo>
                <a:cubicBezTo>
                  <a:pt x="317279" y="100921"/>
                  <a:pt x="321117" y="99191"/>
                  <a:pt x="324235" y="95733"/>
                </a:cubicBezTo>
                <a:cubicBezTo>
                  <a:pt x="327352" y="92275"/>
                  <a:pt x="328911" y="87611"/>
                  <a:pt x="328911" y="81742"/>
                </a:cubicBezTo>
                <a:cubicBezTo>
                  <a:pt x="328911" y="76188"/>
                  <a:pt x="327418" y="71787"/>
                  <a:pt x="324431" y="68538"/>
                </a:cubicBezTo>
                <a:cubicBezTo>
                  <a:pt x="321444" y="65289"/>
                  <a:pt x="317803" y="63665"/>
                  <a:pt x="313506" y="63665"/>
                </a:cubicBezTo>
                <a:cubicBezTo>
                  <a:pt x="310676" y="63665"/>
                  <a:pt x="307297" y="64215"/>
                  <a:pt x="303367" y="65315"/>
                </a:cubicBezTo>
                <a:lnTo>
                  <a:pt x="305803" y="47474"/>
                </a:lnTo>
                <a:cubicBezTo>
                  <a:pt x="311777" y="47631"/>
                  <a:pt x="316336" y="46338"/>
                  <a:pt x="319479" y="43595"/>
                </a:cubicBezTo>
                <a:cubicBezTo>
                  <a:pt x="322623" y="40851"/>
                  <a:pt x="324195" y="37206"/>
                  <a:pt x="324195" y="32660"/>
                </a:cubicBezTo>
                <a:cubicBezTo>
                  <a:pt x="324195" y="28794"/>
                  <a:pt x="323043" y="25712"/>
                  <a:pt x="320737" y="23413"/>
                </a:cubicBezTo>
                <a:cubicBezTo>
                  <a:pt x="318432" y="21114"/>
                  <a:pt x="315366" y="19964"/>
                  <a:pt x="311541" y="19964"/>
                </a:cubicBezTo>
                <a:cubicBezTo>
                  <a:pt x="307768" y="19964"/>
                  <a:pt x="304546" y="21274"/>
                  <a:pt x="301873" y="23894"/>
                </a:cubicBezTo>
                <a:cubicBezTo>
                  <a:pt x="299201" y="26514"/>
                  <a:pt x="297577" y="30339"/>
                  <a:pt x="297000" y="35369"/>
                </a:cubicBezTo>
                <a:lnTo>
                  <a:pt x="276643" y="31911"/>
                </a:lnTo>
                <a:cubicBezTo>
                  <a:pt x="278058" y="24888"/>
                  <a:pt x="280193" y="19277"/>
                  <a:pt x="283049" y="15079"/>
                </a:cubicBezTo>
                <a:cubicBezTo>
                  <a:pt x="285905" y="10880"/>
                  <a:pt x="289887" y="7580"/>
                  <a:pt x="294996" y="5178"/>
                </a:cubicBezTo>
                <a:cubicBezTo>
                  <a:pt x="300105" y="2774"/>
                  <a:pt x="305830" y="1572"/>
                  <a:pt x="312170" y="1572"/>
                </a:cubicBezTo>
                <a:cubicBezTo>
                  <a:pt x="323016" y="1572"/>
                  <a:pt x="331715" y="5035"/>
                  <a:pt x="338265" y="11962"/>
                </a:cubicBezTo>
                <a:cubicBezTo>
                  <a:pt x="343662" y="17631"/>
                  <a:pt x="346360" y="24033"/>
                  <a:pt x="346360" y="31169"/>
                </a:cubicBezTo>
                <a:cubicBezTo>
                  <a:pt x="346360" y="41297"/>
                  <a:pt x="340832" y="49379"/>
                  <a:pt x="329776" y="55414"/>
                </a:cubicBezTo>
                <a:cubicBezTo>
                  <a:pt x="336378" y="56829"/>
                  <a:pt x="341657" y="59999"/>
                  <a:pt x="345614" y="64925"/>
                </a:cubicBezTo>
                <a:cubicBezTo>
                  <a:pt x="349570" y="69850"/>
                  <a:pt x="351548" y="75798"/>
                  <a:pt x="351548" y="82767"/>
                </a:cubicBezTo>
                <a:cubicBezTo>
                  <a:pt x="351548" y="92878"/>
                  <a:pt x="347854" y="101497"/>
                  <a:pt x="340465" y="108623"/>
                </a:cubicBezTo>
                <a:cubicBezTo>
                  <a:pt x="333077" y="115749"/>
                  <a:pt x="323881" y="119313"/>
                  <a:pt x="312877" y="119313"/>
                </a:cubicBezTo>
                <a:cubicBezTo>
                  <a:pt x="302450" y="119313"/>
                  <a:pt x="293804" y="116305"/>
                  <a:pt x="286940" y="110291"/>
                </a:cubicBezTo>
                <a:cubicBezTo>
                  <a:pt x="280075" y="104277"/>
                  <a:pt x="276093" y="96411"/>
                  <a:pt x="274993" y="86694"/>
                </a:cubicBezTo>
                <a:close/>
                <a:moveTo>
                  <a:pt x="364492" y="86694"/>
                </a:moveTo>
                <a:lnTo>
                  <a:pt x="385871" y="84100"/>
                </a:lnTo>
                <a:cubicBezTo>
                  <a:pt x="386552" y="89550"/>
                  <a:pt x="388386" y="93716"/>
                  <a:pt x="391373" y="96598"/>
                </a:cubicBezTo>
                <a:cubicBezTo>
                  <a:pt x="394359" y="99480"/>
                  <a:pt x="397975" y="100921"/>
                  <a:pt x="402219" y="100921"/>
                </a:cubicBezTo>
                <a:cubicBezTo>
                  <a:pt x="406778" y="100921"/>
                  <a:pt x="410616" y="99191"/>
                  <a:pt x="413734" y="95733"/>
                </a:cubicBezTo>
                <a:cubicBezTo>
                  <a:pt x="416852" y="92275"/>
                  <a:pt x="418411" y="87611"/>
                  <a:pt x="418411" y="81742"/>
                </a:cubicBezTo>
                <a:cubicBezTo>
                  <a:pt x="418411" y="76188"/>
                  <a:pt x="416917" y="71787"/>
                  <a:pt x="413930" y="68538"/>
                </a:cubicBezTo>
                <a:cubicBezTo>
                  <a:pt x="410944" y="65289"/>
                  <a:pt x="407302" y="63665"/>
                  <a:pt x="403005" y="63665"/>
                </a:cubicBezTo>
                <a:cubicBezTo>
                  <a:pt x="400176" y="63665"/>
                  <a:pt x="396796" y="64215"/>
                  <a:pt x="392866" y="65315"/>
                </a:cubicBezTo>
                <a:lnTo>
                  <a:pt x="395303" y="47474"/>
                </a:lnTo>
                <a:cubicBezTo>
                  <a:pt x="401276" y="47631"/>
                  <a:pt x="405835" y="46338"/>
                  <a:pt x="408979" y="43595"/>
                </a:cubicBezTo>
                <a:cubicBezTo>
                  <a:pt x="412123" y="40851"/>
                  <a:pt x="413695" y="37206"/>
                  <a:pt x="413695" y="32660"/>
                </a:cubicBezTo>
                <a:cubicBezTo>
                  <a:pt x="413695" y="28794"/>
                  <a:pt x="412542" y="25712"/>
                  <a:pt x="410236" y="23413"/>
                </a:cubicBezTo>
                <a:cubicBezTo>
                  <a:pt x="407931" y="21114"/>
                  <a:pt x="404865" y="19964"/>
                  <a:pt x="401040" y="19964"/>
                </a:cubicBezTo>
                <a:cubicBezTo>
                  <a:pt x="397267" y="19964"/>
                  <a:pt x="394045" y="21274"/>
                  <a:pt x="391373" y="23894"/>
                </a:cubicBezTo>
                <a:cubicBezTo>
                  <a:pt x="388700" y="26514"/>
                  <a:pt x="387076" y="30339"/>
                  <a:pt x="386499" y="35369"/>
                </a:cubicBezTo>
                <a:lnTo>
                  <a:pt x="366142" y="31911"/>
                </a:lnTo>
                <a:cubicBezTo>
                  <a:pt x="367557" y="24888"/>
                  <a:pt x="369692" y="19277"/>
                  <a:pt x="372548" y="15079"/>
                </a:cubicBezTo>
                <a:cubicBezTo>
                  <a:pt x="375404" y="10880"/>
                  <a:pt x="379386" y="7580"/>
                  <a:pt x="384495" y="5178"/>
                </a:cubicBezTo>
                <a:cubicBezTo>
                  <a:pt x="389604" y="2774"/>
                  <a:pt x="395329" y="1572"/>
                  <a:pt x="401669" y="1572"/>
                </a:cubicBezTo>
                <a:cubicBezTo>
                  <a:pt x="412516" y="1572"/>
                  <a:pt x="421214" y="5035"/>
                  <a:pt x="427764" y="11962"/>
                </a:cubicBezTo>
                <a:cubicBezTo>
                  <a:pt x="433161" y="17631"/>
                  <a:pt x="435859" y="24033"/>
                  <a:pt x="435859" y="31169"/>
                </a:cubicBezTo>
                <a:cubicBezTo>
                  <a:pt x="435859" y="41297"/>
                  <a:pt x="430331" y="49379"/>
                  <a:pt x="419275" y="55414"/>
                </a:cubicBezTo>
                <a:cubicBezTo>
                  <a:pt x="425877" y="56829"/>
                  <a:pt x="431157" y="59999"/>
                  <a:pt x="435113" y="64925"/>
                </a:cubicBezTo>
                <a:cubicBezTo>
                  <a:pt x="439069" y="69850"/>
                  <a:pt x="441047" y="75798"/>
                  <a:pt x="441047" y="82767"/>
                </a:cubicBezTo>
                <a:cubicBezTo>
                  <a:pt x="441047" y="92878"/>
                  <a:pt x="437353" y="101497"/>
                  <a:pt x="429964" y="108623"/>
                </a:cubicBezTo>
                <a:cubicBezTo>
                  <a:pt x="422576" y="115749"/>
                  <a:pt x="413380" y="119313"/>
                  <a:pt x="402376" y="119313"/>
                </a:cubicBezTo>
                <a:cubicBezTo>
                  <a:pt x="391949" y="119313"/>
                  <a:pt x="383303" y="116305"/>
                  <a:pt x="376439" y="110291"/>
                </a:cubicBezTo>
                <a:cubicBezTo>
                  <a:pt x="369575" y="104277"/>
                  <a:pt x="365592" y="96411"/>
                  <a:pt x="364492" y="86694"/>
                </a:cubicBezTo>
                <a:close/>
                <a:moveTo>
                  <a:pt x="453362" y="151224"/>
                </a:moveTo>
                <a:cubicBezTo>
                  <a:pt x="457711" y="141887"/>
                  <a:pt x="460776" y="134727"/>
                  <a:pt x="462558" y="129744"/>
                </a:cubicBezTo>
                <a:cubicBezTo>
                  <a:pt x="464339" y="124761"/>
                  <a:pt x="465990" y="119018"/>
                  <a:pt x="467509" y="112514"/>
                </a:cubicBezTo>
                <a:cubicBezTo>
                  <a:pt x="469029" y="106008"/>
                  <a:pt x="470156" y="99832"/>
                  <a:pt x="470889" y="93984"/>
                </a:cubicBezTo>
                <a:cubicBezTo>
                  <a:pt x="471623" y="88135"/>
                  <a:pt x="471990" y="82142"/>
                  <a:pt x="471990" y="76005"/>
                </a:cubicBezTo>
                <a:cubicBezTo>
                  <a:pt x="471990" y="63521"/>
                  <a:pt x="470653" y="51706"/>
                  <a:pt x="467981" y="40559"/>
                </a:cubicBezTo>
                <a:cubicBezTo>
                  <a:pt x="465309" y="29413"/>
                  <a:pt x="460383" y="15893"/>
                  <a:pt x="453205" y="0"/>
                </a:cubicBezTo>
                <a:lnTo>
                  <a:pt x="468217" y="0"/>
                </a:lnTo>
                <a:cubicBezTo>
                  <a:pt x="476129" y="11277"/>
                  <a:pt x="482273" y="23237"/>
                  <a:pt x="486648" y="35878"/>
                </a:cubicBezTo>
                <a:cubicBezTo>
                  <a:pt x="491024" y="48519"/>
                  <a:pt x="493211" y="61344"/>
                  <a:pt x="493211" y="74352"/>
                </a:cubicBezTo>
                <a:cubicBezTo>
                  <a:pt x="493211" y="85315"/>
                  <a:pt x="491482" y="97064"/>
                  <a:pt x="488024" y="109601"/>
                </a:cubicBezTo>
                <a:cubicBezTo>
                  <a:pt x="484094" y="123658"/>
                  <a:pt x="477622" y="137533"/>
                  <a:pt x="468610" y="151224"/>
                </a:cubicBezTo>
                <a:lnTo>
                  <a:pt x="453362" y="151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CC687-6449-4A1D-BD97-449C3957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754" y="2709137"/>
            <a:ext cx="2830388" cy="2548692"/>
          </a:xfrm>
          <a:custGeom xmlns:a="http://schemas.openxmlformats.org/drawingml/2006/main">
            <a:pathLst>
              <a:path w="2830388" h="2548692">
                <a:moveTo>
                  <a:pt x="0" y="2548692"/>
                </a:moveTo>
                <a:lnTo>
                  <a:pt x="2830388" y="2548692"/>
                </a:lnTo>
                <a:lnTo>
                  <a:pt x="2830388" y="0"/>
                </a:lnTo>
                <a:lnTo>
                  <a:pt x="0" y="0"/>
                </a:lnTo>
                <a:lnTo>
                  <a:pt x="0" y="25486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96547-3241-4088-9F50-0D7192C2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754" y="2709137"/>
            <a:ext cx="2830388" cy="2548692"/>
          </a:xfrm>
          <a:custGeom xmlns:a="http://schemas.openxmlformats.org/drawingml/2006/main">
            <a:pathLst>
              <a:path w="2830388" h="2548692" fill="none">
                <a:moveTo>
                  <a:pt x="0" y="2548692"/>
                </a:moveTo>
                <a:lnTo>
                  <a:pt x="2830388" y="2548692"/>
                </a:lnTo>
                <a:lnTo>
                  <a:pt x="2830388" y="0"/>
                </a:lnTo>
                <a:lnTo>
                  <a:pt x="0" y="0"/>
                </a:lnTo>
                <a:lnTo>
                  <a:pt x="0" y="25486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" cap="flat">
            <a:solidFill>
              <a:srgbClr val="000000"/>
            </a:solidFill>
            <a:miter/>
          </a:ln>
        </p:spPr>
      </p:sp>
      <p:sp>
        <p:nvSpPr>
          <p:cNvPr id="155" name="Text Step5:SurveyDesign">
            <a:extLst xmlns:a="http://schemas.openxmlformats.org/drawingml/2006/main">
              <a:ext uri="{FF2B5EF4-FFF2-40B4-BE49-F238E27FC236}">
                <a16:creationId xmlns:a16="http://schemas.microsoft.com/office/drawing/2014/main" id="{90C6B3F0-E1F1-4A87-B39A-CBB4AFAD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189" y="2830142"/>
            <a:ext cx="1585636" cy="151066"/>
          </a:xfrm>
          <a:custGeom xmlns:a="http://schemas.openxmlformats.org/drawingml/2006/main">
            <a:pathLst>
              <a:path w="1585636" h="151066">
                <a:moveTo>
                  <a:pt x="806405" y="34041"/>
                </a:moveTo>
                <a:lnTo>
                  <a:pt x="805912" y="33828"/>
                </a:lnTo>
                <a:lnTo>
                  <a:pt x="805425" y="33626"/>
                </a:lnTo>
                <a:lnTo>
                  <a:pt x="804945" y="33434"/>
                </a:lnTo>
                <a:lnTo>
                  <a:pt x="804472" y="33252"/>
                </a:lnTo>
                <a:lnTo>
                  <a:pt x="804006" y="33081"/>
                </a:lnTo>
                <a:lnTo>
                  <a:pt x="803546" y="32921"/>
                </a:lnTo>
                <a:lnTo>
                  <a:pt x="803094" y="32770"/>
                </a:lnTo>
                <a:lnTo>
                  <a:pt x="802648" y="32630"/>
                </a:lnTo>
                <a:lnTo>
                  <a:pt x="802209" y="32501"/>
                </a:lnTo>
                <a:lnTo>
                  <a:pt x="801777" y="32381"/>
                </a:lnTo>
                <a:lnTo>
                  <a:pt x="801352" y="32272"/>
                </a:lnTo>
                <a:lnTo>
                  <a:pt x="800933" y="32174"/>
                </a:lnTo>
                <a:lnTo>
                  <a:pt x="800521" y="32086"/>
                </a:lnTo>
                <a:lnTo>
                  <a:pt x="800116" y="32008"/>
                </a:lnTo>
                <a:lnTo>
                  <a:pt x="799718" y="31940"/>
                </a:lnTo>
                <a:lnTo>
                  <a:pt x="799327" y="31883"/>
                </a:lnTo>
                <a:lnTo>
                  <a:pt x="798943" y="31837"/>
                </a:lnTo>
                <a:lnTo>
                  <a:pt x="798565" y="31800"/>
                </a:lnTo>
                <a:lnTo>
                  <a:pt x="798194" y="31775"/>
                </a:lnTo>
                <a:lnTo>
                  <a:pt x="797831" y="31759"/>
                </a:lnTo>
                <a:lnTo>
                  <a:pt x="797473" y="31754"/>
                </a:lnTo>
                <a:lnTo>
                  <a:pt x="796937" y="31762"/>
                </a:lnTo>
                <a:lnTo>
                  <a:pt x="796401" y="31786"/>
                </a:lnTo>
                <a:lnTo>
                  <a:pt x="795866" y="31827"/>
                </a:lnTo>
                <a:lnTo>
                  <a:pt x="795333" y="31883"/>
                </a:lnTo>
                <a:lnTo>
                  <a:pt x="794800" y="31956"/>
                </a:lnTo>
                <a:lnTo>
                  <a:pt x="794268" y="32045"/>
                </a:lnTo>
                <a:lnTo>
                  <a:pt x="793737" y="32150"/>
                </a:lnTo>
                <a:lnTo>
                  <a:pt x="793207" y="32271"/>
                </a:lnTo>
                <a:lnTo>
                  <a:pt x="792678" y="32409"/>
                </a:lnTo>
                <a:lnTo>
                  <a:pt x="792150" y="32562"/>
                </a:lnTo>
                <a:lnTo>
                  <a:pt x="791623" y="32732"/>
                </a:lnTo>
                <a:lnTo>
                  <a:pt x="791097" y="32918"/>
                </a:lnTo>
                <a:lnTo>
                  <a:pt x="790572" y="33120"/>
                </a:lnTo>
                <a:lnTo>
                  <a:pt x="790048" y="33338"/>
                </a:lnTo>
                <a:lnTo>
                  <a:pt x="789525" y="33573"/>
                </a:lnTo>
                <a:lnTo>
                  <a:pt x="789002" y="33824"/>
                </a:lnTo>
                <a:lnTo>
                  <a:pt x="788481" y="34090"/>
                </a:lnTo>
                <a:lnTo>
                  <a:pt x="787961" y="34373"/>
                </a:lnTo>
                <a:lnTo>
                  <a:pt x="787441" y="34673"/>
                </a:lnTo>
                <a:lnTo>
                  <a:pt x="786923" y="34988"/>
                </a:lnTo>
                <a:lnTo>
                  <a:pt x="786405" y="35319"/>
                </a:lnTo>
                <a:lnTo>
                  <a:pt x="785889" y="35667"/>
                </a:lnTo>
                <a:lnTo>
                  <a:pt x="785373" y="36031"/>
                </a:lnTo>
                <a:lnTo>
                  <a:pt x="784858" y="36411"/>
                </a:lnTo>
                <a:lnTo>
                  <a:pt x="784344" y="36807"/>
                </a:lnTo>
                <a:lnTo>
                  <a:pt x="783828" y="37222"/>
                </a:lnTo>
                <a:lnTo>
                  <a:pt x="783312" y="37653"/>
                </a:lnTo>
                <a:lnTo>
                  <a:pt x="782794" y="38103"/>
                </a:lnTo>
                <a:lnTo>
                  <a:pt x="782276" y="38569"/>
                </a:lnTo>
                <a:lnTo>
                  <a:pt x="781756" y="39054"/>
                </a:lnTo>
                <a:lnTo>
                  <a:pt x="781236" y="39556"/>
                </a:lnTo>
                <a:lnTo>
                  <a:pt x="780714" y="40075"/>
                </a:lnTo>
                <a:lnTo>
                  <a:pt x="780192" y="40612"/>
                </a:lnTo>
                <a:lnTo>
                  <a:pt x="779669" y="41166"/>
                </a:lnTo>
                <a:lnTo>
                  <a:pt x="779145" y="41738"/>
                </a:lnTo>
                <a:lnTo>
                  <a:pt x="778620" y="42328"/>
                </a:lnTo>
                <a:lnTo>
                  <a:pt x="778094" y="42935"/>
                </a:lnTo>
                <a:lnTo>
                  <a:pt x="777566" y="43559"/>
                </a:lnTo>
                <a:lnTo>
                  <a:pt x="777038" y="44202"/>
                </a:lnTo>
                <a:lnTo>
                  <a:pt x="776509" y="44861"/>
                </a:lnTo>
                <a:lnTo>
                  <a:pt x="775980" y="45538"/>
                </a:lnTo>
                <a:lnTo>
                  <a:pt x="775449" y="46233"/>
                </a:lnTo>
                <a:lnTo>
                  <a:pt x="774917" y="46945"/>
                </a:lnTo>
                <a:lnTo>
                  <a:pt x="774384" y="47675"/>
                </a:lnTo>
                <a:lnTo>
                  <a:pt x="773850" y="48423"/>
                </a:lnTo>
                <a:lnTo>
                  <a:pt x="773316" y="49187"/>
                </a:lnTo>
                <a:lnTo>
                  <a:pt x="772780" y="49970"/>
                </a:lnTo>
                <a:lnTo>
                  <a:pt x="772243" y="50770"/>
                </a:lnTo>
                <a:lnTo>
                  <a:pt x="775780" y="33640"/>
                </a:lnTo>
                <a:lnTo>
                  <a:pt x="763204" y="33640"/>
                </a:lnTo>
                <a:lnTo>
                  <a:pt x="745756" y="117112"/>
                </a:lnTo>
                <a:lnTo>
                  <a:pt x="759275" y="117112"/>
                </a:lnTo>
                <a:lnTo>
                  <a:pt x="766348" y="83634"/>
                </a:lnTo>
                <a:lnTo>
                  <a:pt x="766728" y="81859"/>
                </a:lnTo>
                <a:lnTo>
                  <a:pt x="767119" y="80130"/>
                </a:lnTo>
                <a:lnTo>
                  <a:pt x="767521" y="78448"/>
                </a:lnTo>
                <a:lnTo>
                  <a:pt x="767936" y="76811"/>
                </a:lnTo>
                <a:lnTo>
                  <a:pt x="768362" y="75221"/>
                </a:lnTo>
                <a:lnTo>
                  <a:pt x="768800" y="73676"/>
                </a:lnTo>
                <a:lnTo>
                  <a:pt x="769249" y="72178"/>
                </a:lnTo>
                <a:lnTo>
                  <a:pt x="769711" y="70725"/>
                </a:lnTo>
                <a:lnTo>
                  <a:pt x="770184" y="69319"/>
                </a:lnTo>
                <a:lnTo>
                  <a:pt x="770669" y="67958"/>
                </a:lnTo>
                <a:lnTo>
                  <a:pt x="771165" y="66644"/>
                </a:lnTo>
                <a:lnTo>
                  <a:pt x="771673" y="65376"/>
                </a:lnTo>
                <a:lnTo>
                  <a:pt x="772194" y="64153"/>
                </a:lnTo>
                <a:lnTo>
                  <a:pt x="772725" y="62977"/>
                </a:lnTo>
                <a:lnTo>
                  <a:pt x="773269" y="61847"/>
                </a:lnTo>
                <a:lnTo>
                  <a:pt x="773824" y="60763"/>
                </a:lnTo>
                <a:lnTo>
                  <a:pt x="774391" y="59725"/>
                </a:lnTo>
                <a:lnTo>
                  <a:pt x="774970" y="58732"/>
                </a:lnTo>
                <a:lnTo>
                  <a:pt x="775560" y="57786"/>
                </a:lnTo>
                <a:lnTo>
                  <a:pt x="776162" y="56886"/>
                </a:lnTo>
                <a:lnTo>
                  <a:pt x="776776" y="56032"/>
                </a:lnTo>
                <a:lnTo>
                  <a:pt x="777402" y="55224"/>
                </a:lnTo>
                <a:lnTo>
                  <a:pt x="778039" y="54463"/>
                </a:lnTo>
                <a:lnTo>
                  <a:pt x="778688" y="53747"/>
                </a:lnTo>
                <a:lnTo>
                  <a:pt x="779343" y="53068"/>
                </a:lnTo>
                <a:lnTo>
                  <a:pt x="779996" y="52418"/>
                </a:lnTo>
                <a:lnTo>
                  <a:pt x="780647" y="51797"/>
                </a:lnTo>
                <a:lnTo>
                  <a:pt x="781297" y="51205"/>
                </a:lnTo>
                <a:lnTo>
                  <a:pt x="781946" y="50642"/>
                </a:lnTo>
                <a:lnTo>
                  <a:pt x="782594" y="50108"/>
                </a:lnTo>
                <a:lnTo>
                  <a:pt x="783240" y="49603"/>
                </a:lnTo>
                <a:lnTo>
                  <a:pt x="783885" y="49126"/>
                </a:lnTo>
                <a:lnTo>
                  <a:pt x="784528" y="48679"/>
                </a:lnTo>
                <a:lnTo>
                  <a:pt x="785170" y="48260"/>
                </a:lnTo>
                <a:lnTo>
                  <a:pt x="785811" y="47870"/>
                </a:lnTo>
                <a:lnTo>
                  <a:pt x="786450" y="47509"/>
                </a:lnTo>
                <a:lnTo>
                  <a:pt x="787088" y="47177"/>
                </a:lnTo>
                <a:lnTo>
                  <a:pt x="787725" y="46874"/>
                </a:lnTo>
                <a:lnTo>
                  <a:pt x="788360" y="46600"/>
                </a:lnTo>
                <a:lnTo>
                  <a:pt x="788994" y="46354"/>
                </a:lnTo>
                <a:lnTo>
                  <a:pt x="789626" y="46137"/>
                </a:lnTo>
                <a:lnTo>
                  <a:pt x="790257" y="45950"/>
                </a:lnTo>
                <a:lnTo>
                  <a:pt x="790887" y="45791"/>
                </a:lnTo>
                <a:lnTo>
                  <a:pt x="791515" y="45661"/>
                </a:lnTo>
                <a:lnTo>
                  <a:pt x="792142" y="45560"/>
                </a:lnTo>
                <a:lnTo>
                  <a:pt x="792768" y="45488"/>
                </a:lnTo>
                <a:lnTo>
                  <a:pt x="793392" y="45444"/>
                </a:lnTo>
                <a:lnTo>
                  <a:pt x="794015" y="45430"/>
                </a:lnTo>
                <a:lnTo>
                  <a:pt x="794381" y="45434"/>
                </a:lnTo>
                <a:lnTo>
                  <a:pt x="794744" y="45447"/>
                </a:lnTo>
                <a:lnTo>
                  <a:pt x="795104" y="45469"/>
                </a:lnTo>
                <a:lnTo>
                  <a:pt x="795463" y="45500"/>
                </a:lnTo>
                <a:lnTo>
                  <a:pt x="795818" y="45539"/>
                </a:lnTo>
                <a:lnTo>
                  <a:pt x="796172" y="45587"/>
                </a:lnTo>
                <a:lnTo>
                  <a:pt x="796522" y="45644"/>
                </a:lnTo>
                <a:lnTo>
                  <a:pt x="796871" y="45709"/>
                </a:lnTo>
                <a:lnTo>
                  <a:pt x="797217" y="45784"/>
                </a:lnTo>
                <a:lnTo>
                  <a:pt x="797560" y="45867"/>
                </a:lnTo>
                <a:lnTo>
                  <a:pt x="797901" y="45958"/>
                </a:lnTo>
                <a:lnTo>
                  <a:pt x="798240" y="46059"/>
                </a:lnTo>
                <a:lnTo>
                  <a:pt x="798576" y="46168"/>
                </a:lnTo>
                <a:lnTo>
                  <a:pt x="798910" y="46286"/>
                </a:lnTo>
                <a:lnTo>
                  <a:pt x="799241" y="46412"/>
                </a:lnTo>
                <a:lnTo>
                  <a:pt x="799569" y="46548"/>
                </a:lnTo>
                <a:lnTo>
                  <a:pt x="799896" y="46692"/>
                </a:lnTo>
                <a:lnTo>
                  <a:pt x="800219" y="46845"/>
                </a:lnTo>
                <a:lnTo>
                  <a:pt x="800541" y="47006"/>
                </a:lnTo>
                <a:lnTo>
                  <a:pt x="800860" y="47177"/>
                </a:lnTo>
                <a:lnTo>
                  <a:pt x="801176" y="47356"/>
                </a:lnTo>
                <a:lnTo>
                  <a:pt x="801490" y="47543"/>
                </a:lnTo>
                <a:lnTo>
                  <a:pt x="801802" y="47740"/>
                </a:lnTo>
                <a:lnTo>
                  <a:pt x="802111" y="47945"/>
                </a:lnTo>
                <a:lnTo>
                  <a:pt x="807198" y="36395"/>
                </a:lnTo>
                <a:lnTo>
                  <a:pt x="820423" y="117112"/>
                </a:lnTo>
                <a:lnTo>
                  <a:pt x="836221" y="117112"/>
                </a:lnTo>
                <a:lnTo>
                  <a:pt x="884009" y="33640"/>
                </a:lnTo>
                <a:lnTo>
                  <a:pt x="868997" y="33640"/>
                </a:lnTo>
                <a:lnTo>
                  <a:pt x="841094" y="83796"/>
                </a:lnTo>
                <a:lnTo>
                  <a:pt x="840568" y="84746"/>
                </a:lnTo>
                <a:lnTo>
                  <a:pt x="840049" y="85688"/>
                </a:lnTo>
                <a:lnTo>
                  <a:pt x="839538" y="86620"/>
                </a:lnTo>
                <a:lnTo>
                  <a:pt x="839036" y="87543"/>
                </a:lnTo>
                <a:lnTo>
                  <a:pt x="838541" y="88458"/>
                </a:lnTo>
                <a:lnTo>
                  <a:pt x="838054" y="89363"/>
                </a:lnTo>
                <a:lnTo>
                  <a:pt x="837575" y="90260"/>
                </a:lnTo>
                <a:lnTo>
                  <a:pt x="837103" y="91147"/>
                </a:lnTo>
                <a:lnTo>
                  <a:pt x="836640" y="92025"/>
                </a:lnTo>
                <a:lnTo>
                  <a:pt x="836185" y="92895"/>
                </a:lnTo>
                <a:lnTo>
                  <a:pt x="835737" y="93755"/>
                </a:lnTo>
                <a:lnTo>
                  <a:pt x="835298" y="94607"/>
                </a:lnTo>
                <a:lnTo>
                  <a:pt x="834866" y="95449"/>
                </a:lnTo>
                <a:lnTo>
                  <a:pt x="834442" y="96283"/>
                </a:lnTo>
                <a:lnTo>
                  <a:pt x="834027" y="97107"/>
                </a:lnTo>
                <a:lnTo>
                  <a:pt x="833619" y="97923"/>
                </a:lnTo>
                <a:lnTo>
                  <a:pt x="833219" y="98729"/>
                </a:lnTo>
                <a:lnTo>
                  <a:pt x="832827" y="99527"/>
                </a:lnTo>
                <a:lnTo>
                  <a:pt x="832443" y="100316"/>
                </a:lnTo>
                <a:lnTo>
                  <a:pt x="832067" y="101095"/>
                </a:lnTo>
                <a:lnTo>
                  <a:pt x="831698" y="101866"/>
                </a:lnTo>
                <a:lnTo>
                  <a:pt x="831338" y="102627"/>
                </a:lnTo>
                <a:lnTo>
                  <a:pt x="830985" y="103380"/>
                </a:lnTo>
                <a:lnTo>
                  <a:pt x="830641" y="104123"/>
                </a:lnTo>
                <a:lnTo>
                  <a:pt x="830498" y="102721"/>
                </a:lnTo>
                <a:lnTo>
                  <a:pt x="830356" y="101351"/>
                </a:lnTo>
                <a:lnTo>
                  <a:pt x="830217" y="100014"/>
                </a:lnTo>
                <a:lnTo>
                  <a:pt x="830080" y="98710"/>
                </a:lnTo>
                <a:lnTo>
                  <a:pt x="829944" y="97439"/>
                </a:lnTo>
                <a:lnTo>
                  <a:pt x="829811" y="96201"/>
                </a:lnTo>
                <a:lnTo>
                  <a:pt x="829679" y="94996"/>
                </a:lnTo>
                <a:lnTo>
                  <a:pt x="829549" y="93824"/>
                </a:lnTo>
                <a:lnTo>
                  <a:pt x="829421" y="92685"/>
                </a:lnTo>
                <a:lnTo>
                  <a:pt x="829295" y="91579"/>
                </a:lnTo>
                <a:lnTo>
                  <a:pt x="829171" y="90506"/>
                </a:lnTo>
                <a:lnTo>
                  <a:pt x="829049" y="89466"/>
                </a:lnTo>
                <a:lnTo>
                  <a:pt x="828929" y="88459"/>
                </a:lnTo>
                <a:lnTo>
                  <a:pt x="828811" y="87485"/>
                </a:lnTo>
                <a:lnTo>
                  <a:pt x="828694" y="86544"/>
                </a:lnTo>
                <a:lnTo>
                  <a:pt x="828580" y="85635"/>
                </a:lnTo>
                <a:lnTo>
                  <a:pt x="828467" y="84760"/>
                </a:lnTo>
                <a:lnTo>
                  <a:pt x="828357" y="83918"/>
                </a:lnTo>
                <a:lnTo>
                  <a:pt x="828248" y="83108"/>
                </a:lnTo>
                <a:lnTo>
                  <a:pt x="828141" y="82332"/>
                </a:lnTo>
                <a:lnTo>
                  <a:pt x="828036" y="81589"/>
                </a:lnTo>
                <a:lnTo>
                  <a:pt x="827933" y="80878"/>
                </a:lnTo>
                <a:lnTo>
                  <a:pt x="827832" y="80201"/>
                </a:lnTo>
                <a:lnTo>
                  <a:pt x="827733" y="79556"/>
                </a:lnTo>
                <a:lnTo>
                  <a:pt x="820580" y="33640"/>
                </a:lnTo>
                <a:lnTo>
                  <a:pt x="806747" y="33640"/>
                </a:lnTo>
                <a:lnTo>
                  <a:pt x="806845" y="34236"/>
                </a:lnTo>
                <a:lnTo>
                  <a:pt x="806405" y="34041"/>
                </a:lnTo>
                <a:close/>
                <a:moveTo>
                  <a:pt x="477311" y="49831"/>
                </a:moveTo>
                <a:lnTo>
                  <a:pt x="493424" y="49831"/>
                </a:lnTo>
                <a:lnTo>
                  <a:pt x="496725" y="33640"/>
                </a:lnTo>
                <a:lnTo>
                  <a:pt x="480691" y="33640"/>
                </a:lnTo>
                <a:lnTo>
                  <a:pt x="477311" y="49831"/>
                </a:lnTo>
                <a:close/>
                <a:moveTo>
                  <a:pt x="368" y="86852"/>
                </a:moveTo>
                <a:lnTo>
                  <a:pt x="567" y="88482"/>
                </a:lnTo>
                <a:lnTo>
                  <a:pt x="808" y="90066"/>
                </a:lnTo>
                <a:lnTo>
                  <a:pt x="1092" y="91602"/>
                </a:lnTo>
                <a:lnTo>
                  <a:pt x="1419" y="93091"/>
                </a:lnTo>
                <a:lnTo>
                  <a:pt x="1789" y="94533"/>
                </a:lnTo>
                <a:lnTo>
                  <a:pt x="2201" y="95927"/>
                </a:lnTo>
                <a:lnTo>
                  <a:pt x="2656" y="97274"/>
                </a:lnTo>
                <a:lnTo>
                  <a:pt x="3154" y="98574"/>
                </a:lnTo>
                <a:lnTo>
                  <a:pt x="3694" y="99827"/>
                </a:lnTo>
                <a:lnTo>
                  <a:pt x="4277" y="101032"/>
                </a:lnTo>
                <a:lnTo>
                  <a:pt x="4903" y="102191"/>
                </a:lnTo>
                <a:lnTo>
                  <a:pt x="5572" y="103301"/>
                </a:lnTo>
                <a:lnTo>
                  <a:pt x="6283" y="104365"/>
                </a:lnTo>
                <a:lnTo>
                  <a:pt x="7037" y="105381"/>
                </a:lnTo>
                <a:lnTo>
                  <a:pt x="7834" y="106351"/>
                </a:lnTo>
                <a:lnTo>
                  <a:pt x="8673" y="107272"/>
                </a:lnTo>
                <a:lnTo>
                  <a:pt x="9555" y="108147"/>
                </a:lnTo>
                <a:lnTo>
                  <a:pt x="10480" y="108974"/>
                </a:lnTo>
                <a:lnTo>
                  <a:pt x="11448" y="109755"/>
                </a:lnTo>
                <a:lnTo>
                  <a:pt x="12458" y="110487"/>
                </a:lnTo>
                <a:lnTo>
                  <a:pt x="13502" y="111182"/>
                </a:lnTo>
                <a:lnTo>
                  <a:pt x="14571" y="111847"/>
                </a:lnTo>
                <a:lnTo>
                  <a:pt x="15665" y="112482"/>
                </a:lnTo>
                <a:lnTo>
                  <a:pt x="16784" y="113088"/>
                </a:lnTo>
                <a:lnTo>
                  <a:pt x="17928" y="113664"/>
                </a:lnTo>
                <a:lnTo>
                  <a:pt x="19097" y="114211"/>
                </a:lnTo>
                <a:lnTo>
                  <a:pt x="20291" y="114728"/>
                </a:lnTo>
                <a:lnTo>
                  <a:pt x="21510" y="115216"/>
                </a:lnTo>
                <a:lnTo>
                  <a:pt x="22754" y="115674"/>
                </a:lnTo>
                <a:lnTo>
                  <a:pt x="24023" y="116102"/>
                </a:lnTo>
                <a:lnTo>
                  <a:pt x="25316" y="116501"/>
                </a:lnTo>
                <a:lnTo>
                  <a:pt x="26635" y="116871"/>
                </a:lnTo>
                <a:lnTo>
                  <a:pt x="27979" y="117210"/>
                </a:lnTo>
                <a:lnTo>
                  <a:pt x="29348" y="117521"/>
                </a:lnTo>
                <a:lnTo>
                  <a:pt x="30741" y="117801"/>
                </a:lnTo>
                <a:lnTo>
                  <a:pt x="32160" y="118053"/>
                </a:lnTo>
                <a:lnTo>
                  <a:pt x="33604" y="118274"/>
                </a:lnTo>
                <a:lnTo>
                  <a:pt x="35072" y="118466"/>
                </a:lnTo>
                <a:lnTo>
                  <a:pt x="36566" y="118629"/>
                </a:lnTo>
                <a:lnTo>
                  <a:pt x="38084" y="118762"/>
                </a:lnTo>
                <a:lnTo>
                  <a:pt x="39628" y="118865"/>
                </a:lnTo>
                <a:lnTo>
                  <a:pt x="41196" y="118939"/>
                </a:lnTo>
                <a:lnTo>
                  <a:pt x="42790" y="118983"/>
                </a:lnTo>
                <a:lnTo>
                  <a:pt x="44408" y="118998"/>
                </a:lnTo>
                <a:lnTo>
                  <a:pt x="45484" y="118991"/>
                </a:lnTo>
                <a:lnTo>
                  <a:pt x="46549" y="118968"/>
                </a:lnTo>
                <a:lnTo>
                  <a:pt x="47605" y="118931"/>
                </a:lnTo>
                <a:lnTo>
                  <a:pt x="48650" y="118878"/>
                </a:lnTo>
                <a:lnTo>
                  <a:pt x="49686" y="118811"/>
                </a:lnTo>
                <a:lnTo>
                  <a:pt x="50711" y="118728"/>
                </a:lnTo>
                <a:lnTo>
                  <a:pt x="51726" y="118631"/>
                </a:lnTo>
                <a:lnTo>
                  <a:pt x="52731" y="118519"/>
                </a:lnTo>
                <a:lnTo>
                  <a:pt x="53726" y="118391"/>
                </a:lnTo>
                <a:lnTo>
                  <a:pt x="54711" y="118249"/>
                </a:lnTo>
                <a:lnTo>
                  <a:pt x="55685" y="118092"/>
                </a:lnTo>
                <a:lnTo>
                  <a:pt x="56650" y="117919"/>
                </a:lnTo>
                <a:lnTo>
                  <a:pt x="57604" y="117732"/>
                </a:lnTo>
                <a:lnTo>
                  <a:pt x="58549" y="117530"/>
                </a:lnTo>
                <a:lnTo>
                  <a:pt x="59483" y="117312"/>
                </a:lnTo>
                <a:lnTo>
                  <a:pt x="60407" y="117080"/>
                </a:lnTo>
                <a:lnTo>
                  <a:pt x="61321" y="116833"/>
                </a:lnTo>
                <a:lnTo>
                  <a:pt x="62225" y="116571"/>
                </a:lnTo>
                <a:lnTo>
                  <a:pt x="63119" y="116293"/>
                </a:lnTo>
                <a:lnTo>
                  <a:pt x="64003" y="116001"/>
                </a:lnTo>
                <a:lnTo>
                  <a:pt x="64877" y="115694"/>
                </a:lnTo>
                <a:lnTo>
                  <a:pt x="65741" y="115372"/>
                </a:lnTo>
                <a:lnTo>
                  <a:pt x="66594" y="115035"/>
                </a:lnTo>
                <a:lnTo>
                  <a:pt x="67438" y="114683"/>
                </a:lnTo>
                <a:lnTo>
                  <a:pt x="68268" y="114317"/>
                </a:lnTo>
                <a:lnTo>
                  <a:pt x="69084" y="113938"/>
                </a:lnTo>
                <a:lnTo>
                  <a:pt x="69885" y="113547"/>
                </a:lnTo>
                <a:lnTo>
                  <a:pt x="70670" y="113144"/>
                </a:lnTo>
                <a:lnTo>
                  <a:pt x="71440" y="112728"/>
                </a:lnTo>
                <a:lnTo>
                  <a:pt x="72195" y="112300"/>
                </a:lnTo>
                <a:lnTo>
                  <a:pt x="72935" y="111860"/>
                </a:lnTo>
                <a:lnTo>
                  <a:pt x="73660" y="111407"/>
                </a:lnTo>
                <a:lnTo>
                  <a:pt x="74370" y="110942"/>
                </a:lnTo>
                <a:lnTo>
                  <a:pt x="75064" y="110464"/>
                </a:lnTo>
                <a:lnTo>
                  <a:pt x="75743" y="109974"/>
                </a:lnTo>
                <a:lnTo>
                  <a:pt x="76408" y="109472"/>
                </a:lnTo>
                <a:lnTo>
                  <a:pt x="77057" y="108957"/>
                </a:lnTo>
                <a:lnTo>
                  <a:pt x="77691" y="108430"/>
                </a:lnTo>
                <a:lnTo>
                  <a:pt x="78309" y="107890"/>
                </a:lnTo>
                <a:lnTo>
                  <a:pt x="78913" y="107338"/>
                </a:lnTo>
                <a:lnTo>
                  <a:pt x="79501" y="106774"/>
                </a:lnTo>
                <a:lnTo>
                  <a:pt x="80075" y="106197"/>
                </a:lnTo>
                <a:lnTo>
                  <a:pt x="80633" y="105608"/>
                </a:lnTo>
                <a:lnTo>
                  <a:pt x="81176" y="105006"/>
                </a:lnTo>
                <a:lnTo>
                  <a:pt x="81704" y="104392"/>
                </a:lnTo>
                <a:lnTo>
                  <a:pt x="82217" y="103765"/>
                </a:lnTo>
                <a:lnTo>
                  <a:pt x="82714" y="103127"/>
                </a:lnTo>
                <a:lnTo>
                  <a:pt x="83197" y="102475"/>
                </a:lnTo>
                <a:lnTo>
                  <a:pt x="83662" y="101815"/>
                </a:lnTo>
                <a:lnTo>
                  <a:pt x="84107" y="101150"/>
                </a:lnTo>
                <a:lnTo>
                  <a:pt x="84532" y="100480"/>
                </a:lnTo>
                <a:lnTo>
                  <a:pt x="84938" y="99805"/>
                </a:lnTo>
                <a:lnTo>
                  <a:pt x="85324" y="99125"/>
                </a:lnTo>
                <a:lnTo>
                  <a:pt x="85690" y="98440"/>
                </a:lnTo>
                <a:lnTo>
                  <a:pt x="86036" y="97750"/>
                </a:lnTo>
                <a:lnTo>
                  <a:pt x="86362" y="97054"/>
                </a:lnTo>
                <a:lnTo>
                  <a:pt x="86669" y="96354"/>
                </a:lnTo>
                <a:lnTo>
                  <a:pt x="86956" y="95649"/>
                </a:lnTo>
                <a:lnTo>
                  <a:pt x="87223" y="94938"/>
                </a:lnTo>
                <a:lnTo>
                  <a:pt x="87470" y="94223"/>
                </a:lnTo>
                <a:lnTo>
                  <a:pt x="87698" y="93503"/>
                </a:lnTo>
                <a:lnTo>
                  <a:pt x="87906" y="92777"/>
                </a:lnTo>
                <a:lnTo>
                  <a:pt x="88094" y="92047"/>
                </a:lnTo>
                <a:lnTo>
                  <a:pt x="88262" y="91311"/>
                </a:lnTo>
                <a:lnTo>
                  <a:pt x="88410" y="90570"/>
                </a:lnTo>
                <a:lnTo>
                  <a:pt x="88539" y="89825"/>
                </a:lnTo>
                <a:lnTo>
                  <a:pt x="88648" y="89074"/>
                </a:lnTo>
                <a:lnTo>
                  <a:pt x="88737" y="88318"/>
                </a:lnTo>
                <a:lnTo>
                  <a:pt x="88806" y="87558"/>
                </a:lnTo>
                <a:lnTo>
                  <a:pt x="88855" y="86792"/>
                </a:lnTo>
                <a:lnTo>
                  <a:pt x="88885" y="86021"/>
                </a:lnTo>
                <a:lnTo>
                  <a:pt x="88895" y="85245"/>
                </a:lnTo>
                <a:lnTo>
                  <a:pt x="88889" y="84620"/>
                </a:lnTo>
                <a:lnTo>
                  <a:pt x="88871" y="84000"/>
                </a:lnTo>
                <a:lnTo>
                  <a:pt x="88842" y="83386"/>
                </a:lnTo>
                <a:lnTo>
                  <a:pt x="88801" y="82778"/>
                </a:lnTo>
                <a:lnTo>
                  <a:pt x="88748" y="82175"/>
                </a:lnTo>
                <a:lnTo>
                  <a:pt x="88684" y="81578"/>
                </a:lnTo>
                <a:lnTo>
                  <a:pt x="88607" y="80986"/>
                </a:lnTo>
                <a:lnTo>
                  <a:pt x="88519" y="80400"/>
                </a:lnTo>
                <a:lnTo>
                  <a:pt x="88420" y="79820"/>
                </a:lnTo>
                <a:lnTo>
                  <a:pt x="88308" y="79245"/>
                </a:lnTo>
                <a:lnTo>
                  <a:pt x="88185" y="78676"/>
                </a:lnTo>
                <a:lnTo>
                  <a:pt x="88050" y="78112"/>
                </a:lnTo>
                <a:lnTo>
                  <a:pt x="87903" y="77554"/>
                </a:lnTo>
                <a:lnTo>
                  <a:pt x="87745" y="77002"/>
                </a:lnTo>
                <a:lnTo>
                  <a:pt x="87575" y="76455"/>
                </a:lnTo>
                <a:lnTo>
                  <a:pt x="87393" y="75914"/>
                </a:lnTo>
                <a:lnTo>
                  <a:pt x="87199" y="75378"/>
                </a:lnTo>
                <a:lnTo>
                  <a:pt x="86994" y="74848"/>
                </a:lnTo>
                <a:lnTo>
                  <a:pt x="86777" y="74323"/>
                </a:lnTo>
                <a:lnTo>
                  <a:pt x="86548" y="73805"/>
                </a:lnTo>
                <a:lnTo>
                  <a:pt x="86307" y="73291"/>
                </a:lnTo>
                <a:lnTo>
                  <a:pt x="86055" y="72784"/>
                </a:lnTo>
                <a:lnTo>
                  <a:pt x="85791" y="72282"/>
                </a:lnTo>
                <a:lnTo>
                  <a:pt x="85515" y="71785"/>
                </a:lnTo>
                <a:lnTo>
                  <a:pt x="85229" y="71294"/>
                </a:lnTo>
                <a:lnTo>
                  <a:pt x="84932" y="70810"/>
                </a:lnTo>
                <a:lnTo>
                  <a:pt x="84625" y="70331"/>
                </a:lnTo>
                <a:lnTo>
                  <a:pt x="84308" y="69858"/>
                </a:lnTo>
                <a:lnTo>
                  <a:pt x="83981" y="69392"/>
                </a:lnTo>
                <a:lnTo>
                  <a:pt x="83644" y="68932"/>
                </a:lnTo>
                <a:lnTo>
                  <a:pt x="83296" y="68478"/>
                </a:lnTo>
                <a:lnTo>
                  <a:pt x="82939" y="68030"/>
                </a:lnTo>
                <a:lnTo>
                  <a:pt x="82571" y="67588"/>
                </a:lnTo>
                <a:lnTo>
                  <a:pt x="82194" y="67153"/>
                </a:lnTo>
                <a:lnTo>
                  <a:pt x="81806" y="66723"/>
                </a:lnTo>
                <a:lnTo>
                  <a:pt x="81408" y="66300"/>
                </a:lnTo>
                <a:lnTo>
                  <a:pt x="81001" y="65882"/>
                </a:lnTo>
                <a:lnTo>
                  <a:pt x="80583" y="65471"/>
                </a:lnTo>
                <a:lnTo>
                  <a:pt x="80155" y="65066"/>
                </a:lnTo>
                <a:lnTo>
                  <a:pt x="79716" y="64668"/>
                </a:lnTo>
                <a:lnTo>
                  <a:pt x="79268" y="64275"/>
                </a:lnTo>
                <a:lnTo>
                  <a:pt x="78810" y="63888"/>
                </a:lnTo>
                <a:lnTo>
                  <a:pt x="78341" y="63508"/>
                </a:lnTo>
                <a:lnTo>
                  <a:pt x="77863" y="63133"/>
                </a:lnTo>
                <a:lnTo>
                  <a:pt x="77374" y="62765"/>
                </a:lnTo>
                <a:lnTo>
                  <a:pt x="76875" y="62403"/>
                </a:lnTo>
                <a:lnTo>
                  <a:pt x="76367" y="62047"/>
                </a:lnTo>
                <a:lnTo>
                  <a:pt x="75848" y="61697"/>
                </a:lnTo>
                <a:lnTo>
                  <a:pt x="75441" y="61432"/>
                </a:lnTo>
                <a:lnTo>
                  <a:pt x="75008" y="61157"/>
                </a:lnTo>
                <a:lnTo>
                  <a:pt x="74548" y="60875"/>
                </a:lnTo>
                <a:lnTo>
                  <a:pt x="74062" y="60585"/>
                </a:lnTo>
                <a:lnTo>
                  <a:pt x="73548" y="60286"/>
                </a:lnTo>
                <a:lnTo>
                  <a:pt x="73008" y="59980"/>
                </a:lnTo>
                <a:lnTo>
                  <a:pt x="72441" y="59665"/>
                </a:lnTo>
                <a:lnTo>
                  <a:pt x="71848" y="59342"/>
                </a:lnTo>
                <a:lnTo>
                  <a:pt x="71227" y="59010"/>
                </a:lnTo>
                <a:lnTo>
                  <a:pt x="70580" y="58671"/>
                </a:lnTo>
                <a:lnTo>
                  <a:pt x="69907" y="58323"/>
                </a:lnTo>
                <a:lnTo>
                  <a:pt x="69206" y="57968"/>
                </a:lnTo>
                <a:lnTo>
                  <a:pt x="68479" y="57604"/>
                </a:lnTo>
                <a:lnTo>
                  <a:pt x="67725" y="57232"/>
                </a:lnTo>
                <a:lnTo>
                  <a:pt x="66944" y="56851"/>
                </a:lnTo>
                <a:lnTo>
                  <a:pt x="66136" y="56463"/>
                </a:lnTo>
                <a:lnTo>
                  <a:pt x="65302" y="56066"/>
                </a:lnTo>
                <a:lnTo>
                  <a:pt x="64441" y="55662"/>
                </a:lnTo>
                <a:lnTo>
                  <a:pt x="63553" y="55249"/>
                </a:lnTo>
                <a:lnTo>
                  <a:pt x="62639" y="54828"/>
                </a:lnTo>
                <a:lnTo>
                  <a:pt x="61697" y="54398"/>
                </a:lnTo>
                <a:lnTo>
                  <a:pt x="60729" y="53961"/>
                </a:lnTo>
                <a:lnTo>
                  <a:pt x="59735" y="53515"/>
                </a:lnTo>
                <a:lnTo>
                  <a:pt x="58713" y="53061"/>
                </a:lnTo>
                <a:lnTo>
                  <a:pt x="57455" y="52507"/>
                </a:lnTo>
                <a:lnTo>
                  <a:pt x="56237" y="51968"/>
                </a:lnTo>
                <a:lnTo>
                  <a:pt x="55057" y="51444"/>
                </a:lnTo>
                <a:lnTo>
                  <a:pt x="53916" y="50936"/>
                </a:lnTo>
                <a:lnTo>
                  <a:pt x="52815" y="50443"/>
                </a:lnTo>
                <a:lnTo>
                  <a:pt x="51752" y="49966"/>
                </a:lnTo>
                <a:lnTo>
                  <a:pt x="50729" y="49505"/>
                </a:lnTo>
                <a:lnTo>
                  <a:pt x="49744" y="49059"/>
                </a:lnTo>
                <a:lnTo>
                  <a:pt x="48799" y="48628"/>
                </a:lnTo>
                <a:lnTo>
                  <a:pt x="47892" y="48213"/>
                </a:lnTo>
                <a:lnTo>
                  <a:pt x="47025" y="47814"/>
                </a:lnTo>
                <a:lnTo>
                  <a:pt x="46196" y="47430"/>
                </a:lnTo>
                <a:lnTo>
                  <a:pt x="45407" y="47062"/>
                </a:lnTo>
                <a:lnTo>
                  <a:pt x="44657" y="46709"/>
                </a:lnTo>
                <a:lnTo>
                  <a:pt x="43945" y="46371"/>
                </a:lnTo>
                <a:lnTo>
                  <a:pt x="43273" y="46050"/>
                </a:lnTo>
                <a:lnTo>
                  <a:pt x="42640" y="45744"/>
                </a:lnTo>
                <a:lnTo>
                  <a:pt x="42045" y="45453"/>
                </a:lnTo>
                <a:lnTo>
                  <a:pt x="41490" y="45178"/>
                </a:lnTo>
                <a:lnTo>
                  <a:pt x="40974" y="44918"/>
                </a:lnTo>
                <a:lnTo>
                  <a:pt x="40497" y="44674"/>
                </a:lnTo>
                <a:lnTo>
                  <a:pt x="40059" y="44445"/>
                </a:lnTo>
                <a:lnTo>
                  <a:pt x="39659" y="44232"/>
                </a:lnTo>
                <a:lnTo>
                  <a:pt x="39299" y="44035"/>
                </a:lnTo>
                <a:lnTo>
                  <a:pt x="38827" y="43766"/>
                </a:lnTo>
                <a:lnTo>
                  <a:pt x="38368" y="43497"/>
                </a:lnTo>
                <a:lnTo>
                  <a:pt x="37920" y="43227"/>
                </a:lnTo>
                <a:lnTo>
                  <a:pt x="37485" y="42957"/>
                </a:lnTo>
                <a:lnTo>
                  <a:pt x="37062" y="42686"/>
                </a:lnTo>
                <a:lnTo>
                  <a:pt x="36651" y="42415"/>
                </a:lnTo>
                <a:lnTo>
                  <a:pt x="36253" y="42144"/>
                </a:lnTo>
                <a:lnTo>
                  <a:pt x="35867" y="41872"/>
                </a:lnTo>
                <a:lnTo>
                  <a:pt x="35493" y="41600"/>
                </a:lnTo>
                <a:lnTo>
                  <a:pt x="35132" y="41327"/>
                </a:lnTo>
                <a:lnTo>
                  <a:pt x="34783" y="41054"/>
                </a:lnTo>
                <a:lnTo>
                  <a:pt x="34446" y="40780"/>
                </a:lnTo>
                <a:lnTo>
                  <a:pt x="34121" y="40507"/>
                </a:lnTo>
                <a:lnTo>
                  <a:pt x="33809" y="40232"/>
                </a:lnTo>
                <a:lnTo>
                  <a:pt x="33509" y="39958"/>
                </a:lnTo>
                <a:lnTo>
                  <a:pt x="33221" y="39682"/>
                </a:lnTo>
                <a:lnTo>
                  <a:pt x="32945" y="39407"/>
                </a:lnTo>
                <a:lnTo>
                  <a:pt x="32682" y="39131"/>
                </a:lnTo>
                <a:lnTo>
                  <a:pt x="32431" y="38855"/>
                </a:lnTo>
                <a:lnTo>
                  <a:pt x="32193" y="38578"/>
                </a:lnTo>
                <a:lnTo>
                  <a:pt x="31966" y="38301"/>
                </a:lnTo>
                <a:lnTo>
                  <a:pt x="31752" y="38023"/>
                </a:lnTo>
                <a:lnTo>
                  <a:pt x="31550" y="37745"/>
                </a:lnTo>
                <a:lnTo>
                  <a:pt x="31361" y="37467"/>
                </a:lnTo>
                <a:lnTo>
                  <a:pt x="31181" y="37187"/>
                </a:lnTo>
                <a:lnTo>
                  <a:pt x="31009" y="36904"/>
                </a:lnTo>
                <a:lnTo>
                  <a:pt x="30845" y="36617"/>
                </a:lnTo>
                <a:lnTo>
                  <a:pt x="30688" y="36328"/>
                </a:lnTo>
                <a:lnTo>
                  <a:pt x="30539" y="36035"/>
                </a:lnTo>
                <a:lnTo>
                  <a:pt x="30398" y="35739"/>
                </a:lnTo>
                <a:lnTo>
                  <a:pt x="30264" y="35440"/>
                </a:lnTo>
                <a:lnTo>
                  <a:pt x="30138" y="35138"/>
                </a:lnTo>
                <a:lnTo>
                  <a:pt x="30020" y="34833"/>
                </a:lnTo>
                <a:lnTo>
                  <a:pt x="29909" y="34524"/>
                </a:lnTo>
                <a:lnTo>
                  <a:pt x="29806" y="34213"/>
                </a:lnTo>
                <a:lnTo>
                  <a:pt x="29710" y="33898"/>
                </a:lnTo>
                <a:lnTo>
                  <a:pt x="29622" y="33580"/>
                </a:lnTo>
                <a:lnTo>
                  <a:pt x="29542" y="33259"/>
                </a:lnTo>
                <a:lnTo>
                  <a:pt x="29470" y="32935"/>
                </a:lnTo>
                <a:lnTo>
                  <a:pt x="29405" y="32608"/>
                </a:lnTo>
                <a:lnTo>
                  <a:pt x="29347" y="32278"/>
                </a:lnTo>
                <a:lnTo>
                  <a:pt x="29298" y="31944"/>
                </a:lnTo>
                <a:lnTo>
                  <a:pt x="29256" y="31608"/>
                </a:lnTo>
                <a:lnTo>
                  <a:pt x="29221" y="31268"/>
                </a:lnTo>
                <a:lnTo>
                  <a:pt x="29194" y="30925"/>
                </a:lnTo>
                <a:lnTo>
                  <a:pt x="29175" y="30579"/>
                </a:lnTo>
                <a:lnTo>
                  <a:pt x="29164" y="30230"/>
                </a:lnTo>
                <a:lnTo>
                  <a:pt x="29160" y="29877"/>
                </a:lnTo>
                <a:lnTo>
                  <a:pt x="29169" y="29286"/>
                </a:lnTo>
                <a:lnTo>
                  <a:pt x="29197" y="28704"/>
                </a:lnTo>
                <a:lnTo>
                  <a:pt x="29244" y="28133"/>
                </a:lnTo>
                <a:lnTo>
                  <a:pt x="29309" y="27571"/>
                </a:lnTo>
                <a:lnTo>
                  <a:pt x="29392" y="27019"/>
                </a:lnTo>
                <a:lnTo>
                  <a:pt x="29494" y="26477"/>
                </a:lnTo>
                <a:lnTo>
                  <a:pt x="29615" y="25944"/>
                </a:lnTo>
                <a:lnTo>
                  <a:pt x="29754" y="25421"/>
                </a:lnTo>
                <a:lnTo>
                  <a:pt x="29912" y="24909"/>
                </a:lnTo>
                <a:lnTo>
                  <a:pt x="30088" y="24406"/>
                </a:lnTo>
                <a:lnTo>
                  <a:pt x="30283" y="23912"/>
                </a:lnTo>
                <a:lnTo>
                  <a:pt x="30496" y="23429"/>
                </a:lnTo>
                <a:lnTo>
                  <a:pt x="30728" y="22956"/>
                </a:lnTo>
                <a:lnTo>
                  <a:pt x="30979" y="22492"/>
                </a:lnTo>
                <a:lnTo>
                  <a:pt x="31248" y="22038"/>
                </a:lnTo>
                <a:lnTo>
                  <a:pt x="31535" y="21594"/>
                </a:lnTo>
                <a:lnTo>
                  <a:pt x="31842" y="21160"/>
                </a:lnTo>
                <a:lnTo>
                  <a:pt x="32166" y="20735"/>
                </a:lnTo>
                <a:lnTo>
                  <a:pt x="32510" y="20320"/>
                </a:lnTo>
                <a:lnTo>
                  <a:pt x="32872" y="19916"/>
                </a:lnTo>
                <a:lnTo>
                  <a:pt x="33252" y="19521"/>
                </a:lnTo>
                <a:lnTo>
                  <a:pt x="33651" y="19135"/>
                </a:lnTo>
                <a:lnTo>
                  <a:pt x="34069" y="18760"/>
                </a:lnTo>
                <a:lnTo>
                  <a:pt x="34505" y="18395"/>
                </a:lnTo>
                <a:lnTo>
                  <a:pt x="35097" y="17933"/>
                </a:lnTo>
                <a:lnTo>
                  <a:pt x="35709" y="17490"/>
                </a:lnTo>
                <a:lnTo>
                  <a:pt x="36341" y="17068"/>
                </a:lnTo>
                <a:lnTo>
                  <a:pt x="36992" y="16665"/>
                </a:lnTo>
                <a:lnTo>
                  <a:pt x="37662" y="16281"/>
                </a:lnTo>
                <a:lnTo>
                  <a:pt x="38351" y="15918"/>
                </a:lnTo>
                <a:lnTo>
                  <a:pt x="39060" y="15574"/>
                </a:lnTo>
                <a:lnTo>
                  <a:pt x="39788" y="15249"/>
                </a:lnTo>
                <a:lnTo>
                  <a:pt x="40536" y="14945"/>
                </a:lnTo>
                <a:lnTo>
                  <a:pt x="41303" y="14659"/>
                </a:lnTo>
                <a:lnTo>
                  <a:pt x="42089" y="14394"/>
                </a:lnTo>
                <a:lnTo>
                  <a:pt x="42895" y="14148"/>
                </a:lnTo>
                <a:lnTo>
                  <a:pt x="43720" y="13922"/>
                </a:lnTo>
                <a:lnTo>
                  <a:pt x="44565" y="13716"/>
                </a:lnTo>
                <a:lnTo>
                  <a:pt x="45429" y="13529"/>
                </a:lnTo>
                <a:lnTo>
                  <a:pt x="46312" y="13362"/>
                </a:lnTo>
                <a:lnTo>
                  <a:pt x="47215" y="13215"/>
                </a:lnTo>
                <a:lnTo>
                  <a:pt x="48137" y="13087"/>
                </a:lnTo>
                <a:lnTo>
                  <a:pt x="49078" y="12979"/>
                </a:lnTo>
                <a:lnTo>
                  <a:pt x="50039" y="12890"/>
                </a:lnTo>
                <a:lnTo>
                  <a:pt x="51019" y="12821"/>
                </a:lnTo>
                <a:lnTo>
                  <a:pt x="52019" y="12772"/>
                </a:lnTo>
                <a:lnTo>
                  <a:pt x="53038" y="12743"/>
                </a:lnTo>
                <a:lnTo>
                  <a:pt x="54076" y="12733"/>
                </a:lnTo>
                <a:lnTo>
                  <a:pt x="54669" y="12736"/>
                </a:lnTo>
                <a:lnTo>
                  <a:pt x="55258" y="12747"/>
                </a:lnTo>
                <a:lnTo>
                  <a:pt x="55842" y="12764"/>
                </a:lnTo>
                <a:lnTo>
                  <a:pt x="56422" y="12789"/>
                </a:lnTo>
                <a:lnTo>
                  <a:pt x="56996" y="12820"/>
                </a:lnTo>
                <a:lnTo>
                  <a:pt x="57566" y="12859"/>
                </a:lnTo>
                <a:lnTo>
                  <a:pt x="58131" y="12904"/>
                </a:lnTo>
                <a:lnTo>
                  <a:pt x="58691" y="12956"/>
                </a:lnTo>
                <a:lnTo>
                  <a:pt x="59247" y="13016"/>
                </a:lnTo>
                <a:lnTo>
                  <a:pt x="59797" y="13082"/>
                </a:lnTo>
                <a:lnTo>
                  <a:pt x="60343" y="13156"/>
                </a:lnTo>
                <a:lnTo>
                  <a:pt x="60884" y="13236"/>
                </a:lnTo>
                <a:lnTo>
                  <a:pt x="61421" y="13323"/>
                </a:lnTo>
                <a:lnTo>
                  <a:pt x="61952" y="13417"/>
                </a:lnTo>
                <a:lnTo>
                  <a:pt x="62479" y="13519"/>
                </a:lnTo>
                <a:lnTo>
                  <a:pt x="63001" y="13627"/>
                </a:lnTo>
                <a:lnTo>
                  <a:pt x="63518" y="13742"/>
                </a:lnTo>
                <a:lnTo>
                  <a:pt x="64031" y="13865"/>
                </a:lnTo>
                <a:lnTo>
                  <a:pt x="64538" y="13994"/>
                </a:lnTo>
                <a:lnTo>
                  <a:pt x="65041" y="14130"/>
                </a:lnTo>
                <a:lnTo>
                  <a:pt x="65540" y="14273"/>
                </a:lnTo>
                <a:lnTo>
                  <a:pt x="66033" y="14423"/>
                </a:lnTo>
                <a:lnTo>
                  <a:pt x="66521" y="14580"/>
                </a:lnTo>
                <a:lnTo>
                  <a:pt x="67005" y="14745"/>
                </a:lnTo>
                <a:lnTo>
                  <a:pt x="67482" y="14914"/>
                </a:lnTo>
                <a:lnTo>
                  <a:pt x="67951" y="15089"/>
                </a:lnTo>
                <a:lnTo>
                  <a:pt x="68411" y="15268"/>
                </a:lnTo>
                <a:lnTo>
                  <a:pt x="68862" y="15451"/>
                </a:lnTo>
                <a:lnTo>
                  <a:pt x="69305" y="15639"/>
                </a:lnTo>
                <a:lnTo>
                  <a:pt x="69739" y="15832"/>
                </a:lnTo>
                <a:lnTo>
                  <a:pt x="70165" y="16029"/>
                </a:lnTo>
                <a:lnTo>
                  <a:pt x="70582" y="16230"/>
                </a:lnTo>
                <a:lnTo>
                  <a:pt x="70990" y="16436"/>
                </a:lnTo>
                <a:lnTo>
                  <a:pt x="71390" y="16647"/>
                </a:lnTo>
                <a:lnTo>
                  <a:pt x="71781" y="16862"/>
                </a:lnTo>
                <a:lnTo>
                  <a:pt x="72163" y="17082"/>
                </a:lnTo>
                <a:lnTo>
                  <a:pt x="72537" y="17306"/>
                </a:lnTo>
                <a:lnTo>
                  <a:pt x="72903" y="17534"/>
                </a:lnTo>
                <a:lnTo>
                  <a:pt x="73259" y="17768"/>
                </a:lnTo>
                <a:lnTo>
                  <a:pt x="73608" y="18005"/>
                </a:lnTo>
                <a:lnTo>
                  <a:pt x="73947" y="18248"/>
                </a:lnTo>
                <a:lnTo>
                  <a:pt x="74278" y="18494"/>
                </a:lnTo>
                <a:lnTo>
                  <a:pt x="74600" y="18746"/>
                </a:lnTo>
                <a:lnTo>
                  <a:pt x="74914" y="19001"/>
                </a:lnTo>
                <a:lnTo>
                  <a:pt x="75219" y="19262"/>
                </a:lnTo>
                <a:lnTo>
                  <a:pt x="75516" y="19526"/>
                </a:lnTo>
                <a:lnTo>
                  <a:pt x="75804" y="19796"/>
                </a:lnTo>
                <a:lnTo>
                  <a:pt x="76083" y="20070"/>
                </a:lnTo>
                <a:lnTo>
                  <a:pt x="76355" y="20348"/>
                </a:lnTo>
                <a:lnTo>
                  <a:pt x="76622" y="20632"/>
                </a:lnTo>
                <a:lnTo>
                  <a:pt x="76882" y="20921"/>
                </a:lnTo>
                <a:lnTo>
                  <a:pt x="77136" y="21215"/>
                </a:lnTo>
                <a:lnTo>
                  <a:pt x="77384" y="21514"/>
                </a:lnTo>
                <a:lnTo>
                  <a:pt x="77626" y="21819"/>
                </a:lnTo>
                <a:lnTo>
                  <a:pt x="77862" y="22129"/>
                </a:lnTo>
                <a:lnTo>
                  <a:pt x="78092" y="22443"/>
                </a:lnTo>
                <a:lnTo>
                  <a:pt x="78316" y="22764"/>
                </a:lnTo>
                <a:lnTo>
                  <a:pt x="78534" y="23089"/>
                </a:lnTo>
                <a:lnTo>
                  <a:pt x="78746" y="23419"/>
                </a:lnTo>
                <a:lnTo>
                  <a:pt x="78952" y="23755"/>
                </a:lnTo>
                <a:lnTo>
                  <a:pt x="79152" y="24096"/>
                </a:lnTo>
                <a:lnTo>
                  <a:pt x="79346" y="24442"/>
                </a:lnTo>
                <a:lnTo>
                  <a:pt x="79534" y="24794"/>
                </a:lnTo>
                <a:lnTo>
                  <a:pt x="79716" y="25150"/>
                </a:lnTo>
                <a:lnTo>
                  <a:pt x="79892" y="25512"/>
                </a:lnTo>
                <a:lnTo>
                  <a:pt x="80062" y="25879"/>
                </a:lnTo>
                <a:lnTo>
                  <a:pt x="80226" y="26251"/>
                </a:lnTo>
                <a:lnTo>
                  <a:pt x="80384" y="26628"/>
                </a:lnTo>
                <a:lnTo>
                  <a:pt x="80536" y="27011"/>
                </a:lnTo>
                <a:lnTo>
                  <a:pt x="80683" y="27399"/>
                </a:lnTo>
                <a:lnTo>
                  <a:pt x="80823" y="27792"/>
                </a:lnTo>
                <a:lnTo>
                  <a:pt x="80957" y="28190"/>
                </a:lnTo>
                <a:lnTo>
                  <a:pt x="81027" y="28424"/>
                </a:lnTo>
                <a:lnTo>
                  <a:pt x="81095" y="28665"/>
                </a:lnTo>
                <a:lnTo>
                  <a:pt x="81159" y="28913"/>
                </a:lnTo>
                <a:lnTo>
                  <a:pt x="81221" y="29169"/>
                </a:lnTo>
                <a:lnTo>
                  <a:pt x="81279" y="29433"/>
                </a:lnTo>
                <a:lnTo>
                  <a:pt x="81335" y="29703"/>
                </a:lnTo>
                <a:lnTo>
                  <a:pt x="81387" y="29981"/>
                </a:lnTo>
                <a:lnTo>
                  <a:pt x="81437" y="30267"/>
                </a:lnTo>
                <a:lnTo>
                  <a:pt x="81483" y="30560"/>
                </a:lnTo>
                <a:lnTo>
                  <a:pt x="81527" y="30860"/>
                </a:lnTo>
                <a:lnTo>
                  <a:pt x="81567" y="31168"/>
                </a:lnTo>
                <a:lnTo>
                  <a:pt x="81605" y="31483"/>
                </a:lnTo>
                <a:lnTo>
                  <a:pt x="81639" y="31806"/>
                </a:lnTo>
                <a:lnTo>
                  <a:pt x="81671" y="32135"/>
                </a:lnTo>
                <a:lnTo>
                  <a:pt x="81700" y="32473"/>
                </a:lnTo>
                <a:lnTo>
                  <a:pt x="81725" y="32817"/>
                </a:lnTo>
                <a:lnTo>
                  <a:pt x="81748" y="33169"/>
                </a:lnTo>
                <a:lnTo>
                  <a:pt x="81767" y="33529"/>
                </a:lnTo>
                <a:lnTo>
                  <a:pt x="81784" y="33896"/>
                </a:lnTo>
                <a:lnTo>
                  <a:pt x="81797" y="34270"/>
                </a:lnTo>
                <a:lnTo>
                  <a:pt x="81808" y="34652"/>
                </a:lnTo>
                <a:lnTo>
                  <a:pt x="81815" y="35041"/>
                </a:lnTo>
                <a:lnTo>
                  <a:pt x="81820" y="35437"/>
                </a:lnTo>
                <a:lnTo>
                  <a:pt x="81821" y="35841"/>
                </a:lnTo>
                <a:lnTo>
                  <a:pt x="96676" y="34662"/>
                </a:lnTo>
                <a:lnTo>
                  <a:pt x="96683" y="34526"/>
                </a:lnTo>
                <a:lnTo>
                  <a:pt x="96689" y="34393"/>
                </a:lnTo>
                <a:lnTo>
                  <a:pt x="96695" y="34264"/>
                </a:lnTo>
                <a:lnTo>
                  <a:pt x="96700" y="34138"/>
                </a:lnTo>
                <a:lnTo>
                  <a:pt x="96706" y="34015"/>
                </a:lnTo>
                <a:lnTo>
                  <a:pt x="96711" y="33896"/>
                </a:lnTo>
                <a:lnTo>
                  <a:pt x="96715" y="33779"/>
                </a:lnTo>
                <a:lnTo>
                  <a:pt x="96720" y="33666"/>
                </a:lnTo>
                <a:lnTo>
                  <a:pt x="96724" y="33557"/>
                </a:lnTo>
                <a:lnTo>
                  <a:pt x="96728" y="33450"/>
                </a:lnTo>
                <a:lnTo>
                  <a:pt x="96732" y="33347"/>
                </a:lnTo>
                <a:lnTo>
                  <a:pt x="96735" y="33247"/>
                </a:lnTo>
                <a:lnTo>
                  <a:pt x="96738" y="33151"/>
                </a:lnTo>
                <a:lnTo>
                  <a:pt x="96741" y="33057"/>
                </a:lnTo>
                <a:lnTo>
                  <a:pt x="96744" y="32967"/>
                </a:lnTo>
                <a:lnTo>
                  <a:pt x="96746" y="32880"/>
                </a:lnTo>
                <a:lnTo>
                  <a:pt x="96748" y="32797"/>
                </a:lnTo>
                <a:lnTo>
                  <a:pt x="96750" y="32717"/>
                </a:lnTo>
                <a:lnTo>
                  <a:pt x="96751" y="32640"/>
                </a:lnTo>
                <a:lnTo>
                  <a:pt x="96753" y="32566"/>
                </a:lnTo>
                <a:lnTo>
                  <a:pt x="96754" y="32496"/>
                </a:lnTo>
                <a:lnTo>
                  <a:pt x="96754" y="32428"/>
                </a:lnTo>
                <a:lnTo>
                  <a:pt x="96755" y="32365"/>
                </a:lnTo>
                <a:lnTo>
                  <a:pt x="96755" y="32304"/>
                </a:lnTo>
                <a:lnTo>
                  <a:pt x="96747" y="31707"/>
                </a:lnTo>
                <a:lnTo>
                  <a:pt x="96725" y="31107"/>
                </a:lnTo>
                <a:lnTo>
                  <a:pt x="96687" y="30505"/>
                </a:lnTo>
                <a:lnTo>
                  <a:pt x="96634" y="29900"/>
                </a:lnTo>
                <a:lnTo>
                  <a:pt x="96565" y="29293"/>
                </a:lnTo>
                <a:lnTo>
                  <a:pt x="96482" y="28684"/>
                </a:lnTo>
                <a:lnTo>
                  <a:pt x="96384" y="28072"/>
                </a:lnTo>
                <a:lnTo>
                  <a:pt x="96270" y="27457"/>
                </a:lnTo>
                <a:lnTo>
                  <a:pt x="96141" y="26840"/>
                </a:lnTo>
                <a:lnTo>
                  <a:pt x="95997" y="26221"/>
                </a:lnTo>
                <a:lnTo>
                  <a:pt x="95838" y="25599"/>
                </a:lnTo>
                <a:lnTo>
                  <a:pt x="95664" y="24975"/>
                </a:lnTo>
                <a:lnTo>
                  <a:pt x="95475" y="24348"/>
                </a:lnTo>
                <a:lnTo>
                  <a:pt x="95270" y="23719"/>
                </a:lnTo>
                <a:lnTo>
                  <a:pt x="95051" y="23087"/>
                </a:lnTo>
                <a:lnTo>
                  <a:pt x="94816" y="22453"/>
                </a:lnTo>
                <a:lnTo>
                  <a:pt x="94566" y="21816"/>
                </a:lnTo>
                <a:lnTo>
                  <a:pt x="94301" y="21177"/>
                </a:lnTo>
                <a:lnTo>
                  <a:pt x="94021" y="20536"/>
                </a:lnTo>
                <a:lnTo>
                  <a:pt x="93725" y="19892"/>
                </a:lnTo>
                <a:lnTo>
                  <a:pt x="93415" y="19246"/>
                </a:lnTo>
                <a:lnTo>
                  <a:pt x="93089" y="18597"/>
                </a:lnTo>
                <a:lnTo>
                  <a:pt x="92749" y="17945"/>
                </a:lnTo>
                <a:lnTo>
                  <a:pt x="92393" y="17292"/>
                </a:lnTo>
                <a:lnTo>
                  <a:pt x="92020" y="16642"/>
                </a:lnTo>
                <a:lnTo>
                  <a:pt x="91629" y="16004"/>
                </a:lnTo>
                <a:lnTo>
                  <a:pt x="91219" y="15376"/>
                </a:lnTo>
                <a:lnTo>
                  <a:pt x="90791" y="14759"/>
                </a:lnTo>
                <a:lnTo>
                  <a:pt x="90345" y="14153"/>
                </a:lnTo>
                <a:lnTo>
                  <a:pt x="89880" y="13558"/>
                </a:lnTo>
                <a:lnTo>
                  <a:pt x="89397" y="12974"/>
                </a:lnTo>
                <a:lnTo>
                  <a:pt x="88895" y="12401"/>
                </a:lnTo>
                <a:lnTo>
                  <a:pt x="88375" y="11839"/>
                </a:lnTo>
                <a:lnTo>
                  <a:pt x="87836" y="11288"/>
                </a:lnTo>
                <a:lnTo>
                  <a:pt x="87279" y="10747"/>
                </a:lnTo>
                <a:lnTo>
                  <a:pt x="86704" y="10218"/>
                </a:lnTo>
                <a:lnTo>
                  <a:pt x="86110" y="9699"/>
                </a:lnTo>
                <a:lnTo>
                  <a:pt x="85498" y="9192"/>
                </a:lnTo>
                <a:lnTo>
                  <a:pt x="84867" y="8695"/>
                </a:lnTo>
                <a:lnTo>
                  <a:pt x="84218" y="8209"/>
                </a:lnTo>
                <a:lnTo>
                  <a:pt x="83551" y="7734"/>
                </a:lnTo>
                <a:lnTo>
                  <a:pt x="82865" y="7270"/>
                </a:lnTo>
                <a:lnTo>
                  <a:pt x="82161" y="6817"/>
                </a:lnTo>
                <a:lnTo>
                  <a:pt x="81438" y="6375"/>
                </a:lnTo>
                <a:lnTo>
                  <a:pt x="80697" y="5944"/>
                </a:lnTo>
                <a:lnTo>
                  <a:pt x="79937" y="5524"/>
                </a:lnTo>
                <a:lnTo>
                  <a:pt x="79159" y="5114"/>
                </a:lnTo>
                <a:lnTo>
                  <a:pt x="78363" y="4716"/>
                </a:lnTo>
                <a:lnTo>
                  <a:pt x="77549" y="4331"/>
                </a:lnTo>
                <a:lnTo>
                  <a:pt x="76721" y="3963"/>
                </a:lnTo>
                <a:lnTo>
                  <a:pt x="75877" y="3611"/>
                </a:lnTo>
                <a:lnTo>
                  <a:pt x="75018" y="3275"/>
                </a:lnTo>
                <a:lnTo>
                  <a:pt x="74144" y="2956"/>
                </a:lnTo>
                <a:lnTo>
                  <a:pt x="73254" y="2653"/>
                </a:lnTo>
                <a:lnTo>
                  <a:pt x="72349" y="2366"/>
                </a:lnTo>
                <a:lnTo>
                  <a:pt x="71429" y="2096"/>
                </a:lnTo>
                <a:lnTo>
                  <a:pt x="70493" y="1842"/>
                </a:lnTo>
                <a:lnTo>
                  <a:pt x="69542" y="1605"/>
                </a:lnTo>
                <a:lnTo>
                  <a:pt x="68576" y="1384"/>
                </a:lnTo>
                <a:lnTo>
                  <a:pt x="67595" y="1179"/>
                </a:lnTo>
                <a:lnTo>
                  <a:pt x="66598" y="991"/>
                </a:lnTo>
                <a:lnTo>
                  <a:pt x="65586" y="819"/>
                </a:lnTo>
                <a:lnTo>
                  <a:pt x="64559" y="663"/>
                </a:lnTo>
                <a:lnTo>
                  <a:pt x="63516" y="524"/>
                </a:lnTo>
                <a:lnTo>
                  <a:pt x="62459" y="401"/>
                </a:lnTo>
                <a:lnTo>
                  <a:pt x="61385" y="295"/>
                </a:lnTo>
                <a:lnTo>
                  <a:pt x="60297" y="205"/>
                </a:lnTo>
                <a:lnTo>
                  <a:pt x="59193" y="131"/>
                </a:lnTo>
                <a:lnTo>
                  <a:pt x="58075" y="74"/>
                </a:lnTo>
                <a:lnTo>
                  <a:pt x="56940" y="33"/>
                </a:lnTo>
                <a:lnTo>
                  <a:pt x="55791" y="8"/>
                </a:lnTo>
                <a:lnTo>
                  <a:pt x="54626" y="0"/>
                </a:lnTo>
                <a:lnTo>
                  <a:pt x="53648" y="7"/>
                </a:lnTo>
                <a:lnTo>
                  <a:pt x="52678" y="26"/>
                </a:lnTo>
                <a:lnTo>
                  <a:pt x="51716" y="59"/>
                </a:lnTo>
                <a:lnTo>
                  <a:pt x="50763" y="105"/>
                </a:lnTo>
                <a:lnTo>
                  <a:pt x="49818" y="164"/>
                </a:lnTo>
                <a:lnTo>
                  <a:pt x="48881" y="235"/>
                </a:lnTo>
                <a:lnTo>
                  <a:pt x="47953" y="321"/>
                </a:lnTo>
                <a:lnTo>
                  <a:pt x="47033" y="419"/>
                </a:lnTo>
                <a:lnTo>
                  <a:pt x="46121" y="530"/>
                </a:lnTo>
                <a:lnTo>
                  <a:pt x="45217" y="654"/>
                </a:lnTo>
                <a:lnTo>
                  <a:pt x="44322" y="792"/>
                </a:lnTo>
                <a:lnTo>
                  <a:pt x="43436" y="942"/>
                </a:lnTo>
                <a:lnTo>
                  <a:pt x="42557" y="1105"/>
                </a:lnTo>
                <a:lnTo>
                  <a:pt x="41687" y="1282"/>
                </a:lnTo>
                <a:lnTo>
                  <a:pt x="40825" y="1472"/>
                </a:lnTo>
                <a:lnTo>
                  <a:pt x="39972" y="1675"/>
                </a:lnTo>
                <a:lnTo>
                  <a:pt x="39127" y="1890"/>
                </a:lnTo>
                <a:lnTo>
                  <a:pt x="38290" y="2119"/>
                </a:lnTo>
                <a:lnTo>
                  <a:pt x="37461" y="2361"/>
                </a:lnTo>
                <a:lnTo>
                  <a:pt x="36641" y="2617"/>
                </a:lnTo>
                <a:lnTo>
                  <a:pt x="35829" y="2885"/>
                </a:lnTo>
                <a:lnTo>
                  <a:pt x="35026" y="3166"/>
                </a:lnTo>
                <a:lnTo>
                  <a:pt x="34231" y="3460"/>
                </a:lnTo>
                <a:lnTo>
                  <a:pt x="33444" y="3768"/>
                </a:lnTo>
                <a:lnTo>
                  <a:pt x="32669" y="4088"/>
                </a:lnTo>
                <a:lnTo>
                  <a:pt x="31910" y="4419"/>
                </a:lnTo>
                <a:lnTo>
                  <a:pt x="31166" y="4763"/>
                </a:lnTo>
                <a:lnTo>
                  <a:pt x="30438" y="5118"/>
                </a:lnTo>
                <a:lnTo>
                  <a:pt x="29726" y="5484"/>
                </a:lnTo>
                <a:lnTo>
                  <a:pt x="29030" y="5863"/>
                </a:lnTo>
                <a:lnTo>
                  <a:pt x="28349" y="6253"/>
                </a:lnTo>
                <a:lnTo>
                  <a:pt x="27684" y="6655"/>
                </a:lnTo>
                <a:lnTo>
                  <a:pt x="27035" y="7068"/>
                </a:lnTo>
                <a:lnTo>
                  <a:pt x="26401" y="7494"/>
                </a:lnTo>
                <a:lnTo>
                  <a:pt x="25783" y="7931"/>
                </a:lnTo>
                <a:lnTo>
                  <a:pt x="25181" y="8379"/>
                </a:lnTo>
                <a:lnTo>
                  <a:pt x="24594" y="8840"/>
                </a:lnTo>
                <a:lnTo>
                  <a:pt x="24024" y="9312"/>
                </a:lnTo>
                <a:lnTo>
                  <a:pt x="23468" y="9796"/>
                </a:lnTo>
                <a:lnTo>
                  <a:pt x="22929" y="10291"/>
                </a:lnTo>
                <a:lnTo>
                  <a:pt x="22405" y="10799"/>
                </a:lnTo>
                <a:lnTo>
                  <a:pt x="21897" y="11318"/>
                </a:lnTo>
                <a:lnTo>
                  <a:pt x="21405" y="11849"/>
                </a:lnTo>
                <a:lnTo>
                  <a:pt x="20928" y="12391"/>
                </a:lnTo>
                <a:lnTo>
                  <a:pt x="20467" y="12945"/>
                </a:lnTo>
                <a:lnTo>
                  <a:pt x="20022" y="13511"/>
                </a:lnTo>
                <a:lnTo>
                  <a:pt x="19592" y="14089"/>
                </a:lnTo>
                <a:lnTo>
                  <a:pt x="19178" y="14678"/>
                </a:lnTo>
                <a:lnTo>
                  <a:pt x="18780" y="15276"/>
                </a:lnTo>
                <a:lnTo>
                  <a:pt x="18400" y="15881"/>
                </a:lnTo>
                <a:lnTo>
                  <a:pt x="18036" y="16491"/>
                </a:lnTo>
                <a:lnTo>
                  <a:pt x="17689" y="17107"/>
                </a:lnTo>
                <a:lnTo>
                  <a:pt x="17359" y="17729"/>
                </a:lnTo>
                <a:lnTo>
                  <a:pt x="17046" y="18358"/>
                </a:lnTo>
                <a:lnTo>
                  <a:pt x="16750" y="18992"/>
                </a:lnTo>
                <a:lnTo>
                  <a:pt x="16471" y="19632"/>
                </a:lnTo>
                <a:lnTo>
                  <a:pt x="16208" y="20278"/>
                </a:lnTo>
                <a:lnTo>
                  <a:pt x="15963" y="20930"/>
                </a:lnTo>
                <a:lnTo>
                  <a:pt x="15735" y="21588"/>
                </a:lnTo>
                <a:lnTo>
                  <a:pt x="15523" y="22253"/>
                </a:lnTo>
                <a:lnTo>
                  <a:pt x="15329" y="22923"/>
                </a:lnTo>
                <a:lnTo>
                  <a:pt x="15151" y="23599"/>
                </a:lnTo>
                <a:lnTo>
                  <a:pt x="14990" y="24281"/>
                </a:lnTo>
                <a:lnTo>
                  <a:pt x="14846" y="24969"/>
                </a:lnTo>
                <a:lnTo>
                  <a:pt x="14719" y="25663"/>
                </a:lnTo>
                <a:lnTo>
                  <a:pt x="14610" y="26364"/>
                </a:lnTo>
                <a:lnTo>
                  <a:pt x="14516" y="27070"/>
                </a:lnTo>
                <a:lnTo>
                  <a:pt x="14440" y="27782"/>
                </a:lnTo>
                <a:lnTo>
                  <a:pt x="14381" y="28500"/>
                </a:lnTo>
                <a:lnTo>
                  <a:pt x="14339" y="29224"/>
                </a:lnTo>
                <a:lnTo>
                  <a:pt x="14313" y="29954"/>
                </a:lnTo>
                <a:lnTo>
                  <a:pt x="14305" y="30690"/>
                </a:lnTo>
                <a:lnTo>
                  <a:pt x="14311" y="31328"/>
                </a:lnTo>
                <a:lnTo>
                  <a:pt x="14331" y="31961"/>
                </a:lnTo>
                <a:lnTo>
                  <a:pt x="14363" y="32587"/>
                </a:lnTo>
                <a:lnTo>
                  <a:pt x="14408" y="33208"/>
                </a:lnTo>
                <a:lnTo>
                  <a:pt x="14465" y="33822"/>
                </a:lnTo>
                <a:lnTo>
                  <a:pt x="14536" y="34431"/>
                </a:lnTo>
                <a:lnTo>
                  <a:pt x="14619" y="35034"/>
                </a:lnTo>
                <a:lnTo>
                  <a:pt x="14715" y="35631"/>
                </a:lnTo>
                <a:lnTo>
                  <a:pt x="14824" y="36223"/>
                </a:lnTo>
                <a:lnTo>
                  <a:pt x="14946" y="36808"/>
                </a:lnTo>
                <a:lnTo>
                  <a:pt x="15081" y="37388"/>
                </a:lnTo>
                <a:lnTo>
                  <a:pt x="15228" y="37961"/>
                </a:lnTo>
                <a:lnTo>
                  <a:pt x="15389" y="38529"/>
                </a:lnTo>
                <a:lnTo>
                  <a:pt x="15562" y="39091"/>
                </a:lnTo>
                <a:lnTo>
                  <a:pt x="15748" y="39647"/>
                </a:lnTo>
                <a:lnTo>
                  <a:pt x="15947" y="40197"/>
                </a:lnTo>
                <a:lnTo>
                  <a:pt x="16158" y="40742"/>
                </a:lnTo>
                <a:lnTo>
                  <a:pt x="16383" y="41280"/>
                </a:lnTo>
                <a:lnTo>
                  <a:pt x="16620" y="41813"/>
                </a:lnTo>
                <a:lnTo>
                  <a:pt x="16870" y="42340"/>
                </a:lnTo>
                <a:lnTo>
                  <a:pt x="17133" y="42861"/>
                </a:lnTo>
                <a:lnTo>
                  <a:pt x="17409" y="43376"/>
                </a:lnTo>
                <a:lnTo>
                  <a:pt x="17698" y="43885"/>
                </a:lnTo>
                <a:lnTo>
                  <a:pt x="17999" y="44389"/>
                </a:lnTo>
                <a:lnTo>
                  <a:pt x="18314" y="44887"/>
                </a:lnTo>
                <a:lnTo>
                  <a:pt x="18643" y="45383"/>
                </a:lnTo>
                <a:lnTo>
                  <a:pt x="18986" y="45876"/>
                </a:lnTo>
                <a:lnTo>
                  <a:pt x="19344" y="46365"/>
                </a:lnTo>
                <a:lnTo>
                  <a:pt x="19716" y="46852"/>
                </a:lnTo>
                <a:lnTo>
                  <a:pt x="20102" y="47335"/>
                </a:lnTo>
                <a:lnTo>
                  <a:pt x="20502" y="47815"/>
                </a:lnTo>
                <a:lnTo>
                  <a:pt x="20916" y="48292"/>
                </a:lnTo>
                <a:lnTo>
                  <a:pt x="21344" y="48765"/>
                </a:lnTo>
                <a:lnTo>
                  <a:pt x="21787" y="49236"/>
                </a:lnTo>
                <a:lnTo>
                  <a:pt x="22244" y="49704"/>
                </a:lnTo>
                <a:lnTo>
                  <a:pt x="22715" y="50168"/>
                </a:lnTo>
                <a:lnTo>
                  <a:pt x="23200" y="50629"/>
                </a:lnTo>
                <a:lnTo>
                  <a:pt x="23700" y="51087"/>
                </a:lnTo>
                <a:lnTo>
                  <a:pt x="24213" y="51542"/>
                </a:lnTo>
                <a:lnTo>
                  <a:pt x="24741" y="51994"/>
                </a:lnTo>
                <a:lnTo>
                  <a:pt x="25283" y="52443"/>
                </a:lnTo>
                <a:lnTo>
                  <a:pt x="25839" y="52888"/>
                </a:lnTo>
                <a:lnTo>
                  <a:pt x="26410" y="53331"/>
                </a:lnTo>
                <a:lnTo>
                  <a:pt x="26994" y="53770"/>
                </a:lnTo>
                <a:lnTo>
                  <a:pt x="27593" y="54206"/>
                </a:lnTo>
                <a:lnTo>
                  <a:pt x="28206" y="54639"/>
                </a:lnTo>
                <a:lnTo>
                  <a:pt x="28833" y="55069"/>
                </a:lnTo>
                <a:lnTo>
                  <a:pt x="29474" y="55495"/>
                </a:lnTo>
                <a:lnTo>
                  <a:pt x="29902" y="55762"/>
                </a:lnTo>
                <a:lnTo>
                  <a:pt x="30360" y="56038"/>
                </a:lnTo>
                <a:lnTo>
                  <a:pt x="30847" y="56323"/>
                </a:lnTo>
                <a:lnTo>
                  <a:pt x="31365" y="56618"/>
                </a:lnTo>
                <a:lnTo>
                  <a:pt x="31913" y="56923"/>
                </a:lnTo>
                <a:lnTo>
                  <a:pt x="32491" y="57237"/>
                </a:lnTo>
                <a:lnTo>
                  <a:pt x="33098" y="57560"/>
                </a:lnTo>
                <a:lnTo>
                  <a:pt x="33736" y="57894"/>
                </a:lnTo>
                <a:lnTo>
                  <a:pt x="34404" y="58236"/>
                </a:lnTo>
                <a:lnTo>
                  <a:pt x="35102" y="58589"/>
                </a:lnTo>
                <a:lnTo>
                  <a:pt x="35830" y="58950"/>
                </a:lnTo>
                <a:lnTo>
                  <a:pt x="36588" y="59322"/>
                </a:lnTo>
                <a:lnTo>
                  <a:pt x="37376" y="59703"/>
                </a:lnTo>
                <a:lnTo>
                  <a:pt x="38193" y="60093"/>
                </a:lnTo>
                <a:lnTo>
                  <a:pt x="39041" y="60493"/>
                </a:lnTo>
                <a:lnTo>
                  <a:pt x="39919" y="60902"/>
                </a:lnTo>
                <a:lnTo>
                  <a:pt x="40827" y="61321"/>
                </a:lnTo>
                <a:lnTo>
                  <a:pt x="41765" y="61750"/>
                </a:lnTo>
                <a:lnTo>
                  <a:pt x="42733" y="62188"/>
                </a:lnTo>
                <a:lnTo>
                  <a:pt x="43731" y="62636"/>
                </a:lnTo>
                <a:lnTo>
                  <a:pt x="44759" y="63093"/>
                </a:lnTo>
                <a:lnTo>
                  <a:pt x="45817" y="63560"/>
                </a:lnTo>
                <a:lnTo>
                  <a:pt x="46906" y="64036"/>
                </a:lnTo>
                <a:lnTo>
                  <a:pt x="48024" y="64522"/>
                </a:lnTo>
                <a:lnTo>
                  <a:pt x="49461" y="65145"/>
                </a:lnTo>
                <a:lnTo>
                  <a:pt x="50851" y="65756"/>
                </a:lnTo>
                <a:lnTo>
                  <a:pt x="52193" y="66357"/>
                </a:lnTo>
                <a:lnTo>
                  <a:pt x="53488" y="66947"/>
                </a:lnTo>
                <a:lnTo>
                  <a:pt x="54737" y="67526"/>
                </a:lnTo>
                <a:lnTo>
                  <a:pt x="55938" y="68094"/>
                </a:lnTo>
                <a:lnTo>
                  <a:pt x="57091" y="68651"/>
                </a:lnTo>
                <a:lnTo>
                  <a:pt x="58198" y="69197"/>
                </a:lnTo>
                <a:lnTo>
                  <a:pt x="59257" y="69732"/>
                </a:lnTo>
                <a:lnTo>
                  <a:pt x="60269" y="70257"/>
                </a:lnTo>
                <a:lnTo>
                  <a:pt x="61234" y="70770"/>
                </a:lnTo>
                <a:lnTo>
                  <a:pt x="62152" y="71273"/>
                </a:lnTo>
                <a:lnTo>
                  <a:pt x="63022" y="71765"/>
                </a:lnTo>
                <a:lnTo>
                  <a:pt x="63845" y="72245"/>
                </a:lnTo>
                <a:lnTo>
                  <a:pt x="64622" y="72715"/>
                </a:lnTo>
                <a:lnTo>
                  <a:pt x="65350" y="73174"/>
                </a:lnTo>
                <a:lnTo>
                  <a:pt x="66032" y="73623"/>
                </a:lnTo>
                <a:lnTo>
                  <a:pt x="66666" y="74060"/>
                </a:lnTo>
                <a:lnTo>
                  <a:pt x="67253" y="74486"/>
                </a:lnTo>
                <a:lnTo>
                  <a:pt x="67793" y="74902"/>
                </a:lnTo>
                <a:lnTo>
                  <a:pt x="68286" y="75306"/>
                </a:lnTo>
                <a:lnTo>
                  <a:pt x="68732" y="75700"/>
                </a:lnTo>
                <a:lnTo>
                  <a:pt x="69130" y="76082"/>
                </a:lnTo>
                <a:lnTo>
                  <a:pt x="69481" y="76454"/>
                </a:lnTo>
                <a:lnTo>
                  <a:pt x="69795" y="76829"/>
                </a:lnTo>
                <a:lnTo>
                  <a:pt x="70096" y="77208"/>
                </a:lnTo>
                <a:lnTo>
                  <a:pt x="70384" y="77590"/>
                </a:lnTo>
                <a:lnTo>
                  <a:pt x="70658" y="77975"/>
                </a:lnTo>
                <a:lnTo>
                  <a:pt x="70919" y="78363"/>
                </a:lnTo>
                <a:lnTo>
                  <a:pt x="71166" y="78755"/>
                </a:lnTo>
                <a:lnTo>
                  <a:pt x="71400" y="79150"/>
                </a:lnTo>
                <a:lnTo>
                  <a:pt x="71621" y="79548"/>
                </a:lnTo>
                <a:lnTo>
                  <a:pt x="71828" y="79949"/>
                </a:lnTo>
                <a:lnTo>
                  <a:pt x="72022" y="80354"/>
                </a:lnTo>
                <a:lnTo>
                  <a:pt x="72202" y="80762"/>
                </a:lnTo>
                <a:lnTo>
                  <a:pt x="72370" y="81173"/>
                </a:lnTo>
                <a:lnTo>
                  <a:pt x="72523" y="81588"/>
                </a:lnTo>
                <a:lnTo>
                  <a:pt x="72664" y="82006"/>
                </a:lnTo>
                <a:lnTo>
                  <a:pt x="72791" y="82427"/>
                </a:lnTo>
                <a:lnTo>
                  <a:pt x="72905" y="82851"/>
                </a:lnTo>
                <a:lnTo>
                  <a:pt x="73005" y="83279"/>
                </a:lnTo>
                <a:lnTo>
                  <a:pt x="73092" y="83710"/>
                </a:lnTo>
                <a:lnTo>
                  <a:pt x="73165" y="84144"/>
                </a:lnTo>
                <a:lnTo>
                  <a:pt x="73225" y="84582"/>
                </a:lnTo>
                <a:lnTo>
                  <a:pt x="73272" y="85023"/>
                </a:lnTo>
                <a:lnTo>
                  <a:pt x="73306" y="85467"/>
                </a:lnTo>
                <a:lnTo>
                  <a:pt x="73326" y="85914"/>
                </a:lnTo>
                <a:lnTo>
                  <a:pt x="73332" y="86365"/>
                </a:lnTo>
                <a:lnTo>
                  <a:pt x="73320" y="87011"/>
                </a:lnTo>
                <a:lnTo>
                  <a:pt x="73282" y="87651"/>
                </a:lnTo>
                <a:lnTo>
                  <a:pt x="73219" y="88285"/>
                </a:lnTo>
                <a:lnTo>
                  <a:pt x="73130" y="88912"/>
                </a:lnTo>
                <a:lnTo>
                  <a:pt x="73017" y="89534"/>
                </a:lnTo>
                <a:lnTo>
                  <a:pt x="72878" y="90150"/>
                </a:lnTo>
                <a:lnTo>
                  <a:pt x="72714" y="90760"/>
                </a:lnTo>
                <a:lnTo>
                  <a:pt x="72525" y="91364"/>
                </a:lnTo>
                <a:lnTo>
                  <a:pt x="72310" y="91962"/>
                </a:lnTo>
                <a:lnTo>
                  <a:pt x="72070" y="92553"/>
                </a:lnTo>
                <a:lnTo>
                  <a:pt x="71805" y="93139"/>
                </a:lnTo>
                <a:lnTo>
                  <a:pt x="71515" y="93719"/>
                </a:lnTo>
                <a:lnTo>
                  <a:pt x="71199" y="94293"/>
                </a:lnTo>
                <a:lnTo>
                  <a:pt x="70859" y="94861"/>
                </a:lnTo>
                <a:lnTo>
                  <a:pt x="70492" y="95422"/>
                </a:lnTo>
                <a:lnTo>
                  <a:pt x="70101" y="95978"/>
                </a:lnTo>
                <a:lnTo>
                  <a:pt x="69685" y="96528"/>
                </a:lnTo>
                <a:lnTo>
                  <a:pt x="69243" y="97072"/>
                </a:lnTo>
                <a:lnTo>
                  <a:pt x="68776" y="97609"/>
                </a:lnTo>
                <a:lnTo>
                  <a:pt x="68284" y="98141"/>
                </a:lnTo>
                <a:lnTo>
                  <a:pt x="67766" y="98667"/>
                </a:lnTo>
                <a:lnTo>
                  <a:pt x="67223" y="99187"/>
                </a:lnTo>
                <a:lnTo>
                  <a:pt x="66655" y="99700"/>
                </a:lnTo>
                <a:lnTo>
                  <a:pt x="66062" y="100208"/>
                </a:lnTo>
                <a:lnTo>
                  <a:pt x="65445" y="100702"/>
                </a:lnTo>
                <a:lnTo>
                  <a:pt x="64805" y="101176"/>
                </a:lnTo>
                <a:lnTo>
                  <a:pt x="64142" y="101628"/>
                </a:lnTo>
                <a:lnTo>
                  <a:pt x="63456" y="102059"/>
                </a:lnTo>
                <a:lnTo>
                  <a:pt x="62748" y="102469"/>
                </a:lnTo>
                <a:lnTo>
                  <a:pt x="62017" y="102858"/>
                </a:lnTo>
                <a:lnTo>
                  <a:pt x="61263" y="103226"/>
                </a:lnTo>
                <a:lnTo>
                  <a:pt x="60486" y="103573"/>
                </a:lnTo>
                <a:lnTo>
                  <a:pt x="59686" y="103899"/>
                </a:lnTo>
                <a:lnTo>
                  <a:pt x="58864" y="104204"/>
                </a:lnTo>
                <a:lnTo>
                  <a:pt x="58019" y="104488"/>
                </a:lnTo>
                <a:lnTo>
                  <a:pt x="57151" y="104751"/>
                </a:lnTo>
                <a:lnTo>
                  <a:pt x="56260" y="104993"/>
                </a:lnTo>
                <a:lnTo>
                  <a:pt x="55347" y="105214"/>
                </a:lnTo>
                <a:lnTo>
                  <a:pt x="54410" y="105413"/>
                </a:lnTo>
                <a:lnTo>
                  <a:pt x="53451" y="105592"/>
                </a:lnTo>
                <a:lnTo>
                  <a:pt x="52470" y="105750"/>
                </a:lnTo>
                <a:lnTo>
                  <a:pt x="51465" y="105887"/>
                </a:lnTo>
                <a:lnTo>
                  <a:pt x="50437" y="106002"/>
                </a:lnTo>
                <a:lnTo>
                  <a:pt x="49387" y="106097"/>
                </a:lnTo>
                <a:lnTo>
                  <a:pt x="48314" y="106171"/>
                </a:lnTo>
                <a:lnTo>
                  <a:pt x="47218" y="106223"/>
                </a:lnTo>
                <a:lnTo>
                  <a:pt x="46100" y="106255"/>
                </a:lnTo>
                <a:lnTo>
                  <a:pt x="44958" y="106265"/>
                </a:lnTo>
                <a:lnTo>
                  <a:pt x="44151" y="106260"/>
                </a:lnTo>
                <a:lnTo>
                  <a:pt x="43353" y="106244"/>
                </a:lnTo>
                <a:lnTo>
                  <a:pt x="42564" y="106218"/>
                </a:lnTo>
                <a:lnTo>
                  <a:pt x="41784" y="106181"/>
                </a:lnTo>
                <a:lnTo>
                  <a:pt x="41013" y="106134"/>
                </a:lnTo>
                <a:lnTo>
                  <a:pt x="40252" y="106076"/>
                </a:lnTo>
                <a:lnTo>
                  <a:pt x="39500" y="106008"/>
                </a:lnTo>
                <a:lnTo>
                  <a:pt x="38758" y="105929"/>
                </a:lnTo>
                <a:lnTo>
                  <a:pt x="38025" y="105840"/>
                </a:lnTo>
                <a:lnTo>
                  <a:pt x="37300" y="105740"/>
                </a:lnTo>
                <a:lnTo>
                  <a:pt x="36586" y="105630"/>
                </a:lnTo>
                <a:lnTo>
                  <a:pt x="35880" y="105509"/>
                </a:lnTo>
                <a:lnTo>
                  <a:pt x="35184" y="105377"/>
                </a:lnTo>
                <a:lnTo>
                  <a:pt x="34497" y="105236"/>
                </a:lnTo>
                <a:lnTo>
                  <a:pt x="33819" y="105083"/>
                </a:lnTo>
                <a:lnTo>
                  <a:pt x="33151" y="104920"/>
                </a:lnTo>
                <a:lnTo>
                  <a:pt x="32492" y="104747"/>
                </a:lnTo>
                <a:lnTo>
                  <a:pt x="31842" y="104563"/>
                </a:lnTo>
                <a:lnTo>
                  <a:pt x="31202" y="104369"/>
                </a:lnTo>
                <a:lnTo>
                  <a:pt x="30570" y="104164"/>
                </a:lnTo>
                <a:lnTo>
                  <a:pt x="29949" y="103948"/>
                </a:lnTo>
                <a:lnTo>
                  <a:pt x="29336" y="103723"/>
                </a:lnTo>
                <a:lnTo>
                  <a:pt x="28732" y="103486"/>
                </a:lnTo>
                <a:lnTo>
                  <a:pt x="28138" y="103239"/>
                </a:lnTo>
                <a:lnTo>
                  <a:pt x="27556" y="102983"/>
                </a:lnTo>
                <a:lnTo>
                  <a:pt x="26987" y="102717"/>
                </a:lnTo>
                <a:lnTo>
                  <a:pt x="26432" y="102443"/>
                </a:lnTo>
                <a:lnTo>
                  <a:pt x="25892" y="102161"/>
                </a:lnTo>
                <a:lnTo>
                  <a:pt x="25365" y="101869"/>
                </a:lnTo>
                <a:lnTo>
                  <a:pt x="24852" y="101569"/>
                </a:lnTo>
                <a:lnTo>
                  <a:pt x="24353" y="101260"/>
                </a:lnTo>
                <a:lnTo>
                  <a:pt x="23868" y="100942"/>
                </a:lnTo>
                <a:lnTo>
                  <a:pt x="23397" y="100616"/>
                </a:lnTo>
                <a:lnTo>
                  <a:pt x="22939" y="100281"/>
                </a:lnTo>
                <a:lnTo>
                  <a:pt x="22496" y="99937"/>
                </a:lnTo>
                <a:lnTo>
                  <a:pt x="22067" y="99584"/>
                </a:lnTo>
                <a:lnTo>
                  <a:pt x="21651" y="99223"/>
                </a:lnTo>
                <a:lnTo>
                  <a:pt x="21249" y="98853"/>
                </a:lnTo>
                <a:lnTo>
                  <a:pt x="20862" y="98474"/>
                </a:lnTo>
                <a:lnTo>
                  <a:pt x="20488" y="98087"/>
                </a:lnTo>
                <a:lnTo>
                  <a:pt x="20128" y="97690"/>
                </a:lnTo>
                <a:lnTo>
                  <a:pt x="19782" y="97285"/>
                </a:lnTo>
                <a:lnTo>
                  <a:pt x="19450" y="96872"/>
                </a:lnTo>
                <a:lnTo>
                  <a:pt x="19132" y="96449"/>
                </a:lnTo>
                <a:lnTo>
                  <a:pt x="18828" y="96018"/>
                </a:lnTo>
                <a:lnTo>
                  <a:pt x="18538" y="95578"/>
                </a:lnTo>
                <a:lnTo>
                  <a:pt x="18261" y="95129"/>
                </a:lnTo>
                <a:lnTo>
                  <a:pt x="17999" y="94672"/>
                </a:lnTo>
                <a:lnTo>
                  <a:pt x="17749" y="94208"/>
                </a:lnTo>
                <a:lnTo>
                  <a:pt x="17509" y="93741"/>
                </a:lnTo>
                <a:lnTo>
                  <a:pt x="17281" y="93269"/>
                </a:lnTo>
                <a:lnTo>
                  <a:pt x="17062" y="92793"/>
                </a:lnTo>
                <a:lnTo>
                  <a:pt x="16855" y="92314"/>
                </a:lnTo>
                <a:lnTo>
                  <a:pt x="16658" y="91830"/>
                </a:lnTo>
                <a:lnTo>
                  <a:pt x="16472" y="91343"/>
                </a:lnTo>
                <a:lnTo>
                  <a:pt x="16296" y="90851"/>
                </a:lnTo>
                <a:lnTo>
                  <a:pt x="16131" y="90356"/>
                </a:lnTo>
                <a:lnTo>
                  <a:pt x="15977" y="89856"/>
                </a:lnTo>
                <a:lnTo>
                  <a:pt x="15833" y="89353"/>
                </a:lnTo>
                <a:lnTo>
                  <a:pt x="15700" y="88846"/>
                </a:lnTo>
                <a:lnTo>
                  <a:pt x="15578" y="88335"/>
                </a:lnTo>
                <a:lnTo>
                  <a:pt x="15466" y="87819"/>
                </a:lnTo>
                <a:lnTo>
                  <a:pt x="15365" y="87300"/>
                </a:lnTo>
                <a:lnTo>
                  <a:pt x="15274" y="86777"/>
                </a:lnTo>
                <a:lnTo>
                  <a:pt x="15194" y="86250"/>
                </a:lnTo>
                <a:lnTo>
                  <a:pt x="15125" y="85719"/>
                </a:lnTo>
                <a:lnTo>
                  <a:pt x="15067" y="85184"/>
                </a:lnTo>
                <a:lnTo>
                  <a:pt x="15019" y="84645"/>
                </a:lnTo>
                <a:lnTo>
                  <a:pt x="14982" y="84102"/>
                </a:lnTo>
                <a:lnTo>
                  <a:pt x="14955" y="83555"/>
                </a:lnTo>
                <a:lnTo>
                  <a:pt x="14939" y="83005"/>
                </a:lnTo>
                <a:lnTo>
                  <a:pt x="14934" y="82450"/>
                </a:lnTo>
                <a:lnTo>
                  <a:pt x="15091" y="78441"/>
                </a:lnTo>
                <a:lnTo>
                  <a:pt x="0" y="79856"/>
                </a:lnTo>
                <a:lnTo>
                  <a:pt x="28" y="81676"/>
                </a:lnTo>
                <a:lnTo>
                  <a:pt x="99" y="83448"/>
                </a:lnTo>
                <a:lnTo>
                  <a:pt x="212" y="85174"/>
                </a:lnTo>
                <a:lnTo>
                  <a:pt x="368" y="86852"/>
                </a:lnTo>
                <a:close/>
                <a:moveTo>
                  <a:pt x="555430" y="88482"/>
                </a:moveTo>
                <a:lnTo>
                  <a:pt x="555671" y="90066"/>
                </a:lnTo>
                <a:lnTo>
                  <a:pt x="555955" y="91602"/>
                </a:lnTo>
                <a:lnTo>
                  <a:pt x="556282" y="93091"/>
                </a:lnTo>
                <a:lnTo>
                  <a:pt x="556652" y="94533"/>
                </a:lnTo>
                <a:lnTo>
                  <a:pt x="557064" y="95927"/>
                </a:lnTo>
                <a:lnTo>
                  <a:pt x="557519" y="97274"/>
                </a:lnTo>
                <a:lnTo>
                  <a:pt x="558017" y="98574"/>
                </a:lnTo>
                <a:lnTo>
                  <a:pt x="558557" y="99827"/>
                </a:lnTo>
                <a:lnTo>
                  <a:pt x="559140" y="101032"/>
                </a:lnTo>
                <a:lnTo>
                  <a:pt x="559766" y="102191"/>
                </a:lnTo>
                <a:lnTo>
                  <a:pt x="560435" y="103301"/>
                </a:lnTo>
                <a:lnTo>
                  <a:pt x="561146" y="104365"/>
                </a:lnTo>
                <a:lnTo>
                  <a:pt x="561900" y="105381"/>
                </a:lnTo>
                <a:lnTo>
                  <a:pt x="562697" y="106351"/>
                </a:lnTo>
                <a:lnTo>
                  <a:pt x="563536" y="107272"/>
                </a:lnTo>
                <a:lnTo>
                  <a:pt x="564418" y="108147"/>
                </a:lnTo>
                <a:lnTo>
                  <a:pt x="565343" y="108974"/>
                </a:lnTo>
                <a:lnTo>
                  <a:pt x="566311" y="109755"/>
                </a:lnTo>
                <a:lnTo>
                  <a:pt x="567321" y="110487"/>
                </a:lnTo>
                <a:lnTo>
                  <a:pt x="568365" y="111182"/>
                </a:lnTo>
                <a:lnTo>
                  <a:pt x="569434" y="111847"/>
                </a:lnTo>
                <a:lnTo>
                  <a:pt x="570528" y="112482"/>
                </a:lnTo>
                <a:lnTo>
                  <a:pt x="571647" y="113088"/>
                </a:lnTo>
                <a:lnTo>
                  <a:pt x="572791" y="113664"/>
                </a:lnTo>
                <a:lnTo>
                  <a:pt x="573960" y="114211"/>
                </a:lnTo>
                <a:lnTo>
                  <a:pt x="575154" y="114728"/>
                </a:lnTo>
                <a:lnTo>
                  <a:pt x="576373" y="115216"/>
                </a:lnTo>
                <a:lnTo>
                  <a:pt x="577617" y="115674"/>
                </a:lnTo>
                <a:lnTo>
                  <a:pt x="578886" y="116102"/>
                </a:lnTo>
                <a:lnTo>
                  <a:pt x="580179" y="116501"/>
                </a:lnTo>
                <a:lnTo>
                  <a:pt x="581498" y="116871"/>
                </a:lnTo>
                <a:lnTo>
                  <a:pt x="582842" y="117210"/>
                </a:lnTo>
                <a:lnTo>
                  <a:pt x="584211" y="117521"/>
                </a:lnTo>
                <a:lnTo>
                  <a:pt x="585604" y="117801"/>
                </a:lnTo>
                <a:lnTo>
                  <a:pt x="587023" y="118053"/>
                </a:lnTo>
                <a:lnTo>
                  <a:pt x="588467" y="118274"/>
                </a:lnTo>
                <a:lnTo>
                  <a:pt x="589935" y="118466"/>
                </a:lnTo>
                <a:lnTo>
                  <a:pt x="591429" y="118629"/>
                </a:lnTo>
                <a:lnTo>
                  <a:pt x="592947" y="118762"/>
                </a:lnTo>
                <a:lnTo>
                  <a:pt x="594491" y="118865"/>
                </a:lnTo>
                <a:lnTo>
                  <a:pt x="596059" y="118939"/>
                </a:lnTo>
                <a:lnTo>
                  <a:pt x="597653" y="118983"/>
                </a:lnTo>
                <a:lnTo>
                  <a:pt x="599271" y="118998"/>
                </a:lnTo>
                <a:lnTo>
                  <a:pt x="600347" y="118991"/>
                </a:lnTo>
                <a:lnTo>
                  <a:pt x="601413" y="118968"/>
                </a:lnTo>
                <a:lnTo>
                  <a:pt x="602468" y="118931"/>
                </a:lnTo>
                <a:lnTo>
                  <a:pt x="603513" y="118878"/>
                </a:lnTo>
                <a:lnTo>
                  <a:pt x="604549" y="118811"/>
                </a:lnTo>
                <a:lnTo>
                  <a:pt x="605574" y="118728"/>
                </a:lnTo>
                <a:lnTo>
                  <a:pt x="606589" y="118631"/>
                </a:lnTo>
                <a:lnTo>
                  <a:pt x="607594" y="118519"/>
                </a:lnTo>
                <a:lnTo>
                  <a:pt x="608589" y="118391"/>
                </a:lnTo>
                <a:lnTo>
                  <a:pt x="609574" y="118249"/>
                </a:lnTo>
                <a:lnTo>
                  <a:pt x="610548" y="118092"/>
                </a:lnTo>
                <a:lnTo>
                  <a:pt x="611513" y="117919"/>
                </a:lnTo>
                <a:lnTo>
                  <a:pt x="612467" y="117732"/>
                </a:lnTo>
                <a:lnTo>
                  <a:pt x="613412" y="117530"/>
                </a:lnTo>
                <a:lnTo>
                  <a:pt x="614346" y="117312"/>
                </a:lnTo>
                <a:lnTo>
                  <a:pt x="615270" y="117080"/>
                </a:lnTo>
                <a:lnTo>
                  <a:pt x="616185" y="116833"/>
                </a:lnTo>
                <a:lnTo>
                  <a:pt x="617089" y="116571"/>
                </a:lnTo>
                <a:lnTo>
                  <a:pt x="617982" y="116293"/>
                </a:lnTo>
                <a:lnTo>
                  <a:pt x="618866" y="116001"/>
                </a:lnTo>
                <a:lnTo>
                  <a:pt x="619740" y="115694"/>
                </a:lnTo>
                <a:lnTo>
                  <a:pt x="620604" y="115372"/>
                </a:lnTo>
                <a:lnTo>
                  <a:pt x="621457" y="115035"/>
                </a:lnTo>
                <a:lnTo>
                  <a:pt x="622301" y="114683"/>
                </a:lnTo>
                <a:lnTo>
                  <a:pt x="623131" y="114317"/>
                </a:lnTo>
                <a:lnTo>
                  <a:pt x="623947" y="113938"/>
                </a:lnTo>
                <a:lnTo>
                  <a:pt x="624748" y="113547"/>
                </a:lnTo>
                <a:lnTo>
                  <a:pt x="625533" y="113144"/>
                </a:lnTo>
                <a:lnTo>
                  <a:pt x="626303" y="112728"/>
                </a:lnTo>
                <a:lnTo>
                  <a:pt x="627058" y="112300"/>
                </a:lnTo>
                <a:lnTo>
                  <a:pt x="627798" y="111860"/>
                </a:lnTo>
                <a:lnTo>
                  <a:pt x="628523" y="111407"/>
                </a:lnTo>
                <a:lnTo>
                  <a:pt x="629233" y="110942"/>
                </a:lnTo>
                <a:lnTo>
                  <a:pt x="629927" y="110464"/>
                </a:lnTo>
                <a:lnTo>
                  <a:pt x="630606" y="109974"/>
                </a:lnTo>
                <a:lnTo>
                  <a:pt x="631271" y="109472"/>
                </a:lnTo>
                <a:lnTo>
                  <a:pt x="631920" y="108957"/>
                </a:lnTo>
                <a:lnTo>
                  <a:pt x="632554" y="108430"/>
                </a:lnTo>
                <a:lnTo>
                  <a:pt x="633172" y="107890"/>
                </a:lnTo>
                <a:lnTo>
                  <a:pt x="633776" y="107338"/>
                </a:lnTo>
                <a:lnTo>
                  <a:pt x="634364" y="106774"/>
                </a:lnTo>
                <a:lnTo>
                  <a:pt x="634938" y="106197"/>
                </a:lnTo>
                <a:lnTo>
                  <a:pt x="635496" y="105608"/>
                </a:lnTo>
                <a:lnTo>
                  <a:pt x="636039" y="105006"/>
                </a:lnTo>
                <a:lnTo>
                  <a:pt x="636567" y="104392"/>
                </a:lnTo>
                <a:lnTo>
                  <a:pt x="637080" y="103765"/>
                </a:lnTo>
                <a:lnTo>
                  <a:pt x="637577" y="103127"/>
                </a:lnTo>
                <a:lnTo>
                  <a:pt x="638060" y="102475"/>
                </a:lnTo>
                <a:lnTo>
                  <a:pt x="638525" y="101815"/>
                </a:lnTo>
                <a:lnTo>
                  <a:pt x="638970" y="101150"/>
                </a:lnTo>
                <a:lnTo>
                  <a:pt x="639395" y="100480"/>
                </a:lnTo>
                <a:lnTo>
                  <a:pt x="639801" y="99805"/>
                </a:lnTo>
                <a:lnTo>
                  <a:pt x="640187" y="99125"/>
                </a:lnTo>
                <a:lnTo>
                  <a:pt x="640553" y="98440"/>
                </a:lnTo>
                <a:lnTo>
                  <a:pt x="640899" y="97750"/>
                </a:lnTo>
                <a:lnTo>
                  <a:pt x="641225" y="97054"/>
                </a:lnTo>
                <a:lnTo>
                  <a:pt x="641532" y="96354"/>
                </a:lnTo>
                <a:lnTo>
                  <a:pt x="641819" y="95649"/>
                </a:lnTo>
                <a:lnTo>
                  <a:pt x="642086" y="94938"/>
                </a:lnTo>
                <a:lnTo>
                  <a:pt x="642333" y="94223"/>
                </a:lnTo>
                <a:lnTo>
                  <a:pt x="642561" y="93503"/>
                </a:lnTo>
                <a:lnTo>
                  <a:pt x="642769" y="92777"/>
                </a:lnTo>
                <a:lnTo>
                  <a:pt x="642957" y="92047"/>
                </a:lnTo>
                <a:lnTo>
                  <a:pt x="643125" y="91311"/>
                </a:lnTo>
                <a:lnTo>
                  <a:pt x="643273" y="90570"/>
                </a:lnTo>
                <a:lnTo>
                  <a:pt x="643402" y="89825"/>
                </a:lnTo>
                <a:lnTo>
                  <a:pt x="643511" y="89074"/>
                </a:lnTo>
                <a:lnTo>
                  <a:pt x="643600" y="88318"/>
                </a:lnTo>
                <a:lnTo>
                  <a:pt x="643669" y="87558"/>
                </a:lnTo>
                <a:lnTo>
                  <a:pt x="643718" y="86792"/>
                </a:lnTo>
                <a:lnTo>
                  <a:pt x="643748" y="86021"/>
                </a:lnTo>
                <a:lnTo>
                  <a:pt x="643758" y="85245"/>
                </a:lnTo>
                <a:lnTo>
                  <a:pt x="643752" y="84620"/>
                </a:lnTo>
                <a:lnTo>
                  <a:pt x="643735" y="84000"/>
                </a:lnTo>
                <a:lnTo>
                  <a:pt x="643705" y="83386"/>
                </a:lnTo>
                <a:lnTo>
                  <a:pt x="643664" y="82778"/>
                </a:lnTo>
                <a:lnTo>
                  <a:pt x="643611" y="82175"/>
                </a:lnTo>
                <a:lnTo>
                  <a:pt x="643547" y="81578"/>
                </a:lnTo>
                <a:lnTo>
                  <a:pt x="643471" y="80986"/>
                </a:lnTo>
                <a:lnTo>
                  <a:pt x="643382" y="80400"/>
                </a:lnTo>
                <a:lnTo>
                  <a:pt x="643283" y="79820"/>
                </a:lnTo>
                <a:lnTo>
                  <a:pt x="643171" y="79245"/>
                </a:lnTo>
                <a:lnTo>
                  <a:pt x="643048" y="78676"/>
                </a:lnTo>
                <a:lnTo>
                  <a:pt x="642913" y="78112"/>
                </a:lnTo>
                <a:lnTo>
                  <a:pt x="642766" y="77554"/>
                </a:lnTo>
                <a:lnTo>
                  <a:pt x="642608" y="77002"/>
                </a:lnTo>
                <a:lnTo>
                  <a:pt x="642438" y="76455"/>
                </a:lnTo>
                <a:lnTo>
                  <a:pt x="642256" y="75914"/>
                </a:lnTo>
                <a:lnTo>
                  <a:pt x="642062" y="75378"/>
                </a:lnTo>
                <a:lnTo>
                  <a:pt x="641857" y="74848"/>
                </a:lnTo>
                <a:lnTo>
                  <a:pt x="641640" y="74323"/>
                </a:lnTo>
                <a:lnTo>
                  <a:pt x="641411" y="73805"/>
                </a:lnTo>
                <a:lnTo>
                  <a:pt x="641170" y="73291"/>
                </a:lnTo>
                <a:lnTo>
                  <a:pt x="640918" y="72784"/>
                </a:lnTo>
                <a:lnTo>
                  <a:pt x="640654" y="72282"/>
                </a:lnTo>
                <a:lnTo>
                  <a:pt x="640378" y="71785"/>
                </a:lnTo>
                <a:lnTo>
                  <a:pt x="640092" y="71294"/>
                </a:lnTo>
                <a:lnTo>
                  <a:pt x="639795" y="70810"/>
                </a:lnTo>
                <a:lnTo>
                  <a:pt x="639488" y="70331"/>
                </a:lnTo>
                <a:lnTo>
                  <a:pt x="639171" y="69858"/>
                </a:lnTo>
                <a:lnTo>
                  <a:pt x="638844" y="69392"/>
                </a:lnTo>
                <a:lnTo>
                  <a:pt x="638507" y="68932"/>
                </a:lnTo>
                <a:lnTo>
                  <a:pt x="638159" y="68478"/>
                </a:lnTo>
                <a:lnTo>
                  <a:pt x="637802" y="68030"/>
                </a:lnTo>
                <a:lnTo>
                  <a:pt x="637435" y="67588"/>
                </a:lnTo>
                <a:lnTo>
                  <a:pt x="637057" y="67153"/>
                </a:lnTo>
                <a:lnTo>
                  <a:pt x="636669" y="66723"/>
                </a:lnTo>
                <a:lnTo>
                  <a:pt x="636272" y="66300"/>
                </a:lnTo>
                <a:lnTo>
                  <a:pt x="635864" y="65882"/>
                </a:lnTo>
                <a:lnTo>
                  <a:pt x="635446" y="65471"/>
                </a:lnTo>
                <a:lnTo>
                  <a:pt x="635018" y="65066"/>
                </a:lnTo>
                <a:lnTo>
                  <a:pt x="634579" y="64668"/>
                </a:lnTo>
                <a:lnTo>
                  <a:pt x="634131" y="64275"/>
                </a:lnTo>
                <a:lnTo>
                  <a:pt x="633673" y="63888"/>
                </a:lnTo>
                <a:lnTo>
                  <a:pt x="633204" y="63508"/>
                </a:lnTo>
                <a:lnTo>
                  <a:pt x="632726" y="63133"/>
                </a:lnTo>
                <a:lnTo>
                  <a:pt x="632237" y="62765"/>
                </a:lnTo>
                <a:lnTo>
                  <a:pt x="631738" y="62403"/>
                </a:lnTo>
                <a:lnTo>
                  <a:pt x="631230" y="62047"/>
                </a:lnTo>
                <a:lnTo>
                  <a:pt x="630711" y="61697"/>
                </a:lnTo>
                <a:lnTo>
                  <a:pt x="630304" y="61432"/>
                </a:lnTo>
                <a:lnTo>
                  <a:pt x="629871" y="61157"/>
                </a:lnTo>
                <a:lnTo>
                  <a:pt x="629411" y="60875"/>
                </a:lnTo>
                <a:lnTo>
                  <a:pt x="628925" y="60585"/>
                </a:lnTo>
                <a:lnTo>
                  <a:pt x="628411" y="60286"/>
                </a:lnTo>
                <a:lnTo>
                  <a:pt x="627871" y="59980"/>
                </a:lnTo>
                <a:lnTo>
                  <a:pt x="627304" y="59665"/>
                </a:lnTo>
                <a:lnTo>
                  <a:pt x="626711" y="59342"/>
                </a:lnTo>
                <a:lnTo>
                  <a:pt x="626091" y="59010"/>
                </a:lnTo>
                <a:lnTo>
                  <a:pt x="625443" y="58671"/>
                </a:lnTo>
                <a:lnTo>
                  <a:pt x="624770" y="58323"/>
                </a:lnTo>
                <a:lnTo>
                  <a:pt x="624069" y="57968"/>
                </a:lnTo>
                <a:lnTo>
                  <a:pt x="623342" y="57604"/>
                </a:lnTo>
                <a:lnTo>
                  <a:pt x="622588" y="57232"/>
                </a:lnTo>
                <a:lnTo>
                  <a:pt x="621807" y="56851"/>
                </a:lnTo>
                <a:lnTo>
                  <a:pt x="620999" y="56463"/>
                </a:lnTo>
                <a:lnTo>
                  <a:pt x="620165" y="56066"/>
                </a:lnTo>
                <a:lnTo>
                  <a:pt x="619304" y="55662"/>
                </a:lnTo>
                <a:lnTo>
                  <a:pt x="618416" y="55249"/>
                </a:lnTo>
                <a:lnTo>
                  <a:pt x="617502" y="54828"/>
                </a:lnTo>
                <a:lnTo>
                  <a:pt x="616560" y="54398"/>
                </a:lnTo>
                <a:lnTo>
                  <a:pt x="615592" y="53961"/>
                </a:lnTo>
                <a:lnTo>
                  <a:pt x="614598" y="53515"/>
                </a:lnTo>
                <a:lnTo>
                  <a:pt x="613576" y="53061"/>
                </a:lnTo>
                <a:lnTo>
                  <a:pt x="612318" y="52507"/>
                </a:lnTo>
                <a:lnTo>
                  <a:pt x="611100" y="51968"/>
                </a:lnTo>
                <a:lnTo>
                  <a:pt x="609920" y="51444"/>
                </a:lnTo>
                <a:lnTo>
                  <a:pt x="608779" y="50936"/>
                </a:lnTo>
                <a:lnTo>
                  <a:pt x="607678" y="50443"/>
                </a:lnTo>
                <a:lnTo>
                  <a:pt x="606615" y="49966"/>
                </a:lnTo>
                <a:lnTo>
                  <a:pt x="605592" y="49505"/>
                </a:lnTo>
                <a:lnTo>
                  <a:pt x="604607" y="49059"/>
                </a:lnTo>
                <a:lnTo>
                  <a:pt x="603662" y="48628"/>
                </a:lnTo>
                <a:lnTo>
                  <a:pt x="602755" y="48213"/>
                </a:lnTo>
                <a:lnTo>
                  <a:pt x="601888" y="47814"/>
                </a:lnTo>
                <a:lnTo>
                  <a:pt x="601059" y="47430"/>
                </a:lnTo>
                <a:lnTo>
                  <a:pt x="600270" y="47062"/>
                </a:lnTo>
                <a:lnTo>
                  <a:pt x="599520" y="46709"/>
                </a:lnTo>
                <a:lnTo>
                  <a:pt x="598808" y="46371"/>
                </a:lnTo>
                <a:lnTo>
                  <a:pt x="598136" y="46050"/>
                </a:lnTo>
                <a:lnTo>
                  <a:pt x="597503" y="45744"/>
                </a:lnTo>
                <a:lnTo>
                  <a:pt x="596908" y="45453"/>
                </a:lnTo>
                <a:lnTo>
                  <a:pt x="596353" y="45178"/>
                </a:lnTo>
                <a:lnTo>
                  <a:pt x="595837" y="44918"/>
                </a:lnTo>
                <a:lnTo>
                  <a:pt x="595360" y="44674"/>
                </a:lnTo>
                <a:lnTo>
                  <a:pt x="594922" y="44445"/>
                </a:lnTo>
                <a:lnTo>
                  <a:pt x="594522" y="44232"/>
                </a:lnTo>
                <a:lnTo>
                  <a:pt x="594162" y="44035"/>
                </a:lnTo>
                <a:lnTo>
                  <a:pt x="593690" y="43766"/>
                </a:lnTo>
                <a:lnTo>
                  <a:pt x="593231" y="43497"/>
                </a:lnTo>
                <a:lnTo>
                  <a:pt x="592783" y="43227"/>
                </a:lnTo>
                <a:lnTo>
                  <a:pt x="592348" y="42957"/>
                </a:lnTo>
                <a:lnTo>
                  <a:pt x="591925" y="42686"/>
                </a:lnTo>
                <a:lnTo>
                  <a:pt x="591515" y="42415"/>
                </a:lnTo>
                <a:lnTo>
                  <a:pt x="591116" y="42144"/>
                </a:lnTo>
                <a:lnTo>
                  <a:pt x="590730" y="41872"/>
                </a:lnTo>
                <a:lnTo>
                  <a:pt x="590356" y="41600"/>
                </a:lnTo>
                <a:lnTo>
                  <a:pt x="589995" y="41327"/>
                </a:lnTo>
                <a:lnTo>
                  <a:pt x="589646" y="41054"/>
                </a:lnTo>
                <a:lnTo>
                  <a:pt x="589309" y="40780"/>
                </a:lnTo>
                <a:lnTo>
                  <a:pt x="588984" y="40507"/>
                </a:lnTo>
                <a:lnTo>
                  <a:pt x="588672" y="40232"/>
                </a:lnTo>
                <a:lnTo>
                  <a:pt x="588372" y="39958"/>
                </a:lnTo>
                <a:lnTo>
                  <a:pt x="588084" y="39682"/>
                </a:lnTo>
                <a:lnTo>
                  <a:pt x="587809" y="39407"/>
                </a:lnTo>
                <a:lnTo>
                  <a:pt x="587545" y="39131"/>
                </a:lnTo>
                <a:lnTo>
                  <a:pt x="587294" y="38855"/>
                </a:lnTo>
                <a:lnTo>
                  <a:pt x="587056" y="38578"/>
                </a:lnTo>
                <a:lnTo>
                  <a:pt x="586829" y="38301"/>
                </a:lnTo>
                <a:lnTo>
                  <a:pt x="586615" y="38023"/>
                </a:lnTo>
                <a:lnTo>
                  <a:pt x="586413" y="37745"/>
                </a:lnTo>
                <a:lnTo>
                  <a:pt x="586224" y="37467"/>
                </a:lnTo>
                <a:lnTo>
                  <a:pt x="586044" y="37187"/>
                </a:lnTo>
                <a:lnTo>
                  <a:pt x="585872" y="36904"/>
                </a:lnTo>
                <a:lnTo>
                  <a:pt x="585708" y="36617"/>
                </a:lnTo>
                <a:lnTo>
                  <a:pt x="585551" y="36328"/>
                </a:lnTo>
                <a:lnTo>
                  <a:pt x="585402" y="36035"/>
                </a:lnTo>
                <a:lnTo>
                  <a:pt x="585261" y="35739"/>
                </a:lnTo>
                <a:lnTo>
                  <a:pt x="585127" y="35440"/>
                </a:lnTo>
                <a:lnTo>
                  <a:pt x="585001" y="35138"/>
                </a:lnTo>
                <a:lnTo>
                  <a:pt x="584883" y="34833"/>
                </a:lnTo>
                <a:lnTo>
                  <a:pt x="584772" y="34524"/>
                </a:lnTo>
                <a:lnTo>
                  <a:pt x="584669" y="34213"/>
                </a:lnTo>
                <a:lnTo>
                  <a:pt x="584573" y="33898"/>
                </a:lnTo>
                <a:lnTo>
                  <a:pt x="584485" y="33580"/>
                </a:lnTo>
                <a:lnTo>
                  <a:pt x="584405" y="33259"/>
                </a:lnTo>
                <a:lnTo>
                  <a:pt x="584333" y="32935"/>
                </a:lnTo>
                <a:lnTo>
                  <a:pt x="584268" y="32608"/>
                </a:lnTo>
                <a:lnTo>
                  <a:pt x="584210" y="32278"/>
                </a:lnTo>
                <a:lnTo>
                  <a:pt x="584161" y="31944"/>
                </a:lnTo>
                <a:lnTo>
                  <a:pt x="584119" y="31608"/>
                </a:lnTo>
                <a:lnTo>
                  <a:pt x="584084" y="31268"/>
                </a:lnTo>
                <a:lnTo>
                  <a:pt x="584058" y="30925"/>
                </a:lnTo>
                <a:lnTo>
                  <a:pt x="584038" y="30579"/>
                </a:lnTo>
                <a:lnTo>
                  <a:pt x="584027" y="30230"/>
                </a:lnTo>
                <a:lnTo>
                  <a:pt x="584023" y="29877"/>
                </a:lnTo>
                <a:lnTo>
                  <a:pt x="584032" y="29286"/>
                </a:lnTo>
                <a:lnTo>
                  <a:pt x="584060" y="28704"/>
                </a:lnTo>
                <a:lnTo>
                  <a:pt x="584107" y="28133"/>
                </a:lnTo>
                <a:lnTo>
                  <a:pt x="584172" y="27571"/>
                </a:lnTo>
                <a:lnTo>
                  <a:pt x="584255" y="27019"/>
                </a:lnTo>
                <a:lnTo>
                  <a:pt x="584357" y="26477"/>
                </a:lnTo>
                <a:lnTo>
                  <a:pt x="584478" y="25944"/>
                </a:lnTo>
                <a:lnTo>
                  <a:pt x="584617" y="25421"/>
                </a:lnTo>
                <a:lnTo>
                  <a:pt x="584775" y="24909"/>
                </a:lnTo>
                <a:lnTo>
                  <a:pt x="584951" y="24406"/>
                </a:lnTo>
                <a:lnTo>
                  <a:pt x="585146" y="23912"/>
                </a:lnTo>
                <a:lnTo>
                  <a:pt x="585359" y="23429"/>
                </a:lnTo>
                <a:lnTo>
                  <a:pt x="585591" y="22956"/>
                </a:lnTo>
                <a:lnTo>
                  <a:pt x="585842" y="22492"/>
                </a:lnTo>
                <a:lnTo>
                  <a:pt x="586111" y="22038"/>
                </a:lnTo>
                <a:lnTo>
                  <a:pt x="586399" y="21594"/>
                </a:lnTo>
                <a:lnTo>
                  <a:pt x="586705" y="21160"/>
                </a:lnTo>
                <a:lnTo>
                  <a:pt x="587030" y="20735"/>
                </a:lnTo>
                <a:lnTo>
                  <a:pt x="587373" y="20320"/>
                </a:lnTo>
                <a:lnTo>
                  <a:pt x="587735" y="19916"/>
                </a:lnTo>
                <a:lnTo>
                  <a:pt x="588115" y="19521"/>
                </a:lnTo>
                <a:lnTo>
                  <a:pt x="588514" y="19135"/>
                </a:lnTo>
                <a:lnTo>
                  <a:pt x="588932" y="18760"/>
                </a:lnTo>
                <a:lnTo>
                  <a:pt x="589368" y="18395"/>
                </a:lnTo>
                <a:lnTo>
                  <a:pt x="589960" y="17933"/>
                </a:lnTo>
                <a:lnTo>
                  <a:pt x="590572" y="17490"/>
                </a:lnTo>
                <a:lnTo>
                  <a:pt x="591204" y="17068"/>
                </a:lnTo>
                <a:lnTo>
                  <a:pt x="591855" y="16665"/>
                </a:lnTo>
                <a:lnTo>
                  <a:pt x="592525" y="16281"/>
                </a:lnTo>
                <a:lnTo>
                  <a:pt x="593214" y="15918"/>
                </a:lnTo>
                <a:lnTo>
                  <a:pt x="593923" y="15574"/>
                </a:lnTo>
                <a:lnTo>
                  <a:pt x="594651" y="15249"/>
                </a:lnTo>
                <a:lnTo>
                  <a:pt x="595399" y="14945"/>
                </a:lnTo>
                <a:lnTo>
                  <a:pt x="596166" y="14659"/>
                </a:lnTo>
                <a:lnTo>
                  <a:pt x="596952" y="14394"/>
                </a:lnTo>
                <a:lnTo>
                  <a:pt x="597758" y="14148"/>
                </a:lnTo>
                <a:lnTo>
                  <a:pt x="598583" y="13922"/>
                </a:lnTo>
                <a:lnTo>
                  <a:pt x="599428" y="13716"/>
                </a:lnTo>
                <a:lnTo>
                  <a:pt x="600292" y="13529"/>
                </a:lnTo>
                <a:lnTo>
                  <a:pt x="601175" y="13362"/>
                </a:lnTo>
                <a:lnTo>
                  <a:pt x="602078" y="13215"/>
                </a:lnTo>
                <a:lnTo>
                  <a:pt x="603000" y="13087"/>
                </a:lnTo>
                <a:lnTo>
                  <a:pt x="603941" y="12979"/>
                </a:lnTo>
                <a:lnTo>
                  <a:pt x="604902" y="12890"/>
                </a:lnTo>
                <a:lnTo>
                  <a:pt x="605882" y="12821"/>
                </a:lnTo>
                <a:lnTo>
                  <a:pt x="606882" y="12772"/>
                </a:lnTo>
                <a:lnTo>
                  <a:pt x="607901" y="12743"/>
                </a:lnTo>
                <a:lnTo>
                  <a:pt x="608939" y="12733"/>
                </a:lnTo>
                <a:lnTo>
                  <a:pt x="609533" y="12736"/>
                </a:lnTo>
                <a:lnTo>
                  <a:pt x="610121" y="12747"/>
                </a:lnTo>
                <a:lnTo>
                  <a:pt x="610705" y="12764"/>
                </a:lnTo>
                <a:lnTo>
                  <a:pt x="611285" y="12789"/>
                </a:lnTo>
                <a:lnTo>
                  <a:pt x="611859" y="12820"/>
                </a:lnTo>
                <a:lnTo>
                  <a:pt x="612429" y="12859"/>
                </a:lnTo>
                <a:lnTo>
                  <a:pt x="612994" y="12904"/>
                </a:lnTo>
                <a:lnTo>
                  <a:pt x="613554" y="12956"/>
                </a:lnTo>
                <a:lnTo>
                  <a:pt x="614110" y="13016"/>
                </a:lnTo>
                <a:lnTo>
                  <a:pt x="614660" y="13082"/>
                </a:lnTo>
                <a:lnTo>
                  <a:pt x="615206" y="13156"/>
                </a:lnTo>
                <a:lnTo>
                  <a:pt x="615747" y="13236"/>
                </a:lnTo>
                <a:lnTo>
                  <a:pt x="616284" y="13323"/>
                </a:lnTo>
                <a:lnTo>
                  <a:pt x="616815" y="13417"/>
                </a:lnTo>
                <a:lnTo>
                  <a:pt x="617342" y="13519"/>
                </a:lnTo>
                <a:lnTo>
                  <a:pt x="617864" y="13627"/>
                </a:lnTo>
                <a:lnTo>
                  <a:pt x="618381" y="13742"/>
                </a:lnTo>
                <a:lnTo>
                  <a:pt x="618894" y="13865"/>
                </a:lnTo>
                <a:lnTo>
                  <a:pt x="619402" y="13994"/>
                </a:lnTo>
                <a:lnTo>
                  <a:pt x="619904" y="14130"/>
                </a:lnTo>
                <a:lnTo>
                  <a:pt x="620403" y="14273"/>
                </a:lnTo>
                <a:lnTo>
                  <a:pt x="620896" y="14423"/>
                </a:lnTo>
                <a:lnTo>
                  <a:pt x="621385" y="14580"/>
                </a:lnTo>
                <a:lnTo>
                  <a:pt x="621868" y="14745"/>
                </a:lnTo>
                <a:lnTo>
                  <a:pt x="622345" y="14914"/>
                </a:lnTo>
                <a:lnTo>
                  <a:pt x="622814" y="15089"/>
                </a:lnTo>
                <a:lnTo>
                  <a:pt x="623274" y="15268"/>
                </a:lnTo>
                <a:lnTo>
                  <a:pt x="623725" y="15451"/>
                </a:lnTo>
                <a:lnTo>
                  <a:pt x="624168" y="15639"/>
                </a:lnTo>
                <a:lnTo>
                  <a:pt x="624602" y="15832"/>
                </a:lnTo>
                <a:lnTo>
                  <a:pt x="625028" y="16029"/>
                </a:lnTo>
                <a:lnTo>
                  <a:pt x="625445" y="16230"/>
                </a:lnTo>
                <a:lnTo>
                  <a:pt x="625853" y="16436"/>
                </a:lnTo>
                <a:lnTo>
                  <a:pt x="626253" y="16647"/>
                </a:lnTo>
                <a:lnTo>
                  <a:pt x="626644" y="16862"/>
                </a:lnTo>
                <a:lnTo>
                  <a:pt x="627026" y="17082"/>
                </a:lnTo>
                <a:lnTo>
                  <a:pt x="627400" y="17306"/>
                </a:lnTo>
                <a:lnTo>
                  <a:pt x="627766" y="17534"/>
                </a:lnTo>
                <a:lnTo>
                  <a:pt x="628122" y="17768"/>
                </a:lnTo>
                <a:lnTo>
                  <a:pt x="628471" y="18005"/>
                </a:lnTo>
                <a:lnTo>
                  <a:pt x="628810" y="18248"/>
                </a:lnTo>
                <a:lnTo>
                  <a:pt x="629141" y="18494"/>
                </a:lnTo>
                <a:lnTo>
                  <a:pt x="629464" y="18746"/>
                </a:lnTo>
                <a:lnTo>
                  <a:pt x="629777" y="19001"/>
                </a:lnTo>
                <a:lnTo>
                  <a:pt x="630082" y="19262"/>
                </a:lnTo>
                <a:lnTo>
                  <a:pt x="630379" y="19526"/>
                </a:lnTo>
                <a:lnTo>
                  <a:pt x="630667" y="19796"/>
                </a:lnTo>
                <a:lnTo>
                  <a:pt x="630946" y="20070"/>
                </a:lnTo>
                <a:lnTo>
                  <a:pt x="631219" y="20348"/>
                </a:lnTo>
                <a:lnTo>
                  <a:pt x="631485" y="20632"/>
                </a:lnTo>
                <a:lnTo>
                  <a:pt x="631745" y="20921"/>
                </a:lnTo>
                <a:lnTo>
                  <a:pt x="631999" y="21215"/>
                </a:lnTo>
                <a:lnTo>
                  <a:pt x="632247" y="21514"/>
                </a:lnTo>
                <a:lnTo>
                  <a:pt x="632489" y="21819"/>
                </a:lnTo>
                <a:lnTo>
                  <a:pt x="632725" y="22129"/>
                </a:lnTo>
                <a:lnTo>
                  <a:pt x="632955" y="22443"/>
                </a:lnTo>
                <a:lnTo>
                  <a:pt x="633179" y="22764"/>
                </a:lnTo>
                <a:lnTo>
                  <a:pt x="633397" y="23089"/>
                </a:lnTo>
                <a:lnTo>
                  <a:pt x="633609" y="23419"/>
                </a:lnTo>
                <a:lnTo>
                  <a:pt x="633815" y="23755"/>
                </a:lnTo>
                <a:lnTo>
                  <a:pt x="634015" y="24096"/>
                </a:lnTo>
                <a:lnTo>
                  <a:pt x="634209" y="24442"/>
                </a:lnTo>
                <a:lnTo>
                  <a:pt x="634397" y="24794"/>
                </a:lnTo>
                <a:lnTo>
                  <a:pt x="634579" y="25150"/>
                </a:lnTo>
                <a:lnTo>
                  <a:pt x="634755" y="25512"/>
                </a:lnTo>
                <a:lnTo>
                  <a:pt x="634926" y="25879"/>
                </a:lnTo>
                <a:lnTo>
                  <a:pt x="635090" y="26251"/>
                </a:lnTo>
                <a:lnTo>
                  <a:pt x="635248" y="26628"/>
                </a:lnTo>
                <a:lnTo>
                  <a:pt x="635400" y="27011"/>
                </a:lnTo>
                <a:lnTo>
                  <a:pt x="635546" y="27399"/>
                </a:lnTo>
                <a:lnTo>
                  <a:pt x="635686" y="27792"/>
                </a:lnTo>
                <a:lnTo>
                  <a:pt x="635820" y="28190"/>
                </a:lnTo>
                <a:lnTo>
                  <a:pt x="635890" y="28424"/>
                </a:lnTo>
                <a:lnTo>
                  <a:pt x="635958" y="28665"/>
                </a:lnTo>
                <a:lnTo>
                  <a:pt x="636022" y="28913"/>
                </a:lnTo>
                <a:lnTo>
                  <a:pt x="636084" y="29169"/>
                </a:lnTo>
                <a:lnTo>
                  <a:pt x="636142" y="29433"/>
                </a:lnTo>
                <a:lnTo>
                  <a:pt x="636198" y="29703"/>
                </a:lnTo>
                <a:lnTo>
                  <a:pt x="636250" y="29981"/>
                </a:lnTo>
                <a:lnTo>
                  <a:pt x="636300" y="30267"/>
                </a:lnTo>
                <a:lnTo>
                  <a:pt x="636346" y="30560"/>
                </a:lnTo>
                <a:lnTo>
                  <a:pt x="636390" y="30860"/>
                </a:lnTo>
                <a:lnTo>
                  <a:pt x="636430" y="31168"/>
                </a:lnTo>
                <a:lnTo>
                  <a:pt x="636468" y="31483"/>
                </a:lnTo>
                <a:lnTo>
                  <a:pt x="636503" y="31806"/>
                </a:lnTo>
                <a:lnTo>
                  <a:pt x="636534" y="32135"/>
                </a:lnTo>
                <a:lnTo>
                  <a:pt x="636563" y="32473"/>
                </a:lnTo>
                <a:lnTo>
                  <a:pt x="636588" y="32817"/>
                </a:lnTo>
                <a:lnTo>
                  <a:pt x="636611" y="33169"/>
                </a:lnTo>
                <a:lnTo>
                  <a:pt x="636630" y="33529"/>
                </a:lnTo>
                <a:lnTo>
                  <a:pt x="636647" y="33896"/>
                </a:lnTo>
                <a:lnTo>
                  <a:pt x="636660" y="34270"/>
                </a:lnTo>
                <a:lnTo>
                  <a:pt x="636671" y="34652"/>
                </a:lnTo>
                <a:lnTo>
                  <a:pt x="636678" y="35041"/>
                </a:lnTo>
                <a:lnTo>
                  <a:pt x="636683" y="35437"/>
                </a:lnTo>
                <a:lnTo>
                  <a:pt x="636684" y="35841"/>
                </a:lnTo>
                <a:lnTo>
                  <a:pt x="651539" y="34662"/>
                </a:lnTo>
                <a:lnTo>
                  <a:pt x="651546" y="34526"/>
                </a:lnTo>
                <a:lnTo>
                  <a:pt x="651552" y="34393"/>
                </a:lnTo>
                <a:lnTo>
                  <a:pt x="651558" y="34264"/>
                </a:lnTo>
                <a:lnTo>
                  <a:pt x="651563" y="34138"/>
                </a:lnTo>
                <a:lnTo>
                  <a:pt x="651569" y="34015"/>
                </a:lnTo>
                <a:lnTo>
                  <a:pt x="651574" y="33896"/>
                </a:lnTo>
                <a:lnTo>
                  <a:pt x="651578" y="33779"/>
                </a:lnTo>
                <a:lnTo>
                  <a:pt x="651583" y="33666"/>
                </a:lnTo>
                <a:lnTo>
                  <a:pt x="651587" y="33557"/>
                </a:lnTo>
                <a:lnTo>
                  <a:pt x="651591" y="33450"/>
                </a:lnTo>
                <a:lnTo>
                  <a:pt x="651595" y="33347"/>
                </a:lnTo>
                <a:lnTo>
                  <a:pt x="651598" y="33247"/>
                </a:lnTo>
                <a:lnTo>
                  <a:pt x="651601" y="33151"/>
                </a:lnTo>
                <a:lnTo>
                  <a:pt x="651604" y="33057"/>
                </a:lnTo>
                <a:lnTo>
                  <a:pt x="651607" y="32967"/>
                </a:lnTo>
                <a:lnTo>
                  <a:pt x="651609" y="32880"/>
                </a:lnTo>
                <a:lnTo>
                  <a:pt x="651611" y="32797"/>
                </a:lnTo>
                <a:lnTo>
                  <a:pt x="651613" y="32717"/>
                </a:lnTo>
                <a:lnTo>
                  <a:pt x="651614" y="32640"/>
                </a:lnTo>
                <a:lnTo>
                  <a:pt x="651616" y="32566"/>
                </a:lnTo>
                <a:lnTo>
                  <a:pt x="651617" y="32496"/>
                </a:lnTo>
                <a:lnTo>
                  <a:pt x="651617" y="32428"/>
                </a:lnTo>
                <a:lnTo>
                  <a:pt x="651618" y="32365"/>
                </a:lnTo>
                <a:lnTo>
                  <a:pt x="651618" y="32304"/>
                </a:lnTo>
                <a:lnTo>
                  <a:pt x="651610" y="31707"/>
                </a:lnTo>
                <a:lnTo>
                  <a:pt x="651588" y="31107"/>
                </a:lnTo>
                <a:lnTo>
                  <a:pt x="651550" y="30505"/>
                </a:lnTo>
                <a:lnTo>
                  <a:pt x="651497" y="29900"/>
                </a:lnTo>
                <a:lnTo>
                  <a:pt x="651429" y="29293"/>
                </a:lnTo>
                <a:lnTo>
                  <a:pt x="651345" y="28684"/>
                </a:lnTo>
                <a:lnTo>
                  <a:pt x="651247" y="28072"/>
                </a:lnTo>
                <a:lnTo>
                  <a:pt x="651133" y="27457"/>
                </a:lnTo>
                <a:lnTo>
                  <a:pt x="651004" y="26840"/>
                </a:lnTo>
                <a:lnTo>
                  <a:pt x="650861" y="26221"/>
                </a:lnTo>
                <a:lnTo>
                  <a:pt x="650702" y="25599"/>
                </a:lnTo>
                <a:lnTo>
                  <a:pt x="650527" y="24975"/>
                </a:lnTo>
                <a:lnTo>
                  <a:pt x="650338" y="24348"/>
                </a:lnTo>
                <a:lnTo>
                  <a:pt x="650134" y="23719"/>
                </a:lnTo>
                <a:lnTo>
                  <a:pt x="649914" y="23087"/>
                </a:lnTo>
                <a:lnTo>
                  <a:pt x="649679" y="22453"/>
                </a:lnTo>
                <a:lnTo>
                  <a:pt x="649429" y="21816"/>
                </a:lnTo>
                <a:lnTo>
                  <a:pt x="649164" y="21177"/>
                </a:lnTo>
                <a:lnTo>
                  <a:pt x="648884" y="20536"/>
                </a:lnTo>
                <a:lnTo>
                  <a:pt x="648589" y="19892"/>
                </a:lnTo>
                <a:lnTo>
                  <a:pt x="648278" y="19246"/>
                </a:lnTo>
                <a:lnTo>
                  <a:pt x="647952" y="18597"/>
                </a:lnTo>
                <a:lnTo>
                  <a:pt x="647612" y="17945"/>
                </a:lnTo>
                <a:lnTo>
                  <a:pt x="647256" y="17292"/>
                </a:lnTo>
                <a:lnTo>
                  <a:pt x="646883" y="16642"/>
                </a:lnTo>
                <a:lnTo>
                  <a:pt x="646492" y="16004"/>
                </a:lnTo>
                <a:lnTo>
                  <a:pt x="646082" y="15376"/>
                </a:lnTo>
                <a:lnTo>
                  <a:pt x="645654" y="14759"/>
                </a:lnTo>
                <a:lnTo>
                  <a:pt x="645208" y="14153"/>
                </a:lnTo>
                <a:lnTo>
                  <a:pt x="644743" y="13558"/>
                </a:lnTo>
                <a:lnTo>
                  <a:pt x="644260" y="12974"/>
                </a:lnTo>
                <a:lnTo>
                  <a:pt x="643758" y="12401"/>
                </a:lnTo>
                <a:lnTo>
                  <a:pt x="643238" y="11839"/>
                </a:lnTo>
                <a:lnTo>
                  <a:pt x="642699" y="11288"/>
                </a:lnTo>
                <a:lnTo>
                  <a:pt x="642142" y="10747"/>
                </a:lnTo>
                <a:lnTo>
                  <a:pt x="641567" y="10218"/>
                </a:lnTo>
                <a:lnTo>
                  <a:pt x="640973" y="9699"/>
                </a:lnTo>
                <a:lnTo>
                  <a:pt x="640361" y="9192"/>
                </a:lnTo>
                <a:lnTo>
                  <a:pt x="639730" y="8695"/>
                </a:lnTo>
                <a:lnTo>
                  <a:pt x="639081" y="8209"/>
                </a:lnTo>
                <a:lnTo>
                  <a:pt x="638414" y="7734"/>
                </a:lnTo>
                <a:lnTo>
                  <a:pt x="637728" y="7270"/>
                </a:lnTo>
                <a:lnTo>
                  <a:pt x="637024" y="6817"/>
                </a:lnTo>
                <a:lnTo>
                  <a:pt x="636301" y="6375"/>
                </a:lnTo>
                <a:lnTo>
                  <a:pt x="635560" y="5944"/>
                </a:lnTo>
                <a:lnTo>
                  <a:pt x="634800" y="5524"/>
                </a:lnTo>
                <a:lnTo>
                  <a:pt x="634022" y="5114"/>
                </a:lnTo>
                <a:lnTo>
                  <a:pt x="633226" y="4716"/>
                </a:lnTo>
                <a:lnTo>
                  <a:pt x="632413" y="4331"/>
                </a:lnTo>
                <a:lnTo>
                  <a:pt x="631584" y="3963"/>
                </a:lnTo>
                <a:lnTo>
                  <a:pt x="630740" y="3611"/>
                </a:lnTo>
                <a:lnTo>
                  <a:pt x="629881" y="3275"/>
                </a:lnTo>
                <a:lnTo>
                  <a:pt x="629007" y="2956"/>
                </a:lnTo>
                <a:lnTo>
                  <a:pt x="628117" y="2653"/>
                </a:lnTo>
                <a:lnTo>
                  <a:pt x="627212" y="2366"/>
                </a:lnTo>
                <a:lnTo>
                  <a:pt x="626292" y="2096"/>
                </a:lnTo>
                <a:lnTo>
                  <a:pt x="625356" y="1842"/>
                </a:lnTo>
                <a:lnTo>
                  <a:pt x="624405" y="1605"/>
                </a:lnTo>
                <a:lnTo>
                  <a:pt x="623439" y="1384"/>
                </a:lnTo>
                <a:lnTo>
                  <a:pt x="622458" y="1179"/>
                </a:lnTo>
                <a:lnTo>
                  <a:pt x="621461" y="991"/>
                </a:lnTo>
                <a:lnTo>
                  <a:pt x="620449" y="819"/>
                </a:lnTo>
                <a:lnTo>
                  <a:pt x="619422" y="663"/>
                </a:lnTo>
                <a:lnTo>
                  <a:pt x="618379" y="524"/>
                </a:lnTo>
                <a:lnTo>
                  <a:pt x="617322" y="401"/>
                </a:lnTo>
                <a:lnTo>
                  <a:pt x="616249" y="295"/>
                </a:lnTo>
                <a:lnTo>
                  <a:pt x="615160" y="205"/>
                </a:lnTo>
                <a:lnTo>
                  <a:pt x="614057" y="131"/>
                </a:lnTo>
                <a:lnTo>
                  <a:pt x="612938" y="74"/>
                </a:lnTo>
                <a:lnTo>
                  <a:pt x="611803" y="33"/>
                </a:lnTo>
                <a:lnTo>
                  <a:pt x="610654" y="8"/>
                </a:lnTo>
                <a:lnTo>
                  <a:pt x="609489" y="0"/>
                </a:lnTo>
                <a:lnTo>
                  <a:pt x="608511" y="7"/>
                </a:lnTo>
                <a:lnTo>
                  <a:pt x="607541" y="26"/>
                </a:lnTo>
                <a:lnTo>
                  <a:pt x="606579" y="59"/>
                </a:lnTo>
                <a:lnTo>
                  <a:pt x="605626" y="105"/>
                </a:lnTo>
                <a:lnTo>
                  <a:pt x="604681" y="164"/>
                </a:lnTo>
                <a:lnTo>
                  <a:pt x="603744" y="235"/>
                </a:lnTo>
                <a:lnTo>
                  <a:pt x="602816" y="321"/>
                </a:lnTo>
                <a:lnTo>
                  <a:pt x="601896" y="419"/>
                </a:lnTo>
                <a:lnTo>
                  <a:pt x="600984" y="530"/>
                </a:lnTo>
                <a:lnTo>
                  <a:pt x="600080" y="654"/>
                </a:lnTo>
                <a:lnTo>
                  <a:pt x="599185" y="792"/>
                </a:lnTo>
                <a:lnTo>
                  <a:pt x="598299" y="942"/>
                </a:lnTo>
                <a:lnTo>
                  <a:pt x="597420" y="1105"/>
                </a:lnTo>
                <a:lnTo>
                  <a:pt x="596550" y="1282"/>
                </a:lnTo>
                <a:lnTo>
                  <a:pt x="595688" y="1472"/>
                </a:lnTo>
                <a:lnTo>
                  <a:pt x="594835" y="1675"/>
                </a:lnTo>
                <a:lnTo>
                  <a:pt x="593990" y="1890"/>
                </a:lnTo>
                <a:lnTo>
                  <a:pt x="593153" y="2119"/>
                </a:lnTo>
                <a:lnTo>
                  <a:pt x="592324" y="2361"/>
                </a:lnTo>
                <a:lnTo>
                  <a:pt x="591504" y="2617"/>
                </a:lnTo>
                <a:lnTo>
                  <a:pt x="590692" y="2885"/>
                </a:lnTo>
                <a:lnTo>
                  <a:pt x="589889" y="3166"/>
                </a:lnTo>
                <a:lnTo>
                  <a:pt x="589094" y="3460"/>
                </a:lnTo>
                <a:lnTo>
                  <a:pt x="588307" y="3768"/>
                </a:lnTo>
                <a:lnTo>
                  <a:pt x="587532" y="4088"/>
                </a:lnTo>
                <a:lnTo>
                  <a:pt x="586773" y="4419"/>
                </a:lnTo>
                <a:lnTo>
                  <a:pt x="586029" y="4763"/>
                </a:lnTo>
                <a:lnTo>
                  <a:pt x="585301" y="5118"/>
                </a:lnTo>
                <a:lnTo>
                  <a:pt x="584589" y="5484"/>
                </a:lnTo>
                <a:lnTo>
                  <a:pt x="583893" y="5863"/>
                </a:lnTo>
                <a:lnTo>
                  <a:pt x="583212" y="6253"/>
                </a:lnTo>
                <a:lnTo>
                  <a:pt x="582547" y="6655"/>
                </a:lnTo>
                <a:lnTo>
                  <a:pt x="581898" y="7068"/>
                </a:lnTo>
                <a:lnTo>
                  <a:pt x="581264" y="7494"/>
                </a:lnTo>
                <a:lnTo>
                  <a:pt x="580646" y="7931"/>
                </a:lnTo>
                <a:lnTo>
                  <a:pt x="580044" y="8379"/>
                </a:lnTo>
                <a:lnTo>
                  <a:pt x="579458" y="8840"/>
                </a:lnTo>
                <a:lnTo>
                  <a:pt x="578887" y="9312"/>
                </a:lnTo>
                <a:lnTo>
                  <a:pt x="578331" y="9796"/>
                </a:lnTo>
                <a:lnTo>
                  <a:pt x="577792" y="10291"/>
                </a:lnTo>
                <a:lnTo>
                  <a:pt x="577268" y="10799"/>
                </a:lnTo>
                <a:lnTo>
                  <a:pt x="576760" y="11318"/>
                </a:lnTo>
                <a:lnTo>
                  <a:pt x="576268" y="11849"/>
                </a:lnTo>
                <a:lnTo>
                  <a:pt x="575791" y="12391"/>
                </a:lnTo>
                <a:lnTo>
                  <a:pt x="575330" y="12945"/>
                </a:lnTo>
                <a:lnTo>
                  <a:pt x="574885" y="13511"/>
                </a:lnTo>
                <a:lnTo>
                  <a:pt x="574455" y="14089"/>
                </a:lnTo>
                <a:lnTo>
                  <a:pt x="574041" y="14678"/>
                </a:lnTo>
                <a:lnTo>
                  <a:pt x="573643" y="15276"/>
                </a:lnTo>
                <a:lnTo>
                  <a:pt x="573263" y="15881"/>
                </a:lnTo>
                <a:lnTo>
                  <a:pt x="572899" y="16491"/>
                </a:lnTo>
                <a:lnTo>
                  <a:pt x="572552" y="17107"/>
                </a:lnTo>
                <a:lnTo>
                  <a:pt x="572222" y="17729"/>
                </a:lnTo>
                <a:lnTo>
                  <a:pt x="571909" y="18358"/>
                </a:lnTo>
                <a:lnTo>
                  <a:pt x="571613" y="18992"/>
                </a:lnTo>
                <a:lnTo>
                  <a:pt x="571334" y="19632"/>
                </a:lnTo>
                <a:lnTo>
                  <a:pt x="571072" y="20278"/>
                </a:lnTo>
                <a:lnTo>
                  <a:pt x="570826" y="20930"/>
                </a:lnTo>
                <a:lnTo>
                  <a:pt x="570598" y="21588"/>
                </a:lnTo>
                <a:lnTo>
                  <a:pt x="570386" y="22253"/>
                </a:lnTo>
                <a:lnTo>
                  <a:pt x="570192" y="22923"/>
                </a:lnTo>
                <a:lnTo>
                  <a:pt x="570014" y="23599"/>
                </a:lnTo>
                <a:lnTo>
                  <a:pt x="569853" y="24281"/>
                </a:lnTo>
                <a:lnTo>
                  <a:pt x="569709" y="24969"/>
                </a:lnTo>
                <a:lnTo>
                  <a:pt x="569583" y="25663"/>
                </a:lnTo>
                <a:lnTo>
                  <a:pt x="569473" y="26364"/>
                </a:lnTo>
                <a:lnTo>
                  <a:pt x="569380" y="27070"/>
                </a:lnTo>
                <a:lnTo>
                  <a:pt x="569303" y="27782"/>
                </a:lnTo>
                <a:lnTo>
                  <a:pt x="569244" y="28500"/>
                </a:lnTo>
                <a:lnTo>
                  <a:pt x="569202" y="29224"/>
                </a:lnTo>
                <a:lnTo>
                  <a:pt x="569176" y="29954"/>
                </a:lnTo>
                <a:lnTo>
                  <a:pt x="569168" y="30690"/>
                </a:lnTo>
                <a:lnTo>
                  <a:pt x="569174" y="31328"/>
                </a:lnTo>
                <a:lnTo>
                  <a:pt x="569194" y="31961"/>
                </a:lnTo>
                <a:lnTo>
                  <a:pt x="569226" y="32587"/>
                </a:lnTo>
                <a:lnTo>
                  <a:pt x="569271" y="33208"/>
                </a:lnTo>
                <a:lnTo>
                  <a:pt x="569328" y="33822"/>
                </a:lnTo>
                <a:lnTo>
                  <a:pt x="569399" y="34431"/>
                </a:lnTo>
                <a:lnTo>
                  <a:pt x="569482" y="35034"/>
                </a:lnTo>
                <a:lnTo>
                  <a:pt x="569578" y="35631"/>
                </a:lnTo>
                <a:lnTo>
                  <a:pt x="569687" y="36223"/>
                </a:lnTo>
                <a:lnTo>
                  <a:pt x="569809" y="36808"/>
                </a:lnTo>
                <a:lnTo>
                  <a:pt x="569944" y="37388"/>
                </a:lnTo>
                <a:lnTo>
                  <a:pt x="570092" y="37961"/>
                </a:lnTo>
                <a:lnTo>
                  <a:pt x="570252" y="38529"/>
                </a:lnTo>
                <a:lnTo>
                  <a:pt x="570425" y="39091"/>
                </a:lnTo>
                <a:lnTo>
                  <a:pt x="570611" y="39647"/>
                </a:lnTo>
                <a:lnTo>
                  <a:pt x="570810" y="40197"/>
                </a:lnTo>
                <a:lnTo>
                  <a:pt x="571021" y="40742"/>
                </a:lnTo>
                <a:lnTo>
                  <a:pt x="571246" y="41280"/>
                </a:lnTo>
                <a:lnTo>
                  <a:pt x="571483" y="41813"/>
                </a:lnTo>
                <a:lnTo>
                  <a:pt x="571733" y="42340"/>
                </a:lnTo>
                <a:lnTo>
                  <a:pt x="571996" y="42861"/>
                </a:lnTo>
                <a:lnTo>
                  <a:pt x="572272" y="43376"/>
                </a:lnTo>
                <a:lnTo>
                  <a:pt x="572561" y="43885"/>
                </a:lnTo>
                <a:lnTo>
                  <a:pt x="572862" y="44389"/>
                </a:lnTo>
                <a:lnTo>
                  <a:pt x="573177" y="44887"/>
                </a:lnTo>
                <a:lnTo>
                  <a:pt x="573506" y="45383"/>
                </a:lnTo>
                <a:lnTo>
                  <a:pt x="573850" y="45876"/>
                </a:lnTo>
                <a:lnTo>
                  <a:pt x="574207" y="46365"/>
                </a:lnTo>
                <a:lnTo>
                  <a:pt x="574579" y="46852"/>
                </a:lnTo>
                <a:lnTo>
                  <a:pt x="574965" y="47335"/>
                </a:lnTo>
                <a:lnTo>
                  <a:pt x="575365" y="47815"/>
                </a:lnTo>
                <a:lnTo>
                  <a:pt x="575779" y="48292"/>
                </a:lnTo>
                <a:lnTo>
                  <a:pt x="576207" y="48765"/>
                </a:lnTo>
                <a:lnTo>
                  <a:pt x="576650" y="49236"/>
                </a:lnTo>
                <a:lnTo>
                  <a:pt x="577107" y="49704"/>
                </a:lnTo>
                <a:lnTo>
                  <a:pt x="577578" y="50168"/>
                </a:lnTo>
                <a:lnTo>
                  <a:pt x="578063" y="50629"/>
                </a:lnTo>
                <a:lnTo>
                  <a:pt x="578563" y="51087"/>
                </a:lnTo>
                <a:lnTo>
                  <a:pt x="579076" y="51542"/>
                </a:lnTo>
                <a:lnTo>
                  <a:pt x="579604" y="51994"/>
                </a:lnTo>
                <a:lnTo>
                  <a:pt x="580146" y="52443"/>
                </a:lnTo>
                <a:lnTo>
                  <a:pt x="580702" y="52888"/>
                </a:lnTo>
                <a:lnTo>
                  <a:pt x="581273" y="53331"/>
                </a:lnTo>
                <a:lnTo>
                  <a:pt x="581857" y="53770"/>
                </a:lnTo>
                <a:lnTo>
                  <a:pt x="582456" y="54206"/>
                </a:lnTo>
                <a:lnTo>
                  <a:pt x="583069" y="54639"/>
                </a:lnTo>
                <a:lnTo>
                  <a:pt x="583696" y="55069"/>
                </a:lnTo>
                <a:lnTo>
                  <a:pt x="584338" y="55495"/>
                </a:lnTo>
                <a:lnTo>
                  <a:pt x="584765" y="55762"/>
                </a:lnTo>
                <a:lnTo>
                  <a:pt x="585223" y="56038"/>
                </a:lnTo>
                <a:lnTo>
                  <a:pt x="585711" y="56323"/>
                </a:lnTo>
                <a:lnTo>
                  <a:pt x="586228" y="56618"/>
                </a:lnTo>
                <a:lnTo>
                  <a:pt x="586776" y="56923"/>
                </a:lnTo>
                <a:lnTo>
                  <a:pt x="587354" y="57237"/>
                </a:lnTo>
                <a:lnTo>
                  <a:pt x="587962" y="57560"/>
                </a:lnTo>
                <a:lnTo>
                  <a:pt x="588599" y="57894"/>
                </a:lnTo>
                <a:lnTo>
                  <a:pt x="589267" y="58236"/>
                </a:lnTo>
                <a:lnTo>
                  <a:pt x="589965" y="58589"/>
                </a:lnTo>
                <a:lnTo>
                  <a:pt x="590693" y="58950"/>
                </a:lnTo>
                <a:lnTo>
                  <a:pt x="591451" y="59322"/>
                </a:lnTo>
                <a:lnTo>
                  <a:pt x="592239" y="59703"/>
                </a:lnTo>
                <a:lnTo>
                  <a:pt x="593057" y="60093"/>
                </a:lnTo>
                <a:lnTo>
                  <a:pt x="593904" y="60493"/>
                </a:lnTo>
                <a:lnTo>
                  <a:pt x="594782" y="60902"/>
                </a:lnTo>
                <a:lnTo>
                  <a:pt x="595690" y="61321"/>
                </a:lnTo>
                <a:lnTo>
                  <a:pt x="596628" y="61750"/>
                </a:lnTo>
                <a:lnTo>
                  <a:pt x="597596" y="62188"/>
                </a:lnTo>
                <a:lnTo>
                  <a:pt x="598594" y="62636"/>
                </a:lnTo>
                <a:lnTo>
                  <a:pt x="599622" y="63093"/>
                </a:lnTo>
                <a:lnTo>
                  <a:pt x="600681" y="63560"/>
                </a:lnTo>
                <a:lnTo>
                  <a:pt x="601769" y="64036"/>
                </a:lnTo>
                <a:lnTo>
                  <a:pt x="602887" y="64522"/>
                </a:lnTo>
                <a:lnTo>
                  <a:pt x="604324" y="65145"/>
                </a:lnTo>
                <a:lnTo>
                  <a:pt x="605714" y="65756"/>
                </a:lnTo>
                <a:lnTo>
                  <a:pt x="607056" y="66357"/>
                </a:lnTo>
                <a:lnTo>
                  <a:pt x="608352" y="66947"/>
                </a:lnTo>
                <a:lnTo>
                  <a:pt x="609600" y="67526"/>
                </a:lnTo>
                <a:lnTo>
                  <a:pt x="610801" y="68094"/>
                </a:lnTo>
                <a:lnTo>
                  <a:pt x="611954" y="68651"/>
                </a:lnTo>
                <a:lnTo>
                  <a:pt x="613061" y="69197"/>
                </a:lnTo>
                <a:lnTo>
                  <a:pt x="614120" y="69732"/>
                </a:lnTo>
                <a:lnTo>
                  <a:pt x="615132" y="70257"/>
                </a:lnTo>
                <a:lnTo>
                  <a:pt x="616097" y="70770"/>
                </a:lnTo>
                <a:lnTo>
                  <a:pt x="617015" y="71273"/>
                </a:lnTo>
                <a:lnTo>
                  <a:pt x="617885" y="71765"/>
                </a:lnTo>
                <a:lnTo>
                  <a:pt x="618709" y="72245"/>
                </a:lnTo>
                <a:lnTo>
                  <a:pt x="619485" y="72715"/>
                </a:lnTo>
                <a:lnTo>
                  <a:pt x="620213" y="73174"/>
                </a:lnTo>
                <a:lnTo>
                  <a:pt x="620895" y="73623"/>
                </a:lnTo>
                <a:lnTo>
                  <a:pt x="621529" y="74060"/>
                </a:lnTo>
                <a:lnTo>
                  <a:pt x="622117" y="74486"/>
                </a:lnTo>
                <a:lnTo>
                  <a:pt x="622656" y="74902"/>
                </a:lnTo>
                <a:lnTo>
                  <a:pt x="623149" y="75306"/>
                </a:lnTo>
                <a:lnTo>
                  <a:pt x="623595" y="75700"/>
                </a:lnTo>
                <a:lnTo>
                  <a:pt x="623993" y="76082"/>
                </a:lnTo>
                <a:lnTo>
                  <a:pt x="624344" y="76454"/>
                </a:lnTo>
                <a:lnTo>
                  <a:pt x="624658" y="76829"/>
                </a:lnTo>
                <a:lnTo>
                  <a:pt x="624959" y="77208"/>
                </a:lnTo>
                <a:lnTo>
                  <a:pt x="625247" y="77590"/>
                </a:lnTo>
                <a:lnTo>
                  <a:pt x="625521" y="77975"/>
                </a:lnTo>
                <a:lnTo>
                  <a:pt x="625782" y="78363"/>
                </a:lnTo>
                <a:lnTo>
                  <a:pt x="626029" y="78755"/>
                </a:lnTo>
                <a:lnTo>
                  <a:pt x="626263" y="79150"/>
                </a:lnTo>
                <a:lnTo>
                  <a:pt x="626484" y="79548"/>
                </a:lnTo>
                <a:lnTo>
                  <a:pt x="626691" y="79949"/>
                </a:lnTo>
                <a:lnTo>
                  <a:pt x="626885" y="80354"/>
                </a:lnTo>
                <a:lnTo>
                  <a:pt x="627066" y="80762"/>
                </a:lnTo>
                <a:lnTo>
                  <a:pt x="627233" y="81173"/>
                </a:lnTo>
                <a:lnTo>
                  <a:pt x="627386" y="81588"/>
                </a:lnTo>
                <a:lnTo>
                  <a:pt x="627527" y="82006"/>
                </a:lnTo>
                <a:lnTo>
                  <a:pt x="627654" y="82427"/>
                </a:lnTo>
                <a:lnTo>
                  <a:pt x="627768" y="82851"/>
                </a:lnTo>
                <a:lnTo>
                  <a:pt x="627868" y="83279"/>
                </a:lnTo>
                <a:lnTo>
                  <a:pt x="627955" y="83710"/>
                </a:lnTo>
                <a:lnTo>
                  <a:pt x="628028" y="84144"/>
                </a:lnTo>
                <a:lnTo>
                  <a:pt x="628089" y="84582"/>
                </a:lnTo>
                <a:lnTo>
                  <a:pt x="628135" y="85023"/>
                </a:lnTo>
                <a:lnTo>
                  <a:pt x="628169" y="85467"/>
                </a:lnTo>
                <a:lnTo>
                  <a:pt x="628189" y="85914"/>
                </a:lnTo>
                <a:lnTo>
                  <a:pt x="628196" y="86365"/>
                </a:lnTo>
                <a:lnTo>
                  <a:pt x="628183" y="87011"/>
                </a:lnTo>
                <a:lnTo>
                  <a:pt x="628145" y="87651"/>
                </a:lnTo>
                <a:lnTo>
                  <a:pt x="628082" y="88285"/>
                </a:lnTo>
                <a:lnTo>
                  <a:pt x="627994" y="88912"/>
                </a:lnTo>
                <a:lnTo>
                  <a:pt x="627880" y="89534"/>
                </a:lnTo>
                <a:lnTo>
                  <a:pt x="627741" y="90150"/>
                </a:lnTo>
                <a:lnTo>
                  <a:pt x="627577" y="90760"/>
                </a:lnTo>
                <a:lnTo>
                  <a:pt x="627388" y="91364"/>
                </a:lnTo>
                <a:lnTo>
                  <a:pt x="627173" y="91962"/>
                </a:lnTo>
                <a:lnTo>
                  <a:pt x="626933" y="92553"/>
                </a:lnTo>
                <a:lnTo>
                  <a:pt x="626668" y="93139"/>
                </a:lnTo>
                <a:lnTo>
                  <a:pt x="626378" y="93719"/>
                </a:lnTo>
                <a:lnTo>
                  <a:pt x="626062" y="94293"/>
                </a:lnTo>
                <a:lnTo>
                  <a:pt x="625722" y="94861"/>
                </a:lnTo>
                <a:lnTo>
                  <a:pt x="625356" y="95422"/>
                </a:lnTo>
                <a:lnTo>
                  <a:pt x="624964" y="95978"/>
                </a:lnTo>
                <a:lnTo>
                  <a:pt x="624548" y="96528"/>
                </a:lnTo>
                <a:lnTo>
                  <a:pt x="624106" y="97072"/>
                </a:lnTo>
                <a:lnTo>
                  <a:pt x="623639" y="97609"/>
                </a:lnTo>
                <a:lnTo>
                  <a:pt x="623147" y="98141"/>
                </a:lnTo>
                <a:lnTo>
                  <a:pt x="622629" y="98667"/>
                </a:lnTo>
                <a:lnTo>
                  <a:pt x="622086" y="99187"/>
                </a:lnTo>
                <a:lnTo>
                  <a:pt x="621518" y="99700"/>
                </a:lnTo>
                <a:lnTo>
                  <a:pt x="620925" y="100208"/>
                </a:lnTo>
                <a:lnTo>
                  <a:pt x="620308" y="100702"/>
                </a:lnTo>
                <a:lnTo>
                  <a:pt x="619668" y="101176"/>
                </a:lnTo>
                <a:lnTo>
                  <a:pt x="619005" y="101628"/>
                </a:lnTo>
                <a:lnTo>
                  <a:pt x="618319" y="102059"/>
                </a:lnTo>
                <a:lnTo>
                  <a:pt x="617611" y="102469"/>
                </a:lnTo>
                <a:lnTo>
                  <a:pt x="616880" y="102858"/>
                </a:lnTo>
                <a:lnTo>
                  <a:pt x="616126" y="103226"/>
                </a:lnTo>
                <a:lnTo>
                  <a:pt x="615349" y="103573"/>
                </a:lnTo>
                <a:lnTo>
                  <a:pt x="614549" y="103899"/>
                </a:lnTo>
                <a:lnTo>
                  <a:pt x="613727" y="104204"/>
                </a:lnTo>
                <a:lnTo>
                  <a:pt x="612882" y="104488"/>
                </a:lnTo>
                <a:lnTo>
                  <a:pt x="612014" y="104751"/>
                </a:lnTo>
                <a:lnTo>
                  <a:pt x="611123" y="104993"/>
                </a:lnTo>
                <a:lnTo>
                  <a:pt x="610210" y="105214"/>
                </a:lnTo>
                <a:lnTo>
                  <a:pt x="609274" y="105413"/>
                </a:lnTo>
                <a:lnTo>
                  <a:pt x="608314" y="105592"/>
                </a:lnTo>
                <a:lnTo>
                  <a:pt x="607333" y="105750"/>
                </a:lnTo>
                <a:lnTo>
                  <a:pt x="606328" y="105887"/>
                </a:lnTo>
                <a:lnTo>
                  <a:pt x="605300" y="106002"/>
                </a:lnTo>
                <a:lnTo>
                  <a:pt x="604250" y="106097"/>
                </a:lnTo>
                <a:lnTo>
                  <a:pt x="603177" y="106171"/>
                </a:lnTo>
                <a:lnTo>
                  <a:pt x="602081" y="106223"/>
                </a:lnTo>
                <a:lnTo>
                  <a:pt x="600963" y="106255"/>
                </a:lnTo>
                <a:lnTo>
                  <a:pt x="599821" y="106265"/>
                </a:lnTo>
                <a:lnTo>
                  <a:pt x="599014" y="106260"/>
                </a:lnTo>
                <a:lnTo>
                  <a:pt x="598216" y="106244"/>
                </a:lnTo>
                <a:lnTo>
                  <a:pt x="597427" y="106218"/>
                </a:lnTo>
                <a:lnTo>
                  <a:pt x="596647" y="106181"/>
                </a:lnTo>
                <a:lnTo>
                  <a:pt x="595876" y="106134"/>
                </a:lnTo>
                <a:lnTo>
                  <a:pt x="595115" y="106076"/>
                </a:lnTo>
                <a:lnTo>
                  <a:pt x="594363" y="106008"/>
                </a:lnTo>
                <a:lnTo>
                  <a:pt x="593621" y="105929"/>
                </a:lnTo>
                <a:lnTo>
                  <a:pt x="592888" y="105840"/>
                </a:lnTo>
                <a:lnTo>
                  <a:pt x="592164" y="105740"/>
                </a:lnTo>
                <a:lnTo>
                  <a:pt x="591449" y="105630"/>
                </a:lnTo>
                <a:lnTo>
                  <a:pt x="590743" y="105509"/>
                </a:lnTo>
                <a:lnTo>
                  <a:pt x="590047" y="105377"/>
                </a:lnTo>
                <a:lnTo>
                  <a:pt x="589360" y="105236"/>
                </a:lnTo>
                <a:lnTo>
                  <a:pt x="588683" y="105083"/>
                </a:lnTo>
                <a:lnTo>
                  <a:pt x="588014" y="104920"/>
                </a:lnTo>
                <a:lnTo>
                  <a:pt x="587355" y="104747"/>
                </a:lnTo>
                <a:lnTo>
                  <a:pt x="586705" y="104563"/>
                </a:lnTo>
                <a:lnTo>
                  <a:pt x="586065" y="104369"/>
                </a:lnTo>
                <a:lnTo>
                  <a:pt x="585434" y="104164"/>
                </a:lnTo>
                <a:lnTo>
                  <a:pt x="584812" y="103948"/>
                </a:lnTo>
                <a:lnTo>
                  <a:pt x="584199" y="103723"/>
                </a:lnTo>
                <a:lnTo>
                  <a:pt x="583595" y="103486"/>
                </a:lnTo>
                <a:lnTo>
                  <a:pt x="583001" y="103239"/>
                </a:lnTo>
                <a:lnTo>
                  <a:pt x="582419" y="102983"/>
                </a:lnTo>
                <a:lnTo>
                  <a:pt x="581850" y="102717"/>
                </a:lnTo>
                <a:lnTo>
                  <a:pt x="581296" y="102443"/>
                </a:lnTo>
                <a:lnTo>
                  <a:pt x="580755" y="102161"/>
                </a:lnTo>
                <a:lnTo>
                  <a:pt x="580228" y="101869"/>
                </a:lnTo>
                <a:lnTo>
                  <a:pt x="579715" y="101569"/>
                </a:lnTo>
                <a:lnTo>
                  <a:pt x="579216" y="101260"/>
                </a:lnTo>
                <a:lnTo>
                  <a:pt x="578731" y="100942"/>
                </a:lnTo>
                <a:lnTo>
                  <a:pt x="578260" y="100616"/>
                </a:lnTo>
                <a:lnTo>
                  <a:pt x="577802" y="100281"/>
                </a:lnTo>
                <a:lnTo>
                  <a:pt x="577359" y="99937"/>
                </a:lnTo>
                <a:lnTo>
                  <a:pt x="576930" y="99584"/>
                </a:lnTo>
                <a:lnTo>
                  <a:pt x="576514" y="99223"/>
                </a:lnTo>
                <a:lnTo>
                  <a:pt x="576113" y="98853"/>
                </a:lnTo>
                <a:lnTo>
                  <a:pt x="575725" y="98474"/>
                </a:lnTo>
                <a:lnTo>
                  <a:pt x="575351" y="98087"/>
                </a:lnTo>
                <a:lnTo>
                  <a:pt x="574991" y="97690"/>
                </a:lnTo>
                <a:lnTo>
                  <a:pt x="574645" y="97285"/>
                </a:lnTo>
                <a:lnTo>
                  <a:pt x="574313" y="96872"/>
                </a:lnTo>
                <a:lnTo>
                  <a:pt x="573995" y="96449"/>
                </a:lnTo>
                <a:lnTo>
                  <a:pt x="573691" y="96018"/>
                </a:lnTo>
                <a:lnTo>
                  <a:pt x="573401" y="95578"/>
                </a:lnTo>
                <a:lnTo>
                  <a:pt x="573125" y="95129"/>
                </a:lnTo>
                <a:lnTo>
                  <a:pt x="572862" y="94672"/>
                </a:lnTo>
                <a:lnTo>
                  <a:pt x="572612" y="94208"/>
                </a:lnTo>
                <a:lnTo>
                  <a:pt x="572373" y="93741"/>
                </a:lnTo>
                <a:lnTo>
                  <a:pt x="572144" y="93269"/>
                </a:lnTo>
                <a:lnTo>
                  <a:pt x="571925" y="92793"/>
                </a:lnTo>
                <a:lnTo>
                  <a:pt x="571718" y="92314"/>
                </a:lnTo>
                <a:lnTo>
                  <a:pt x="571521" y="91830"/>
                </a:lnTo>
                <a:lnTo>
                  <a:pt x="571335" y="91343"/>
                </a:lnTo>
                <a:lnTo>
                  <a:pt x="571159" y="90851"/>
                </a:lnTo>
                <a:lnTo>
                  <a:pt x="570994" y="90356"/>
                </a:lnTo>
                <a:lnTo>
                  <a:pt x="570840" y="89856"/>
                </a:lnTo>
                <a:lnTo>
                  <a:pt x="570696" y="89353"/>
                </a:lnTo>
                <a:lnTo>
                  <a:pt x="570563" y="88846"/>
                </a:lnTo>
                <a:lnTo>
                  <a:pt x="570441" y="88335"/>
                </a:lnTo>
                <a:lnTo>
                  <a:pt x="570329" y="87819"/>
                </a:lnTo>
                <a:lnTo>
                  <a:pt x="570228" y="87300"/>
                </a:lnTo>
                <a:lnTo>
                  <a:pt x="570137" y="86777"/>
                </a:lnTo>
                <a:lnTo>
                  <a:pt x="570058" y="86250"/>
                </a:lnTo>
                <a:lnTo>
                  <a:pt x="569988" y="85719"/>
                </a:lnTo>
                <a:lnTo>
                  <a:pt x="569930" y="85184"/>
                </a:lnTo>
                <a:lnTo>
                  <a:pt x="569882" y="84645"/>
                </a:lnTo>
                <a:lnTo>
                  <a:pt x="569845" y="84102"/>
                </a:lnTo>
                <a:lnTo>
                  <a:pt x="569818" y="83555"/>
                </a:lnTo>
                <a:lnTo>
                  <a:pt x="569802" y="83005"/>
                </a:lnTo>
                <a:lnTo>
                  <a:pt x="569797" y="82450"/>
                </a:lnTo>
                <a:lnTo>
                  <a:pt x="569954" y="78441"/>
                </a:lnTo>
                <a:lnTo>
                  <a:pt x="554863" y="79856"/>
                </a:lnTo>
                <a:lnTo>
                  <a:pt x="554891" y="81676"/>
                </a:lnTo>
                <a:lnTo>
                  <a:pt x="554962" y="83448"/>
                </a:lnTo>
                <a:lnTo>
                  <a:pt x="555075" y="85174"/>
                </a:lnTo>
                <a:lnTo>
                  <a:pt x="555231" y="86852"/>
                </a:lnTo>
                <a:lnTo>
                  <a:pt x="555430" y="88482"/>
                </a:lnTo>
                <a:close/>
                <a:moveTo>
                  <a:pt x="133057" y="105874"/>
                </a:moveTo>
                <a:lnTo>
                  <a:pt x="132730" y="105931"/>
                </a:lnTo>
                <a:lnTo>
                  <a:pt x="132399" y="105984"/>
                </a:lnTo>
                <a:lnTo>
                  <a:pt x="132065" y="106034"/>
                </a:lnTo>
                <a:lnTo>
                  <a:pt x="131727" y="106081"/>
                </a:lnTo>
                <a:lnTo>
                  <a:pt x="131385" y="106125"/>
                </a:lnTo>
                <a:lnTo>
                  <a:pt x="131040" y="106166"/>
                </a:lnTo>
                <a:lnTo>
                  <a:pt x="130691" y="106204"/>
                </a:lnTo>
                <a:lnTo>
                  <a:pt x="130339" y="106239"/>
                </a:lnTo>
                <a:lnTo>
                  <a:pt x="129983" y="106271"/>
                </a:lnTo>
                <a:lnTo>
                  <a:pt x="129624" y="106299"/>
                </a:lnTo>
                <a:lnTo>
                  <a:pt x="129261" y="106325"/>
                </a:lnTo>
                <a:lnTo>
                  <a:pt x="128895" y="106348"/>
                </a:lnTo>
                <a:lnTo>
                  <a:pt x="128525" y="106368"/>
                </a:lnTo>
                <a:lnTo>
                  <a:pt x="128151" y="106384"/>
                </a:lnTo>
                <a:lnTo>
                  <a:pt x="127774" y="106398"/>
                </a:lnTo>
                <a:lnTo>
                  <a:pt x="127394" y="106409"/>
                </a:lnTo>
                <a:lnTo>
                  <a:pt x="127010" y="106416"/>
                </a:lnTo>
                <a:lnTo>
                  <a:pt x="126622" y="106421"/>
                </a:lnTo>
                <a:lnTo>
                  <a:pt x="126231" y="106422"/>
                </a:lnTo>
                <a:lnTo>
                  <a:pt x="125959" y="106420"/>
                </a:lnTo>
                <a:lnTo>
                  <a:pt x="125693" y="106413"/>
                </a:lnTo>
                <a:lnTo>
                  <a:pt x="125434" y="106402"/>
                </a:lnTo>
                <a:lnTo>
                  <a:pt x="125182" y="106385"/>
                </a:lnTo>
                <a:lnTo>
                  <a:pt x="124935" y="106365"/>
                </a:lnTo>
                <a:lnTo>
                  <a:pt x="124696" y="106339"/>
                </a:lnTo>
                <a:lnTo>
                  <a:pt x="124462" y="106309"/>
                </a:lnTo>
                <a:lnTo>
                  <a:pt x="124235" y="106274"/>
                </a:lnTo>
                <a:lnTo>
                  <a:pt x="124015" y="106235"/>
                </a:lnTo>
                <a:lnTo>
                  <a:pt x="123801" y="106191"/>
                </a:lnTo>
                <a:lnTo>
                  <a:pt x="123593" y="106142"/>
                </a:lnTo>
                <a:lnTo>
                  <a:pt x="123391" y="106089"/>
                </a:lnTo>
                <a:lnTo>
                  <a:pt x="123196" y="106031"/>
                </a:lnTo>
                <a:lnTo>
                  <a:pt x="123008" y="105969"/>
                </a:lnTo>
                <a:lnTo>
                  <a:pt x="122826" y="105901"/>
                </a:lnTo>
                <a:lnTo>
                  <a:pt x="122650" y="105830"/>
                </a:lnTo>
                <a:lnTo>
                  <a:pt x="122481" y="105753"/>
                </a:lnTo>
                <a:lnTo>
                  <a:pt x="122318" y="105672"/>
                </a:lnTo>
                <a:lnTo>
                  <a:pt x="122162" y="105587"/>
                </a:lnTo>
                <a:lnTo>
                  <a:pt x="122012" y="105496"/>
                </a:lnTo>
                <a:lnTo>
                  <a:pt x="121868" y="105401"/>
                </a:lnTo>
                <a:lnTo>
                  <a:pt x="121731" y="105302"/>
                </a:lnTo>
                <a:lnTo>
                  <a:pt x="121600" y="105198"/>
                </a:lnTo>
                <a:lnTo>
                  <a:pt x="121476" y="105089"/>
                </a:lnTo>
                <a:lnTo>
                  <a:pt x="121357" y="104975"/>
                </a:lnTo>
                <a:lnTo>
                  <a:pt x="121243" y="104858"/>
                </a:lnTo>
                <a:lnTo>
                  <a:pt x="121135" y="104736"/>
                </a:lnTo>
                <a:lnTo>
                  <a:pt x="121031" y="104611"/>
                </a:lnTo>
                <a:lnTo>
                  <a:pt x="120933" y="104481"/>
                </a:lnTo>
                <a:lnTo>
                  <a:pt x="120839" y="104347"/>
                </a:lnTo>
                <a:lnTo>
                  <a:pt x="120751" y="104209"/>
                </a:lnTo>
                <a:lnTo>
                  <a:pt x="120668" y="104067"/>
                </a:lnTo>
                <a:lnTo>
                  <a:pt x="120589" y="103921"/>
                </a:lnTo>
                <a:lnTo>
                  <a:pt x="120516" y="103771"/>
                </a:lnTo>
                <a:lnTo>
                  <a:pt x="120448" y="103617"/>
                </a:lnTo>
                <a:lnTo>
                  <a:pt x="120385" y="103459"/>
                </a:lnTo>
                <a:lnTo>
                  <a:pt x="120327" y="103297"/>
                </a:lnTo>
                <a:lnTo>
                  <a:pt x="120274" y="103130"/>
                </a:lnTo>
                <a:lnTo>
                  <a:pt x="120226" y="102960"/>
                </a:lnTo>
                <a:lnTo>
                  <a:pt x="120183" y="102785"/>
                </a:lnTo>
                <a:lnTo>
                  <a:pt x="120145" y="102607"/>
                </a:lnTo>
                <a:lnTo>
                  <a:pt x="120112" y="102424"/>
                </a:lnTo>
                <a:lnTo>
                  <a:pt x="120085" y="102237"/>
                </a:lnTo>
                <a:lnTo>
                  <a:pt x="120062" y="102046"/>
                </a:lnTo>
                <a:lnTo>
                  <a:pt x="120044" y="101852"/>
                </a:lnTo>
                <a:lnTo>
                  <a:pt x="120032" y="101653"/>
                </a:lnTo>
                <a:lnTo>
                  <a:pt x="120024" y="101449"/>
                </a:lnTo>
                <a:lnTo>
                  <a:pt x="120022" y="101242"/>
                </a:lnTo>
                <a:lnTo>
                  <a:pt x="120025" y="101086"/>
                </a:lnTo>
                <a:lnTo>
                  <a:pt x="120034" y="100905"/>
                </a:lnTo>
                <a:lnTo>
                  <a:pt x="120050" y="100700"/>
                </a:lnTo>
                <a:lnTo>
                  <a:pt x="120072" y="100470"/>
                </a:lnTo>
                <a:lnTo>
                  <a:pt x="120100" y="100216"/>
                </a:lnTo>
                <a:lnTo>
                  <a:pt x="120134" y="99937"/>
                </a:lnTo>
                <a:lnTo>
                  <a:pt x="120175" y="99634"/>
                </a:lnTo>
                <a:lnTo>
                  <a:pt x="120222" y="99306"/>
                </a:lnTo>
                <a:lnTo>
                  <a:pt x="120276" y="98954"/>
                </a:lnTo>
                <a:lnTo>
                  <a:pt x="120335" y="98577"/>
                </a:lnTo>
                <a:lnTo>
                  <a:pt x="120401" y="98175"/>
                </a:lnTo>
                <a:lnTo>
                  <a:pt x="120473" y="97749"/>
                </a:lnTo>
                <a:lnTo>
                  <a:pt x="120552" y="97298"/>
                </a:lnTo>
                <a:lnTo>
                  <a:pt x="120637" y="96823"/>
                </a:lnTo>
                <a:lnTo>
                  <a:pt x="120728" y="96324"/>
                </a:lnTo>
                <a:lnTo>
                  <a:pt x="120825" y="95799"/>
                </a:lnTo>
                <a:lnTo>
                  <a:pt x="120929" y="95251"/>
                </a:lnTo>
                <a:lnTo>
                  <a:pt x="121038" y="94677"/>
                </a:lnTo>
                <a:lnTo>
                  <a:pt x="121154" y="94080"/>
                </a:lnTo>
                <a:lnTo>
                  <a:pt x="121277" y="93457"/>
                </a:lnTo>
                <a:lnTo>
                  <a:pt x="121406" y="92810"/>
                </a:lnTo>
                <a:lnTo>
                  <a:pt x="121541" y="92139"/>
                </a:lnTo>
                <a:lnTo>
                  <a:pt x="121682" y="91443"/>
                </a:lnTo>
                <a:lnTo>
                  <a:pt x="121829" y="90722"/>
                </a:lnTo>
                <a:lnTo>
                  <a:pt x="131497" y="44644"/>
                </a:lnTo>
                <a:lnTo>
                  <a:pt x="145409" y="44644"/>
                </a:lnTo>
                <a:lnTo>
                  <a:pt x="147767" y="33640"/>
                </a:lnTo>
                <a:lnTo>
                  <a:pt x="133776" y="33640"/>
                </a:lnTo>
                <a:lnTo>
                  <a:pt x="140143" y="3301"/>
                </a:lnTo>
                <a:lnTo>
                  <a:pt x="123873" y="13126"/>
                </a:lnTo>
                <a:lnTo>
                  <a:pt x="119550" y="33640"/>
                </a:lnTo>
                <a:lnTo>
                  <a:pt x="108310" y="33640"/>
                </a:lnTo>
                <a:lnTo>
                  <a:pt x="106031" y="44644"/>
                </a:lnTo>
                <a:lnTo>
                  <a:pt x="117271" y="44644"/>
                </a:lnTo>
                <a:lnTo>
                  <a:pt x="107131" y="93139"/>
                </a:lnTo>
                <a:lnTo>
                  <a:pt x="106965" y="93952"/>
                </a:lnTo>
                <a:lnTo>
                  <a:pt x="106805" y="94740"/>
                </a:lnTo>
                <a:lnTo>
                  <a:pt x="106652" y="95503"/>
                </a:lnTo>
                <a:lnTo>
                  <a:pt x="106507" y="96242"/>
                </a:lnTo>
                <a:lnTo>
                  <a:pt x="106369" y="96955"/>
                </a:lnTo>
                <a:lnTo>
                  <a:pt x="106237" y="97644"/>
                </a:lnTo>
                <a:lnTo>
                  <a:pt x="106113" y="98308"/>
                </a:lnTo>
                <a:lnTo>
                  <a:pt x="105996" y="98947"/>
                </a:lnTo>
                <a:lnTo>
                  <a:pt x="105886" y="99561"/>
                </a:lnTo>
                <a:lnTo>
                  <a:pt x="105783" y="100150"/>
                </a:lnTo>
                <a:lnTo>
                  <a:pt x="105687" y="100715"/>
                </a:lnTo>
                <a:lnTo>
                  <a:pt x="105599" y="101255"/>
                </a:lnTo>
                <a:lnTo>
                  <a:pt x="105517" y="101769"/>
                </a:lnTo>
                <a:lnTo>
                  <a:pt x="105443" y="102259"/>
                </a:lnTo>
                <a:lnTo>
                  <a:pt x="105375" y="102725"/>
                </a:lnTo>
                <a:lnTo>
                  <a:pt x="105315" y="103165"/>
                </a:lnTo>
                <a:lnTo>
                  <a:pt x="105262" y="103580"/>
                </a:lnTo>
                <a:lnTo>
                  <a:pt x="105215" y="103971"/>
                </a:lnTo>
                <a:lnTo>
                  <a:pt x="105176" y="104337"/>
                </a:lnTo>
                <a:lnTo>
                  <a:pt x="105145" y="104678"/>
                </a:lnTo>
                <a:lnTo>
                  <a:pt x="105120" y="104994"/>
                </a:lnTo>
                <a:lnTo>
                  <a:pt x="105102" y="105285"/>
                </a:lnTo>
                <a:lnTo>
                  <a:pt x="105091" y="105552"/>
                </a:lnTo>
                <a:lnTo>
                  <a:pt x="105088" y="105794"/>
                </a:lnTo>
                <a:lnTo>
                  <a:pt x="105094" y="106242"/>
                </a:lnTo>
                <a:lnTo>
                  <a:pt x="105114" y="106682"/>
                </a:lnTo>
                <a:lnTo>
                  <a:pt x="105147" y="107114"/>
                </a:lnTo>
                <a:lnTo>
                  <a:pt x="105193" y="107538"/>
                </a:lnTo>
                <a:lnTo>
                  <a:pt x="105252" y="107954"/>
                </a:lnTo>
                <a:lnTo>
                  <a:pt x="105324" y="108363"/>
                </a:lnTo>
                <a:lnTo>
                  <a:pt x="105409" y="108763"/>
                </a:lnTo>
                <a:lnTo>
                  <a:pt x="105507" y="109156"/>
                </a:lnTo>
                <a:lnTo>
                  <a:pt x="105618" y="109541"/>
                </a:lnTo>
                <a:lnTo>
                  <a:pt x="105743" y="109917"/>
                </a:lnTo>
                <a:lnTo>
                  <a:pt x="105880" y="110286"/>
                </a:lnTo>
                <a:lnTo>
                  <a:pt x="106031" y="110647"/>
                </a:lnTo>
                <a:lnTo>
                  <a:pt x="106195" y="111000"/>
                </a:lnTo>
                <a:lnTo>
                  <a:pt x="106372" y="111345"/>
                </a:lnTo>
                <a:lnTo>
                  <a:pt x="106561" y="111682"/>
                </a:lnTo>
                <a:lnTo>
                  <a:pt x="106765" y="112012"/>
                </a:lnTo>
                <a:lnTo>
                  <a:pt x="106981" y="112333"/>
                </a:lnTo>
                <a:lnTo>
                  <a:pt x="107210" y="112646"/>
                </a:lnTo>
                <a:lnTo>
                  <a:pt x="107452" y="112952"/>
                </a:lnTo>
                <a:lnTo>
                  <a:pt x="107708" y="113250"/>
                </a:lnTo>
                <a:lnTo>
                  <a:pt x="107976" y="113539"/>
                </a:lnTo>
                <a:lnTo>
                  <a:pt x="108258" y="113821"/>
                </a:lnTo>
                <a:lnTo>
                  <a:pt x="108553" y="114095"/>
                </a:lnTo>
                <a:lnTo>
                  <a:pt x="108861" y="114361"/>
                </a:lnTo>
                <a:lnTo>
                  <a:pt x="109286" y="114701"/>
                </a:lnTo>
                <a:lnTo>
                  <a:pt x="109723" y="115026"/>
                </a:lnTo>
                <a:lnTo>
                  <a:pt x="110172" y="115337"/>
                </a:lnTo>
                <a:lnTo>
                  <a:pt x="110633" y="115634"/>
                </a:lnTo>
                <a:lnTo>
                  <a:pt x="111107" y="115916"/>
                </a:lnTo>
                <a:lnTo>
                  <a:pt x="111592" y="116183"/>
                </a:lnTo>
                <a:lnTo>
                  <a:pt x="112089" y="116437"/>
                </a:lnTo>
                <a:lnTo>
                  <a:pt x="112598" y="116675"/>
                </a:lnTo>
                <a:lnTo>
                  <a:pt x="113120" y="116899"/>
                </a:lnTo>
                <a:lnTo>
                  <a:pt x="113653" y="117109"/>
                </a:lnTo>
                <a:lnTo>
                  <a:pt x="114198" y="117304"/>
                </a:lnTo>
                <a:lnTo>
                  <a:pt x="114755" y="117485"/>
                </a:lnTo>
                <a:lnTo>
                  <a:pt x="115325" y="117652"/>
                </a:lnTo>
                <a:lnTo>
                  <a:pt x="115906" y="117803"/>
                </a:lnTo>
                <a:lnTo>
                  <a:pt x="116499" y="117941"/>
                </a:lnTo>
                <a:lnTo>
                  <a:pt x="117105" y="118064"/>
                </a:lnTo>
                <a:lnTo>
                  <a:pt x="117722" y="118172"/>
                </a:lnTo>
                <a:lnTo>
                  <a:pt x="118351" y="118266"/>
                </a:lnTo>
                <a:lnTo>
                  <a:pt x="118993" y="118346"/>
                </a:lnTo>
                <a:lnTo>
                  <a:pt x="119646" y="118411"/>
                </a:lnTo>
                <a:lnTo>
                  <a:pt x="120311" y="118462"/>
                </a:lnTo>
                <a:lnTo>
                  <a:pt x="120989" y="118498"/>
                </a:lnTo>
                <a:lnTo>
                  <a:pt x="121678" y="118519"/>
                </a:lnTo>
                <a:lnTo>
                  <a:pt x="122379" y="118527"/>
                </a:lnTo>
                <a:lnTo>
                  <a:pt x="122780" y="118524"/>
                </a:lnTo>
                <a:lnTo>
                  <a:pt x="123181" y="118517"/>
                </a:lnTo>
                <a:lnTo>
                  <a:pt x="123583" y="118506"/>
                </a:lnTo>
                <a:lnTo>
                  <a:pt x="123986" y="118489"/>
                </a:lnTo>
                <a:lnTo>
                  <a:pt x="124391" y="118468"/>
                </a:lnTo>
                <a:lnTo>
                  <a:pt x="124796" y="118442"/>
                </a:lnTo>
                <a:lnTo>
                  <a:pt x="125203" y="118412"/>
                </a:lnTo>
                <a:lnTo>
                  <a:pt x="125611" y="118377"/>
                </a:lnTo>
                <a:lnTo>
                  <a:pt x="126020" y="118337"/>
                </a:lnTo>
                <a:lnTo>
                  <a:pt x="126429" y="118293"/>
                </a:lnTo>
                <a:lnTo>
                  <a:pt x="126840" y="118244"/>
                </a:lnTo>
                <a:lnTo>
                  <a:pt x="127253" y="118190"/>
                </a:lnTo>
                <a:lnTo>
                  <a:pt x="127666" y="118132"/>
                </a:lnTo>
                <a:lnTo>
                  <a:pt x="128080" y="118069"/>
                </a:lnTo>
                <a:lnTo>
                  <a:pt x="128495" y="118001"/>
                </a:lnTo>
                <a:lnTo>
                  <a:pt x="128912" y="117928"/>
                </a:lnTo>
                <a:lnTo>
                  <a:pt x="129329" y="117851"/>
                </a:lnTo>
                <a:lnTo>
                  <a:pt x="129748" y="117769"/>
                </a:lnTo>
                <a:lnTo>
                  <a:pt x="130168" y="117683"/>
                </a:lnTo>
                <a:lnTo>
                  <a:pt x="130589" y="117592"/>
                </a:lnTo>
                <a:lnTo>
                  <a:pt x="131011" y="117496"/>
                </a:lnTo>
                <a:lnTo>
                  <a:pt x="131434" y="117396"/>
                </a:lnTo>
                <a:lnTo>
                  <a:pt x="131858" y="117290"/>
                </a:lnTo>
                <a:lnTo>
                  <a:pt x="132283" y="117181"/>
                </a:lnTo>
                <a:lnTo>
                  <a:pt x="134641" y="105548"/>
                </a:lnTo>
                <a:lnTo>
                  <a:pt x="134331" y="105619"/>
                </a:lnTo>
                <a:lnTo>
                  <a:pt x="134018" y="105688"/>
                </a:lnTo>
                <a:lnTo>
                  <a:pt x="133701" y="105753"/>
                </a:lnTo>
                <a:lnTo>
                  <a:pt x="133381" y="105815"/>
                </a:lnTo>
                <a:lnTo>
                  <a:pt x="133057" y="105874"/>
                </a:lnTo>
                <a:close/>
                <a:moveTo>
                  <a:pt x="375762" y="84603"/>
                </a:moveTo>
                <a:lnTo>
                  <a:pt x="375757" y="84721"/>
                </a:lnTo>
                <a:lnTo>
                  <a:pt x="375752" y="84837"/>
                </a:lnTo>
                <a:lnTo>
                  <a:pt x="375747" y="84951"/>
                </a:lnTo>
                <a:lnTo>
                  <a:pt x="375742" y="85061"/>
                </a:lnTo>
                <a:lnTo>
                  <a:pt x="375738" y="85169"/>
                </a:lnTo>
                <a:lnTo>
                  <a:pt x="375734" y="85274"/>
                </a:lnTo>
                <a:lnTo>
                  <a:pt x="375731" y="85376"/>
                </a:lnTo>
                <a:lnTo>
                  <a:pt x="375727" y="85476"/>
                </a:lnTo>
                <a:lnTo>
                  <a:pt x="375724" y="85573"/>
                </a:lnTo>
                <a:lnTo>
                  <a:pt x="375721" y="85667"/>
                </a:lnTo>
                <a:lnTo>
                  <a:pt x="375719" y="85758"/>
                </a:lnTo>
                <a:lnTo>
                  <a:pt x="375716" y="85847"/>
                </a:lnTo>
                <a:lnTo>
                  <a:pt x="375714" y="85933"/>
                </a:lnTo>
                <a:lnTo>
                  <a:pt x="375712" y="86016"/>
                </a:lnTo>
                <a:lnTo>
                  <a:pt x="375711" y="86097"/>
                </a:lnTo>
                <a:lnTo>
                  <a:pt x="375710" y="86175"/>
                </a:lnTo>
                <a:lnTo>
                  <a:pt x="375709" y="86250"/>
                </a:lnTo>
                <a:lnTo>
                  <a:pt x="375708" y="86322"/>
                </a:lnTo>
                <a:lnTo>
                  <a:pt x="375708" y="86392"/>
                </a:lnTo>
                <a:lnTo>
                  <a:pt x="375707" y="86458"/>
                </a:lnTo>
                <a:lnTo>
                  <a:pt x="375714" y="87113"/>
                </a:lnTo>
                <a:lnTo>
                  <a:pt x="375734" y="87768"/>
                </a:lnTo>
                <a:lnTo>
                  <a:pt x="375767" y="88423"/>
                </a:lnTo>
                <a:lnTo>
                  <a:pt x="375813" y="89078"/>
                </a:lnTo>
                <a:lnTo>
                  <a:pt x="375873" y="89733"/>
                </a:lnTo>
                <a:lnTo>
                  <a:pt x="375946" y="90388"/>
                </a:lnTo>
                <a:lnTo>
                  <a:pt x="376032" y="91043"/>
                </a:lnTo>
                <a:lnTo>
                  <a:pt x="376131" y="91698"/>
                </a:lnTo>
                <a:lnTo>
                  <a:pt x="376244" y="92353"/>
                </a:lnTo>
                <a:lnTo>
                  <a:pt x="376369" y="93008"/>
                </a:lnTo>
                <a:lnTo>
                  <a:pt x="376508" y="93663"/>
                </a:lnTo>
                <a:lnTo>
                  <a:pt x="376661" y="94318"/>
                </a:lnTo>
                <a:lnTo>
                  <a:pt x="376826" y="94973"/>
                </a:lnTo>
                <a:lnTo>
                  <a:pt x="377005" y="95628"/>
                </a:lnTo>
                <a:lnTo>
                  <a:pt x="377197" y="96283"/>
                </a:lnTo>
                <a:lnTo>
                  <a:pt x="377402" y="96938"/>
                </a:lnTo>
                <a:lnTo>
                  <a:pt x="377620" y="97593"/>
                </a:lnTo>
                <a:lnTo>
                  <a:pt x="377852" y="98248"/>
                </a:lnTo>
                <a:lnTo>
                  <a:pt x="378097" y="98903"/>
                </a:lnTo>
                <a:lnTo>
                  <a:pt x="378355" y="99558"/>
                </a:lnTo>
                <a:lnTo>
                  <a:pt x="378626" y="100213"/>
                </a:lnTo>
                <a:lnTo>
                  <a:pt x="378911" y="100868"/>
                </a:lnTo>
                <a:lnTo>
                  <a:pt x="379208" y="101523"/>
                </a:lnTo>
                <a:lnTo>
                  <a:pt x="379520" y="102178"/>
                </a:lnTo>
                <a:lnTo>
                  <a:pt x="379844" y="102827"/>
                </a:lnTo>
                <a:lnTo>
                  <a:pt x="380181" y="103465"/>
                </a:lnTo>
                <a:lnTo>
                  <a:pt x="380532" y="104090"/>
                </a:lnTo>
                <a:lnTo>
                  <a:pt x="380896" y="104704"/>
                </a:lnTo>
                <a:lnTo>
                  <a:pt x="381273" y="105306"/>
                </a:lnTo>
                <a:lnTo>
                  <a:pt x="381664" y="105897"/>
                </a:lnTo>
                <a:lnTo>
                  <a:pt x="382067" y="106476"/>
                </a:lnTo>
                <a:lnTo>
                  <a:pt x="382484" y="107042"/>
                </a:lnTo>
                <a:lnTo>
                  <a:pt x="382915" y="107598"/>
                </a:lnTo>
                <a:lnTo>
                  <a:pt x="383358" y="108141"/>
                </a:lnTo>
                <a:lnTo>
                  <a:pt x="383815" y="108673"/>
                </a:lnTo>
                <a:lnTo>
                  <a:pt x="384285" y="109193"/>
                </a:lnTo>
                <a:lnTo>
                  <a:pt x="384768" y="109701"/>
                </a:lnTo>
                <a:lnTo>
                  <a:pt x="385264" y="110198"/>
                </a:lnTo>
                <a:lnTo>
                  <a:pt x="385774" y="110683"/>
                </a:lnTo>
                <a:lnTo>
                  <a:pt x="386296" y="111156"/>
                </a:lnTo>
                <a:lnTo>
                  <a:pt x="386833" y="111617"/>
                </a:lnTo>
                <a:lnTo>
                  <a:pt x="387382" y="112067"/>
                </a:lnTo>
                <a:lnTo>
                  <a:pt x="387944" y="112505"/>
                </a:lnTo>
                <a:lnTo>
                  <a:pt x="388520" y="112931"/>
                </a:lnTo>
                <a:lnTo>
                  <a:pt x="389109" y="113345"/>
                </a:lnTo>
                <a:lnTo>
                  <a:pt x="389711" y="113748"/>
                </a:lnTo>
                <a:lnTo>
                  <a:pt x="390327" y="114139"/>
                </a:lnTo>
                <a:lnTo>
                  <a:pt x="390956" y="114518"/>
                </a:lnTo>
                <a:lnTo>
                  <a:pt x="391595" y="114884"/>
                </a:lnTo>
                <a:lnTo>
                  <a:pt x="392242" y="115234"/>
                </a:lnTo>
                <a:lnTo>
                  <a:pt x="392897" y="115568"/>
                </a:lnTo>
                <a:lnTo>
                  <a:pt x="393560" y="115887"/>
                </a:lnTo>
                <a:lnTo>
                  <a:pt x="394231" y="116190"/>
                </a:lnTo>
                <a:lnTo>
                  <a:pt x="394910" y="116478"/>
                </a:lnTo>
                <a:lnTo>
                  <a:pt x="395597" y="116750"/>
                </a:lnTo>
                <a:lnTo>
                  <a:pt x="396292" y="117007"/>
                </a:lnTo>
                <a:lnTo>
                  <a:pt x="396994" y="117248"/>
                </a:lnTo>
                <a:lnTo>
                  <a:pt x="397705" y="117474"/>
                </a:lnTo>
                <a:lnTo>
                  <a:pt x="398423" y="117684"/>
                </a:lnTo>
                <a:lnTo>
                  <a:pt x="399150" y="117878"/>
                </a:lnTo>
                <a:lnTo>
                  <a:pt x="399884" y="118057"/>
                </a:lnTo>
                <a:lnTo>
                  <a:pt x="400626" y="118220"/>
                </a:lnTo>
                <a:lnTo>
                  <a:pt x="401376" y="118368"/>
                </a:lnTo>
                <a:lnTo>
                  <a:pt x="402134" y="118500"/>
                </a:lnTo>
                <a:lnTo>
                  <a:pt x="402900" y="118617"/>
                </a:lnTo>
                <a:lnTo>
                  <a:pt x="403674" y="118718"/>
                </a:lnTo>
                <a:lnTo>
                  <a:pt x="404456" y="118804"/>
                </a:lnTo>
                <a:lnTo>
                  <a:pt x="405245" y="118874"/>
                </a:lnTo>
                <a:lnTo>
                  <a:pt x="406043" y="118928"/>
                </a:lnTo>
                <a:lnTo>
                  <a:pt x="406848" y="118967"/>
                </a:lnTo>
                <a:lnTo>
                  <a:pt x="407662" y="118990"/>
                </a:lnTo>
                <a:lnTo>
                  <a:pt x="408483" y="118998"/>
                </a:lnTo>
                <a:lnTo>
                  <a:pt x="409463" y="118988"/>
                </a:lnTo>
                <a:lnTo>
                  <a:pt x="410437" y="118956"/>
                </a:lnTo>
                <a:lnTo>
                  <a:pt x="411405" y="118904"/>
                </a:lnTo>
                <a:lnTo>
                  <a:pt x="412368" y="118831"/>
                </a:lnTo>
                <a:lnTo>
                  <a:pt x="413326" y="118737"/>
                </a:lnTo>
                <a:lnTo>
                  <a:pt x="414277" y="118622"/>
                </a:lnTo>
                <a:lnTo>
                  <a:pt x="415223" y="118487"/>
                </a:lnTo>
                <a:lnTo>
                  <a:pt x="416164" y="118330"/>
                </a:lnTo>
                <a:lnTo>
                  <a:pt x="417099" y="118153"/>
                </a:lnTo>
                <a:lnTo>
                  <a:pt x="418028" y="117954"/>
                </a:lnTo>
                <a:lnTo>
                  <a:pt x="418952" y="117735"/>
                </a:lnTo>
                <a:lnTo>
                  <a:pt x="419870" y="117495"/>
                </a:lnTo>
                <a:lnTo>
                  <a:pt x="420783" y="117234"/>
                </a:lnTo>
                <a:lnTo>
                  <a:pt x="421690" y="116952"/>
                </a:lnTo>
                <a:lnTo>
                  <a:pt x="422591" y="116649"/>
                </a:lnTo>
                <a:lnTo>
                  <a:pt x="423487" y="116326"/>
                </a:lnTo>
                <a:lnTo>
                  <a:pt x="424377" y="115981"/>
                </a:lnTo>
                <a:lnTo>
                  <a:pt x="425261" y="115616"/>
                </a:lnTo>
                <a:lnTo>
                  <a:pt x="426140" y="115230"/>
                </a:lnTo>
                <a:lnTo>
                  <a:pt x="427014" y="114823"/>
                </a:lnTo>
                <a:lnTo>
                  <a:pt x="427882" y="114395"/>
                </a:lnTo>
                <a:lnTo>
                  <a:pt x="428744" y="113946"/>
                </a:lnTo>
                <a:lnTo>
                  <a:pt x="429600" y="113476"/>
                </a:lnTo>
                <a:lnTo>
                  <a:pt x="430451" y="112985"/>
                </a:lnTo>
                <a:lnTo>
                  <a:pt x="431292" y="112475"/>
                </a:lnTo>
                <a:lnTo>
                  <a:pt x="432118" y="111947"/>
                </a:lnTo>
                <a:lnTo>
                  <a:pt x="432928" y="111401"/>
                </a:lnTo>
                <a:lnTo>
                  <a:pt x="433723" y="110837"/>
                </a:lnTo>
                <a:lnTo>
                  <a:pt x="434503" y="110255"/>
                </a:lnTo>
                <a:lnTo>
                  <a:pt x="435268" y="109655"/>
                </a:lnTo>
                <a:lnTo>
                  <a:pt x="436018" y="109037"/>
                </a:lnTo>
                <a:lnTo>
                  <a:pt x="436752" y="108401"/>
                </a:lnTo>
                <a:lnTo>
                  <a:pt x="437472" y="107746"/>
                </a:lnTo>
                <a:lnTo>
                  <a:pt x="438176" y="107074"/>
                </a:lnTo>
                <a:lnTo>
                  <a:pt x="438865" y="106384"/>
                </a:lnTo>
                <a:lnTo>
                  <a:pt x="439539" y="105676"/>
                </a:lnTo>
                <a:lnTo>
                  <a:pt x="440198" y="104950"/>
                </a:lnTo>
                <a:lnTo>
                  <a:pt x="440842" y="104205"/>
                </a:lnTo>
                <a:lnTo>
                  <a:pt x="441471" y="103443"/>
                </a:lnTo>
                <a:lnTo>
                  <a:pt x="442084" y="102663"/>
                </a:lnTo>
                <a:lnTo>
                  <a:pt x="442682" y="101865"/>
                </a:lnTo>
                <a:lnTo>
                  <a:pt x="443265" y="101048"/>
                </a:lnTo>
                <a:lnTo>
                  <a:pt x="443833" y="100214"/>
                </a:lnTo>
                <a:lnTo>
                  <a:pt x="444386" y="99362"/>
                </a:lnTo>
                <a:lnTo>
                  <a:pt x="444924" y="98491"/>
                </a:lnTo>
                <a:lnTo>
                  <a:pt x="445447" y="97603"/>
                </a:lnTo>
                <a:lnTo>
                  <a:pt x="445954" y="96697"/>
                </a:lnTo>
                <a:lnTo>
                  <a:pt x="446446" y="95772"/>
                </a:lnTo>
                <a:lnTo>
                  <a:pt x="446921" y="94835"/>
                </a:lnTo>
                <a:lnTo>
                  <a:pt x="447375" y="93891"/>
                </a:lnTo>
                <a:lnTo>
                  <a:pt x="447809" y="92940"/>
                </a:lnTo>
                <a:lnTo>
                  <a:pt x="448223" y="91981"/>
                </a:lnTo>
                <a:lnTo>
                  <a:pt x="448617" y="91015"/>
                </a:lnTo>
                <a:lnTo>
                  <a:pt x="448991" y="90042"/>
                </a:lnTo>
                <a:lnTo>
                  <a:pt x="449344" y="89062"/>
                </a:lnTo>
                <a:lnTo>
                  <a:pt x="449677" y="88074"/>
                </a:lnTo>
                <a:lnTo>
                  <a:pt x="449990" y="87079"/>
                </a:lnTo>
                <a:lnTo>
                  <a:pt x="450283" y="86077"/>
                </a:lnTo>
                <a:lnTo>
                  <a:pt x="450556" y="85068"/>
                </a:lnTo>
                <a:lnTo>
                  <a:pt x="450808" y="84051"/>
                </a:lnTo>
                <a:lnTo>
                  <a:pt x="451041" y="83028"/>
                </a:lnTo>
                <a:lnTo>
                  <a:pt x="451253" y="81997"/>
                </a:lnTo>
                <a:lnTo>
                  <a:pt x="451445" y="80958"/>
                </a:lnTo>
                <a:lnTo>
                  <a:pt x="451616" y="79913"/>
                </a:lnTo>
                <a:lnTo>
                  <a:pt x="451768" y="78860"/>
                </a:lnTo>
                <a:lnTo>
                  <a:pt x="451899" y="77800"/>
                </a:lnTo>
                <a:lnTo>
                  <a:pt x="452010" y="76733"/>
                </a:lnTo>
                <a:lnTo>
                  <a:pt x="452101" y="75659"/>
                </a:lnTo>
                <a:lnTo>
                  <a:pt x="452172" y="74577"/>
                </a:lnTo>
                <a:lnTo>
                  <a:pt x="452222" y="73488"/>
                </a:lnTo>
                <a:lnTo>
                  <a:pt x="452252" y="72392"/>
                </a:lnTo>
                <a:lnTo>
                  <a:pt x="452262" y="71289"/>
                </a:lnTo>
                <a:lnTo>
                  <a:pt x="452248" y="70036"/>
                </a:lnTo>
                <a:lnTo>
                  <a:pt x="452204" y="68805"/>
                </a:lnTo>
                <a:lnTo>
                  <a:pt x="452130" y="67597"/>
                </a:lnTo>
                <a:lnTo>
                  <a:pt x="452027" y="66411"/>
                </a:lnTo>
                <a:lnTo>
                  <a:pt x="451894" y="65248"/>
                </a:lnTo>
                <a:lnTo>
                  <a:pt x="451732" y="64107"/>
                </a:lnTo>
                <a:lnTo>
                  <a:pt x="451540" y="62988"/>
                </a:lnTo>
                <a:lnTo>
                  <a:pt x="451319" y="61892"/>
                </a:lnTo>
                <a:lnTo>
                  <a:pt x="451069" y="60818"/>
                </a:lnTo>
                <a:lnTo>
                  <a:pt x="450789" y="59767"/>
                </a:lnTo>
                <a:lnTo>
                  <a:pt x="450479" y="58737"/>
                </a:lnTo>
                <a:lnTo>
                  <a:pt x="450140" y="57731"/>
                </a:lnTo>
                <a:lnTo>
                  <a:pt x="449772" y="56746"/>
                </a:lnTo>
                <a:lnTo>
                  <a:pt x="449374" y="55784"/>
                </a:lnTo>
                <a:lnTo>
                  <a:pt x="448947" y="54845"/>
                </a:lnTo>
                <a:lnTo>
                  <a:pt x="448490" y="53927"/>
                </a:lnTo>
                <a:lnTo>
                  <a:pt x="448003" y="53032"/>
                </a:lnTo>
                <a:lnTo>
                  <a:pt x="447488" y="52160"/>
                </a:lnTo>
                <a:lnTo>
                  <a:pt x="446942" y="51310"/>
                </a:lnTo>
                <a:lnTo>
                  <a:pt x="446368" y="50482"/>
                </a:lnTo>
                <a:lnTo>
                  <a:pt x="445763" y="49677"/>
                </a:lnTo>
                <a:lnTo>
                  <a:pt x="445130" y="48894"/>
                </a:lnTo>
                <a:lnTo>
                  <a:pt x="444466" y="48133"/>
                </a:lnTo>
                <a:lnTo>
                  <a:pt x="443774" y="47395"/>
                </a:lnTo>
                <a:lnTo>
                  <a:pt x="443058" y="46683"/>
                </a:lnTo>
                <a:lnTo>
                  <a:pt x="442326" y="46001"/>
                </a:lnTo>
                <a:lnTo>
                  <a:pt x="441578" y="45350"/>
                </a:lnTo>
                <a:lnTo>
                  <a:pt x="440813" y="44729"/>
                </a:lnTo>
                <a:lnTo>
                  <a:pt x="440032" y="44138"/>
                </a:lnTo>
                <a:lnTo>
                  <a:pt x="439235" y="43578"/>
                </a:lnTo>
                <a:lnTo>
                  <a:pt x="438421" y="43048"/>
                </a:lnTo>
                <a:lnTo>
                  <a:pt x="437591" y="42548"/>
                </a:lnTo>
                <a:lnTo>
                  <a:pt x="436744" y="42078"/>
                </a:lnTo>
                <a:lnTo>
                  <a:pt x="435881" y="41639"/>
                </a:lnTo>
                <a:lnTo>
                  <a:pt x="435002" y="41230"/>
                </a:lnTo>
                <a:lnTo>
                  <a:pt x="434106" y="40852"/>
                </a:lnTo>
                <a:lnTo>
                  <a:pt x="433194" y="40503"/>
                </a:lnTo>
                <a:lnTo>
                  <a:pt x="432266" y="40185"/>
                </a:lnTo>
                <a:lnTo>
                  <a:pt x="431321" y="39897"/>
                </a:lnTo>
                <a:lnTo>
                  <a:pt x="430360" y="39640"/>
                </a:lnTo>
                <a:lnTo>
                  <a:pt x="429382" y="39413"/>
                </a:lnTo>
                <a:lnTo>
                  <a:pt x="428388" y="39216"/>
                </a:lnTo>
                <a:lnTo>
                  <a:pt x="427378" y="39049"/>
                </a:lnTo>
                <a:lnTo>
                  <a:pt x="426351" y="38913"/>
                </a:lnTo>
                <a:lnTo>
                  <a:pt x="425308" y="38807"/>
                </a:lnTo>
                <a:lnTo>
                  <a:pt x="424249" y="38731"/>
                </a:lnTo>
                <a:lnTo>
                  <a:pt x="423173" y="38686"/>
                </a:lnTo>
                <a:lnTo>
                  <a:pt x="422081" y="38670"/>
                </a:lnTo>
                <a:lnTo>
                  <a:pt x="421629" y="38674"/>
                </a:lnTo>
                <a:lnTo>
                  <a:pt x="421179" y="38683"/>
                </a:lnTo>
                <a:lnTo>
                  <a:pt x="420729" y="38698"/>
                </a:lnTo>
                <a:lnTo>
                  <a:pt x="420281" y="38720"/>
                </a:lnTo>
                <a:lnTo>
                  <a:pt x="419833" y="38747"/>
                </a:lnTo>
                <a:lnTo>
                  <a:pt x="419386" y="38781"/>
                </a:lnTo>
                <a:lnTo>
                  <a:pt x="418940" y="38821"/>
                </a:lnTo>
                <a:lnTo>
                  <a:pt x="418496" y="38867"/>
                </a:lnTo>
                <a:lnTo>
                  <a:pt x="418052" y="38919"/>
                </a:lnTo>
                <a:lnTo>
                  <a:pt x="417609" y="38977"/>
                </a:lnTo>
                <a:lnTo>
                  <a:pt x="417167" y="39041"/>
                </a:lnTo>
                <a:lnTo>
                  <a:pt x="416726" y="39112"/>
                </a:lnTo>
                <a:lnTo>
                  <a:pt x="416286" y="39189"/>
                </a:lnTo>
                <a:lnTo>
                  <a:pt x="415847" y="39271"/>
                </a:lnTo>
                <a:lnTo>
                  <a:pt x="415409" y="39360"/>
                </a:lnTo>
                <a:lnTo>
                  <a:pt x="414972" y="39455"/>
                </a:lnTo>
                <a:lnTo>
                  <a:pt x="414536" y="39557"/>
                </a:lnTo>
                <a:lnTo>
                  <a:pt x="414100" y="39664"/>
                </a:lnTo>
                <a:lnTo>
                  <a:pt x="413666" y="39777"/>
                </a:lnTo>
                <a:lnTo>
                  <a:pt x="413233" y="39897"/>
                </a:lnTo>
                <a:lnTo>
                  <a:pt x="412800" y="40023"/>
                </a:lnTo>
                <a:lnTo>
                  <a:pt x="412369" y="40154"/>
                </a:lnTo>
                <a:lnTo>
                  <a:pt x="411939" y="40292"/>
                </a:lnTo>
                <a:lnTo>
                  <a:pt x="411509" y="40437"/>
                </a:lnTo>
                <a:lnTo>
                  <a:pt x="411081" y="40587"/>
                </a:lnTo>
                <a:lnTo>
                  <a:pt x="410653" y="40743"/>
                </a:lnTo>
                <a:lnTo>
                  <a:pt x="410226" y="40906"/>
                </a:lnTo>
                <a:lnTo>
                  <a:pt x="409801" y="41074"/>
                </a:lnTo>
                <a:lnTo>
                  <a:pt x="409376" y="41249"/>
                </a:lnTo>
                <a:lnTo>
                  <a:pt x="408952" y="41430"/>
                </a:lnTo>
                <a:lnTo>
                  <a:pt x="408529" y="41617"/>
                </a:lnTo>
                <a:lnTo>
                  <a:pt x="408108" y="41810"/>
                </a:lnTo>
                <a:lnTo>
                  <a:pt x="407687" y="42009"/>
                </a:lnTo>
                <a:lnTo>
                  <a:pt x="407267" y="42215"/>
                </a:lnTo>
                <a:lnTo>
                  <a:pt x="406848" y="42426"/>
                </a:lnTo>
                <a:lnTo>
                  <a:pt x="406430" y="42644"/>
                </a:lnTo>
                <a:lnTo>
                  <a:pt x="406013" y="42868"/>
                </a:lnTo>
                <a:lnTo>
                  <a:pt x="405597" y="43098"/>
                </a:lnTo>
                <a:lnTo>
                  <a:pt x="405181" y="43334"/>
                </a:lnTo>
                <a:lnTo>
                  <a:pt x="404767" y="43576"/>
                </a:lnTo>
                <a:lnTo>
                  <a:pt x="404354" y="43824"/>
                </a:lnTo>
                <a:lnTo>
                  <a:pt x="403942" y="44079"/>
                </a:lnTo>
                <a:lnTo>
                  <a:pt x="403530" y="44340"/>
                </a:lnTo>
                <a:lnTo>
                  <a:pt x="403120" y="44606"/>
                </a:lnTo>
                <a:lnTo>
                  <a:pt x="402710" y="44879"/>
                </a:lnTo>
                <a:lnTo>
                  <a:pt x="402302" y="45158"/>
                </a:lnTo>
                <a:lnTo>
                  <a:pt x="401894" y="45443"/>
                </a:lnTo>
                <a:lnTo>
                  <a:pt x="401488" y="45735"/>
                </a:lnTo>
                <a:lnTo>
                  <a:pt x="410134" y="16506"/>
                </a:lnTo>
                <a:lnTo>
                  <a:pt x="453913" y="16506"/>
                </a:lnTo>
                <a:lnTo>
                  <a:pt x="456664" y="3458"/>
                </a:lnTo>
                <a:lnTo>
                  <a:pt x="400387" y="3458"/>
                </a:lnTo>
                <a:lnTo>
                  <a:pt x="383017" y="62407"/>
                </a:lnTo>
                <a:lnTo>
                  <a:pt x="395436" y="63350"/>
                </a:lnTo>
                <a:lnTo>
                  <a:pt x="395837" y="62848"/>
                </a:lnTo>
                <a:lnTo>
                  <a:pt x="396240" y="62357"/>
                </a:lnTo>
                <a:lnTo>
                  <a:pt x="396646" y="61876"/>
                </a:lnTo>
                <a:lnTo>
                  <a:pt x="397055" y="61406"/>
                </a:lnTo>
                <a:lnTo>
                  <a:pt x="397466" y="60947"/>
                </a:lnTo>
                <a:lnTo>
                  <a:pt x="397880" y="60499"/>
                </a:lnTo>
                <a:lnTo>
                  <a:pt x="398296" y="60061"/>
                </a:lnTo>
                <a:lnTo>
                  <a:pt x="398715" y="59634"/>
                </a:lnTo>
                <a:lnTo>
                  <a:pt x="399137" y="59217"/>
                </a:lnTo>
                <a:lnTo>
                  <a:pt x="399561" y="58811"/>
                </a:lnTo>
                <a:lnTo>
                  <a:pt x="399988" y="58416"/>
                </a:lnTo>
                <a:lnTo>
                  <a:pt x="400417" y="58032"/>
                </a:lnTo>
                <a:lnTo>
                  <a:pt x="400849" y="57659"/>
                </a:lnTo>
                <a:lnTo>
                  <a:pt x="401283" y="57296"/>
                </a:lnTo>
                <a:lnTo>
                  <a:pt x="401721" y="56943"/>
                </a:lnTo>
                <a:lnTo>
                  <a:pt x="402160" y="56602"/>
                </a:lnTo>
                <a:lnTo>
                  <a:pt x="402603" y="56271"/>
                </a:lnTo>
                <a:lnTo>
                  <a:pt x="403048" y="55951"/>
                </a:lnTo>
                <a:lnTo>
                  <a:pt x="403495" y="55642"/>
                </a:lnTo>
                <a:lnTo>
                  <a:pt x="403945" y="55343"/>
                </a:lnTo>
                <a:lnTo>
                  <a:pt x="404398" y="55055"/>
                </a:lnTo>
                <a:lnTo>
                  <a:pt x="404853" y="54778"/>
                </a:lnTo>
                <a:lnTo>
                  <a:pt x="405311" y="54511"/>
                </a:lnTo>
                <a:lnTo>
                  <a:pt x="405771" y="54255"/>
                </a:lnTo>
                <a:lnTo>
                  <a:pt x="406234" y="54010"/>
                </a:lnTo>
                <a:lnTo>
                  <a:pt x="406700" y="53775"/>
                </a:lnTo>
                <a:lnTo>
                  <a:pt x="407167" y="53550"/>
                </a:lnTo>
                <a:lnTo>
                  <a:pt x="407637" y="53336"/>
                </a:lnTo>
                <a:lnTo>
                  <a:pt x="408109" y="53132"/>
                </a:lnTo>
                <a:lnTo>
                  <a:pt x="408584" y="52939"/>
                </a:lnTo>
                <a:lnTo>
                  <a:pt x="409061" y="52756"/>
                </a:lnTo>
                <a:lnTo>
                  <a:pt x="409540" y="52584"/>
                </a:lnTo>
                <a:lnTo>
                  <a:pt x="410021" y="52422"/>
                </a:lnTo>
                <a:lnTo>
                  <a:pt x="410505" y="52270"/>
                </a:lnTo>
                <a:lnTo>
                  <a:pt x="410991" y="52129"/>
                </a:lnTo>
                <a:lnTo>
                  <a:pt x="411480" y="51998"/>
                </a:lnTo>
                <a:lnTo>
                  <a:pt x="411970" y="51878"/>
                </a:lnTo>
                <a:lnTo>
                  <a:pt x="412464" y="51769"/>
                </a:lnTo>
                <a:lnTo>
                  <a:pt x="412959" y="51669"/>
                </a:lnTo>
                <a:lnTo>
                  <a:pt x="413457" y="51581"/>
                </a:lnTo>
                <a:lnTo>
                  <a:pt x="413957" y="51502"/>
                </a:lnTo>
                <a:lnTo>
                  <a:pt x="414459" y="51434"/>
                </a:lnTo>
                <a:lnTo>
                  <a:pt x="414964" y="51377"/>
                </a:lnTo>
                <a:lnTo>
                  <a:pt x="415471" y="51330"/>
                </a:lnTo>
                <a:lnTo>
                  <a:pt x="415980" y="51293"/>
                </a:lnTo>
                <a:lnTo>
                  <a:pt x="416492" y="51267"/>
                </a:lnTo>
                <a:lnTo>
                  <a:pt x="417006" y="51251"/>
                </a:lnTo>
                <a:lnTo>
                  <a:pt x="417522" y="51246"/>
                </a:lnTo>
                <a:lnTo>
                  <a:pt x="418289" y="51256"/>
                </a:lnTo>
                <a:lnTo>
                  <a:pt x="419043" y="51287"/>
                </a:lnTo>
                <a:lnTo>
                  <a:pt x="419785" y="51337"/>
                </a:lnTo>
                <a:lnTo>
                  <a:pt x="420514" y="51408"/>
                </a:lnTo>
                <a:lnTo>
                  <a:pt x="421231" y="51499"/>
                </a:lnTo>
                <a:lnTo>
                  <a:pt x="421936" y="51610"/>
                </a:lnTo>
                <a:lnTo>
                  <a:pt x="422628" y="51741"/>
                </a:lnTo>
                <a:lnTo>
                  <a:pt x="423308" y="51893"/>
                </a:lnTo>
                <a:lnTo>
                  <a:pt x="423975" y="52064"/>
                </a:lnTo>
                <a:lnTo>
                  <a:pt x="424630" y="52256"/>
                </a:lnTo>
                <a:lnTo>
                  <a:pt x="425272" y="52468"/>
                </a:lnTo>
                <a:lnTo>
                  <a:pt x="425902" y="52700"/>
                </a:lnTo>
                <a:lnTo>
                  <a:pt x="426520" y="52953"/>
                </a:lnTo>
                <a:lnTo>
                  <a:pt x="427125" y="53225"/>
                </a:lnTo>
                <a:lnTo>
                  <a:pt x="427718" y="53518"/>
                </a:lnTo>
                <a:lnTo>
                  <a:pt x="428299" y="53831"/>
                </a:lnTo>
                <a:lnTo>
                  <a:pt x="428867" y="54165"/>
                </a:lnTo>
                <a:lnTo>
                  <a:pt x="429422" y="54518"/>
                </a:lnTo>
                <a:lnTo>
                  <a:pt x="429965" y="54892"/>
                </a:lnTo>
                <a:lnTo>
                  <a:pt x="430496" y="55285"/>
                </a:lnTo>
                <a:lnTo>
                  <a:pt x="431014" y="55699"/>
                </a:lnTo>
                <a:lnTo>
                  <a:pt x="431520" y="56134"/>
                </a:lnTo>
                <a:lnTo>
                  <a:pt x="432014" y="56588"/>
                </a:lnTo>
                <a:lnTo>
                  <a:pt x="432495" y="57063"/>
                </a:lnTo>
                <a:lnTo>
                  <a:pt x="432960" y="57554"/>
                </a:lnTo>
                <a:lnTo>
                  <a:pt x="433405" y="58059"/>
                </a:lnTo>
                <a:lnTo>
                  <a:pt x="433831" y="58577"/>
                </a:lnTo>
                <a:lnTo>
                  <a:pt x="434236" y="59108"/>
                </a:lnTo>
                <a:lnTo>
                  <a:pt x="434622" y="59653"/>
                </a:lnTo>
                <a:lnTo>
                  <a:pt x="434988" y="60211"/>
                </a:lnTo>
                <a:lnTo>
                  <a:pt x="435334" y="60783"/>
                </a:lnTo>
                <a:lnTo>
                  <a:pt x="435661" y="61368"/>
                </a:lnTo>
                <a:lnTo>
                  <a:pt x="435967" y="61966"/>
                </a:lnTo>
                <a:lnTo>
                  <a:pt x="436254" y="62578"/>
                </a:lnTo>
                <a:lnTo>
                  <a:pt x="436521" y="63203"/>
                </a:lnTo>
                <a:lnTo>
                  <a:pt x="436769" y="63842"/>
                </a:lnTo>
                <a:lnTo>
                  <a:pt x="436996" y="64494"/>
                </a:lnTo>
                <a:lnTo>
                  <a:pt x="437204" y="65159"/>
                </a:lnTo>
                <a:lnTo>
                  <a:pt x="437392" y="65837"/>
                </a:lnTo>
                <a:lnTo>
                  <a:pt x="437560" y="66529"/>
                </a:lnTo>
                <a:lnTo>
                  <a:pt x="437709" y="67235"/>
                </a:lnTo>
                <a:lnTo>
                  <a:pt x="437837" y="67953"/>
                </a:lnTo>
                <a:lnTo>
                  <a:pt x="437946" y="68685"/>
                </a:lnTo>
                <a:lnTo>
                  <a:pt x="438035" y="69431"/>
                </a:lnTo>
                <a:lnTo>
                  <a:pt x="438104" y="70190"/>
                </a:lnTo>
                <a:lnTo>
                  <a:pt x="438154" y="70962"/>
                </a:lnTo>
                <a:lnTo>
                  <a:pt x="438183" y="71748"/>
                </a:lnTo>
                <a:lnTo>
                  <a:pt x="438193" y="72546"/>
                </a:lnTo>
                <a:lnTo>
                  <a:pt x="438186" y="73261"/>
                </a:lnTo>
                <a:lnTo>
                  <a:pt x="438164" y="73975"/>
                </a:lnTo>
                <a:lnTo>
                  <a:pt x="438127" y="74691"/>
                </a:lnTo>
                <a:lnTo>
                  <a:pt x="438075" y="75407"/>
                </a:lnTo>
                <a:lnTo>
                  <a:pt x="438009" y="76123"/>
                </a:lnTo>
                <a:lnTo>
                  <a:pt x="437928" y="76840"/>
                </a:lnTo>
                <a:lnTo>
                  <a:pt x="437832" y="77557"/>
                </a:lnTo>
                <a:lnTo>
                  <a:pt x="437722" y="78275"/>
                </a:lnTo>
                <a:lnTo>
                  <a:pt x="437596" y="78994"/>
                </a:lnTo>
                <a:lnTo>
                  <a:pt x="437456" y="79713"/>
                </a:lnTo>
                <a:lnTo>
                  <a:pt x="437302" y="80433"/>
                </a:lnTo>
                <a:lnTo>
                  <a:pt x="437132" y="81153"/>
                </a:lnTo>
                <a:lnTo>
                  <a:pt x="436948" y="81874"/>
                </a:lnTo>
                <a:lnTo>
                  <a:pt x="436749" y="82595"/>
                </a:lnTo>
                <a:lnTo>
                  <a:pt x="436535" y="83317"/>
                </a:lnTo>
                <a:lnTo>
                  <a:pt x="436307" y="84039"/>
                </a:lnTo>
                <a:lnTo>
                  <a:pt x="436064" y="84762"/>
                </a:lnTo>
                <a:lnTo>
                  <a:pt x="435806" y="85486"/>
                </a:lnTo>
                <a:lnTo>
                  <a:pt x="435533" y="86210"/>
                </a:lnTo>
                <a:lnTo>
                  <a:pt x="435246" y="86934"/>
                </a:lnTo>
                <a:lnTo>
                  <a:pt x="434944" y="87659"/>
                </a:lnTo>
                <a:lnTo>
                  <a:pt x="434627" y="88385"/>
                </a:lnTo>
                <a:lnTo>
                  <a:pt x="434295" y="89111"/>
                </a:lnTo>
                <a:lnTo>
                  <a:pt x="433949" y="89838"/>
                </a:lnTo>
                <a:lnTo>
                  <a:pt x="433591" y="90558"/>
                </a:lnTo>
                <a:lnTo>
                  <a:pt x="433224" y="91263"/>
                </a:lnTo>
                <a:lnTo>
                  <a:pt x="432847" y="91954"/>
                </a:lnTo>
                <a:lnTo>
                  <a:pt x="432462" y="92631"/>
                </a:lnTo>
                <a:lnTo>
                  <a:pt x="432068" y="93293"/>
                </a:lnTo>
                <a:lnTo>
                  <a:pt x="431665" y="93940"/>
                </a:lnTo>
                <a:lnTo>
                  <a:pt x="431253" y="94573"/>
                </a:lnTo>
                <a:lnTo>
                  <a:pt x="430831" y="95192"/>
                </a:lnTo>
                <a:lnTo>
                  <a:pt x="430401" y="95796"/>
                </a:lnTo>
                <a:lnTo>
                  <a:pt x="429962" y="96385"/>
                </a:lnTo>
                <a:lnTo>
                  <a:pt x="429514" y="96960"/>
                </a:lnTo>
                <a:lnTo>
                  <a:pt x="429056" y="97521"/>
                </a:lnTo>
                <a:lnTo>
                  <a:pt x="428590" y="98067"/>
                </a:lnTo>
                <a:lnTo>
                  <a:pt x="428115" y="98599"/>
                </a:lnTo>
                <a:lnTo>
                  <a:pt x="427630" y="99116"/>
                </a:lnTo>
                <a:lnTo>
                  <a:pt x="427137" y="99619"/>
                </a:lnTo>
                <a:lnTo>
                  <a:pt x="426635" y="100108"/>
                </a:lnTo>
                <a:lnTo>
                  <a:pt x="426124" y="100582"/>
                </a:lnTo>
                <a:lnTo>
                  <a:pt x="425603" y="101041"/>
                </a:lnTo>
                <a:lnTo>
                  <a:pt x="425074" y="101486"/>
                </a:lnTo>
                <a:lnTo>
                  <a:pt x="424536" y="101917"/>
                </a:lnTo>
                <a:lnTo>
                  <a:pt x="423988" y="102333"/>
                </a:lnTo>
                <a:lnTo>
                  <a:pt x="423432" y="102734"/>
                </a:lnTo>
                <a:lnTo>
                  <a:pt x="422867" y="103121"/>
                </a:lnTo>
                <a:lnTo>
                  <a:pt x="422297" y="103493"/>
                </a:lnTo>
                <a:lnTo>
                  <a:pt x="421729" y="103849"/>
                </a:lnTo>
                <a:lnTo>
                  <a:pt x="421161" y="104190"/>
                </a:lnTo>
                <a:lnTo>
                  <a:pt x="420594" y="104514"/>
                </a:lnTo>
                <a:lnTo>
                  <a:pt x="420028" y="104823"/>
                </a:lnTo>
                <a:lnTo>
                  <a:pt x="419462" y="105116"/>
                </a:lnTo>
                <a:lnTo>
                  <a:pt x="418898" y="105393"/>
                </a:lnTo>
                <a:lnTo>
                  <a:pt x="418334" y="105654"/>
                </a:lnTo>
                <a:lnTo>
                  <a:pt x="417771" y="105899"/>
                </a:lnTo>
                <a:lnTo>
                  <a:pt x="417209" y="106129"/>
                </a:lnTo>
                <a:lnTo>
                  <a:pt x="416648" y="106342"/>
                </a:lnTo>
                <a:lnTo>
                  <a:pt x="416088" y="106540"/>
                </a:lnTo>
                <a:lnTo>
                  <a:pt x="415528" y="106722"/>
                </a:lnTo>
                <a:lnTo>
                  <a:pt x="414969" y="106889"/>
                </a:lnTo>
                <a:lnTo>
                  <a:pt x="414411" y="107039"/>
                </a:lnTo>
                <a:lnTo>
                  <a:pt x="413854" y="107173"/>
                </a:lnTo>
                <a:lnTo>
                  <a:pt x="413298" y="107292"/>
                </a:lnTo>
                <a:lnTo>
                  <a:pt x="412742" y="107395"/>
                </a:lnTo>
                <a:lnTo>
                  <a:pt x="412187" y="107482"/>
                </a:lnTo>
                <a:lnTo>
                  <a:pt x="411634" y="107553"/>
                </a:lnTo>
                <a:lnTo>
                  <a:pt x="411081" y="107609"/>
                </a:lnTo>
                <a:lnTo>
                  <a:pt x="410528" y="107648"/>
                </a:lnTo>
                <a:lnTo>
                  <a:pt x="409977" y="107672"/>
                </a:lnTo>
                <a:lnTo>
                  <a:pt x="409426" y="107680"/>
                </a:lnTo>
                <a:lnTo>
                  <a:pt x="409008" y="107675"/>
                </a:lnTo>
                <a:lnTo>
                  <a:pt x="408591" y="107661"/>
                </a:lnTo>
                <a:lnTo>
                  <a:pt x="408177" y="107636"/>
                </a:lnTo>
                <a:lnTo>
                  <a:pt x="407764" y="107603"/>
                </a:lnTo>
                <a:lnTo>
                  <a:pt x="407352" y="107559"/>
                </a:lnTo>
                <a:lnTo>
                  <a:pt x="406943" y="107506"/>
                </a:lnTo>
                <a:lnTo>
                  <a:pt x="406535" y="107443"/>
                </a:lnTo>
                <a:lnTo>
                  <a:pt x="406130" y="107370"/>
                </a:lnTo>
                <a:lnTo>
                  <a:pt x="405725" y="107288"/>
                </a:lnTo>
                <a:lnTo>
                  <a:pt x="405323" y="107196"/>
                </a:lnTo>
                <a:lnTo>
                  <a:pt x="404922" y="107094"/>
                </a:lnTo>
                <a:lnTo>
                  <a:pt x="404524" y="106982"/>
                </a:lnTo>
                <a:lnTo>
                  <a:pt x="404127" y="106861"/>
                </a:lnTo>
                <a:lnTo>
                  <a:pt x="403731" y="106731"/>
                </a:lnTo>
                <a:lnTo>
                  <a:pt x="403338" y="106590"/>
                </a:lnTo>
                <a:lnTo>
                  <a:pt x="402946" y="106440"/>
                </a:lnTo>
                <a:lnTo>
                  <a:pt x="402556" y="106280"/>
                </a:lnTo>
                <a:lnTo>
                  <a:pt x="402168" y="106111"/>
                </a:lnTo>
                <a:lnTo>
                  <a:pt x="401782" y="105931"/>
                </a:lnTo>
                <a:lnTo>
                  <a:pt x="401397" y="105742"/>
                </a:lnTo>
                <a:lnTo>
                  <a:pt x="401014" y="105544"/>
                </a:lnTo>
                <a:lnTo>
                  <a:pt x="400633" y="105335"/>
                </a:lnTo>
                <a:lnTo>
                  <a:pt x="400254" y="105117"/>
                </a:lnTo>
                <a:lnTo>
                  <a:pt x="399877" y="104890"/>
                </a:lnTo>
                <a:lnTo>
                  <a:pt x="399503" y="104653"/>
                </a:lnTo>
                <a:lnTo>
                  <a:pt x="399136" y="104408"/>
                </a:lnTo>
                <a:lnTo>
                  <a:pt x="398776" y="104154"/>
                </a:lnTo>
                <a:lnTo>
                  <a:pt x="398422" y="103891"/>
                </a:lnTo>
                <a:lnTo>
                  <a:pt x="398075" y="103620"/>
                </a:lnTo>
                <a:lnTo>
                  <a:pt x="397735" y="103340"/>
                </a:lnTo>
                <a:lnTo>
                  <a:pt x="397401" y="103052"/>
                </a:lnTo>
                <a:lnTo>
                  <a:pt x="397073" y="102755"/>
                </a:lnTo>
                <a:lnTo>
                  <a:pt x="396752" y="102449"/>
                </a:lnTo>
                <a:lnTo>
                  <a:pt x="396438" y="102135"/>
                </a:lnTo>
                <a:lnTo>
                  <a:pt x="396130" y="101812"/>
                </a:lnTo>
                <a:lnTo>
                  <a:pt x="395829" y="101481"/>
                </a:lnTo>
                <a:lnTo>
                  <a:pt x="395534" y="101141"/>
                </a:lnTo>
                <a:lnTo>
                  <a:pt x="395246" y="100792"/>
                </a:lnTo>
                <a:lnTo>
                  <a:pt x="394964" y="100435"/>
                </a:lnTo>
                <a:lnTo>
                  <a:pt x="394689" y="100069"/>
                </a:lnTo>
                <a:lnTo>
                  <a:pt x="394420" y="99695"/>
                </a:lnTo>
                <a:lnTo>
                  <a:pt x="394159" y="99312"/>
                </a:lnTo>
                <a:lnTo>
                  <a:pt x="393903" y="98920"/>
                </a:lnTo>
                <a:lnTo>
                  <a:pt x="393654" y="98520"/>
                </a:lnTo>
                <a:lnTo>
                  <a:pt x="393412" y="98111"/>
                </a:lnTo>
                <a:lnTo>
                  <a:pt x="393176" y="97694"/>
                </a:lnTo>
                <a:lnTo>
                  <a:pt x="392947" y="97268"/>
                </a:lnTo>
                <a:lnTo>
                  <a:pt x="392724" y="96833"/>
                </a:lnTo>
                <a:lnTo>
                  <a:pt x="392509" y="96395"/>
                </a:lnTo>
                <a:lnTo>
                  <a:pt x="392304" y="95956"/>
                </a:lnTo>
                <a:lnTo>
                  <a:pt x="392107" y="95518"/>
                </a:lnTo>
                <a:lnTo>
                  <a:pt x="391920" y="95080"/>
                </a:lnTo>
                <a:lnTo>
                  <a:pt x="391741" y="94643"/>
                </a:lnTo>
                <a:lnTo>
                  <a:pt x="391572" y="94205"/>
                </a:lnTo>
                <a:lnTo>
                  <a:pt x="391412" y="93768"/>
                </a:lnTo>
                <a:lnTo>
                  <a:pt x="391261" y="93331"/>
                </a:lnTo>
                <a:lnTo>
                  <a:pt x="391120" y="92895"/>
                </a:lnTo>
                <a:lnTo>
                  <a:pt x="390987" y="92459"/>
                </a:lnTo>
                <a:lnTo>
                  <a:pt x="390864" y="92023"/>
                </a:lnTo>
                <a:lnTo>
                  <a:pt x="390749" y="91587"/>
                </a:lnTo>
                <a:lnTo>
                  <a:pt x="390644" y="91152"/>
                </a:lnTo>
                <a:lnTo>
                  <a:pt x="390548" y="90716"/>
                </a:lnTo>
                <a:lnTo>
                  <a:pt x="390461" y="90281"/>
                </a:lnTo>
                <a:lnTo>
                  <a:pt x="390384" y="89847"/>
                </a:lnTo>
                <a:lnTo>
                  <a:pt x="390315" y="89413"/>
                </a:lnTo>
                <a:lnTo>
                  <a:pt x="390256" y="88978"/>
                </a:lnTo>
                <a:lnTo>
                  <a:pt x="390205" y="88545"/>
                </a:lnTo>
                <a:lnTo>
                  <a:pt x="390164" y="88111"/>
                </a:lnTo>
                <a:lnTo>
                  <a:pt x="390132" y="87678"/>
                </a:lnTo>
                <a:lnTo>
                  <a:pt x="390109" y="87245"/>
                </a:lnTo>
                <a:lnTo>
                  <a:pt x="390096" y="86812"/>
                </a:lnTo>
                <a:lnTo>
                  <a:pt x="390091" y="86380"/>
                </a:lnTo>
                <a:lnTo>
                  <a:pt x="390091" y="86323"/>
                </a:lnTo>
                <a:lnTo>
                  <a:pt x="390092" y="86258"/>
                </a:lnTo>
                <a:lnTo>
                  <a:pt x="390093" y="86185"/>
                </a:lnTo>
                <a:lnTo>
                  <a:pt x="390095" y="86103"/>
                </a:lnTo>
                <a:lnTo>
                  <a:pt x="390098" y="86012"/>
                </a:lnTo>
                <a:lnTo>
                  <a:pt x="390101" y="85913"/>
                </a:lnTo>
                <a:lnTo>
                  <a:pt x="390104" y="85806"/>
                </a:lnTo>
                <a:lnTo>
                  <a:pt x="390108" y="85690"/>
                </a:lnTo>
                <a:lnTo>
                  <a:pt x="390113" y="85566"/>
                </a:lnTo>
                <a:lnTo>
                  <a:pt x="390118" y="85433"/>
                </a:lnTo>
                <a:lnTo>
                  <a:pt x="390124" y="85292"/>
                </a:lnTo>
                <a:lnTo>
                  <a:pt x="390130" y="85142"/>
                </a:lnTo>
                <a:lnTo>
                  <a:pt x="390137" y="84984"/>
                </a:lnTo>
                <a:lnTo>
                  <a:pt x="390145" y="84817"/>
                </a:lnTo>
                <a:lnTo>
                  <a:pt x="390152" y="84642"/>
                </a:lnTo>
                <a:lnTo>
                  <a:pt x="390161" y="84459"/>
                </a:lnTo>
                <a:lnTo>
                  <a:pt x="390170" y="84267"/>
                </a:lnTo>
                <a:lnTo>
                  <a:pt x="390179" y="84066"/>
                </a:lnTo>
                <a:lnTo>
                  <a:pt x="390190" y="83857"/>
                </a:lnTo>
                <a:lnTo>
                  <a:pt x="390200" y="83640"/>
                </a:lnTo>
                <a:lnTo>
                  <a:pt x="390211" y="83414"/>
                </a:lnTo>
                <a:lnTo>
                  <a:pt x="390223" y="83180"/>
                </a:lnTo>
                <a:lnTo>
                  <a:pt x="390235" y="82937"/>
                </a:lnTo>
                <a:lnTo>
                  <a:pt x="390248" y="82686"/>
                </a:lnTo>
                <a:lnTo>
                  <a:pt x="375786" y="84100"/>
                </a:lnTo>
                <a:lnTo>
                  <a:pt x="375780" y="84230"/>
                </a:lnTo>
                <a:lnTo>
                  <a:pt x="375774" y="84357"/>
                </a:lnTo>
                <a:lnTo>
                  <a:pt x="375768" y="84481"/>
                </a:lnTo>
                <a:lnTo>
                  <a:pt x="375762" y="84603"/>
                </a:lnTo>
                <a:close/>
                <a:moveTo>
                  <a:pt x="206053" y="91832"/>
                </a:moveTo>
                <a:lnTo>
                  <a:pt x="205676" y="92510"/>
                </a:lnTo>
                <a:lnTo>
                  <a:pt x="205289" y="93174"/>
                </a:lnTo>
                <a:lnTo>
                  <a:pt x="204890" y="93823"/>
                </a:lnTo>
                <a:lnTo>
                  <a:pt x="204481" y="94457"/>
                </a:lnTo>
                <a:lnTo>
                  <a:pt x="204061" y="95077"/>
                </a:lnTo>
                <a:lnTo>
                  <a:pt x="203629" y="95683"/>
                </a:lnTo>
                <a:lnTo>
                  <a:pt x="203187" y="96274"/>
                </a:lnTo>
                <a:lnTo>
                  <a:pt x="202734" y="96850"/>
                </a:lnTo>
                <a:lnTo>
                  <a:pt x="202270" y="97412"/>
                </a:lnTo>
                <a:lnTo>
                  <a:pt x="201795" y="97959"/>
                </a:lnTo>
                <a:lnTo>
                  <a:pt x="201310" y="98492"/>
                </a:lnTo>
                <a:lnTo>
                  <a:pt x="200813" y="99010"/>
                </a:lnTo>
                <a:lnTo>
                  <a:pt x="200305" y="99514"/>
                </a:lnTo>
                <a:lnTo>
                  <a:pt x="199787" y="100003"/>
                </a:lnTo>
                <a:lnTo>
                  <a:pt x="199257" y="100478"/>
                </a:lnTo>
                <a:lnTo>
                  <a:pt x="198717" y="100938"/>
                </a:lnTo>
                <a:lnTo>
                  <a:pt x="198166" y="101383"/>
                </a:lnTo>
                <a:lnTo>
                  <a:pt x="197603" y="101814"/>
                </a:lnTo>
                <a:lnTo>
                  <a:pt x="197030" y="102231"/>
                </a:lnTo>
                <a:lnTo>
                  <a:pt x="196446" y="102633"/>
                </a:lnTo>
                <a:lnTo>
                  <a:pt x="195856" y="103019"/>
                </a:lnTo>
                <a:lnTo>
                  <a:pt x="195266" y="103389"/>
                </a:lnTo>
                <a:lnTo>
                  <a:pt x="194674" y="103742"/>
                </a:lnTo>
                <a:lnTo>
                  <a:pt x="194082" y="104079"/>
                </a:lnTo>
                <a:lnTo>
                  <a:pt x="193489" y="104399"/>
                </a:lnTo>
                <a:lnTo>
                  <a:pt x="192895" y="104703"/>
                </a:lnTo>
                <a:lnTo>
                  <a:pt x="192300" y="104991"/>
                </a:lnTo>
                <a:lnTo>
                  <a:pt x="191704" y="105262"/>
                </a:lnTo>
                <a:lnTo>
                  <a:pt x="191108" y="105517"/>
                </a:lnTo>
                <a:lnTo>
                  <a:pt x="190510" y="105755"/>
                </a:lnTo>
                <a:lnTo>
                  <a:pt x="189912" y="105977"/>
                </a:lnTo>
                <a:lnTo>
                  <a:pt x="189313" y="106182"/>
                </a:lnTo>
                <a:lnTo>
                  <a:pt x="188714" y="106371"/>
                </a:lnTo>
                <a:lnTo>
                  <a:pt x="188113" y="106544"/>
                </a:lnTo>
                <a:lnTo>
                  <a:pt x="187512" y="106700"/>
                </a:lnTo>
                <a:lnTo>
                  <a:pt x="186910" y="106840"/>
                </a:lnTo>
                <a:lnTo>
                  <a:pt x="186307" y="106963"/>
                </a:lnTo>
                <a:lnTo>
                  <a:pt x="185703" y="107070"/>
                </a:lnTo>
                <a:lnTo>
                  <a:pt x="185098" y="107160"/>
                </a:lnTo>
                <a:lnTo>
                  <a:pt x="184493" y="107234"/>
                </a:lnTo>
                <a:lnTo>
                  <a:pt x="183887" y="107292"/>
                </a:lnTo>
                <a:lnTo>
                  <a:pt x="183279" y="107333"/>
                </a:lnTo>
                <a:lnTo>
                  <a:pt x="182672" y="107357"/>
                </a:lnTo>
                <a:lnTo>
                  <a:pt x="182063" y="107366"/>
                </a:lnTo>
                <a:lnTo>
                  <a:pt x="181419" y="107355"/>
                </a:lnTo>
                <a:lnTo>
                  <a:pt x="180783" y="107323"/>
                </a:lnTo>
                <a:lnTo>
                  <a:pt x="180155" y="107269"/>
                </a:lnTo>
                <a:lnTo>
                  <a:pt x="179536" y="107194"/>
                </a:lnTo>
                <a:lnTo>
                  <a:pt x="178925" y="107098"/>
                </a:lnTo>
                <a:lnTo>
                  <a:pt x="178322" y="106980"/>
                </a:lnTo>
                <a:lnTo>
                  <a:pt x="177728" y="106841"/>
                </a:lnTo>
                <a:lnTo>
                  <a:pt x="177142" y="106680"/>
                </a:lnTo>
                <a:lnTo>
                  <a:pt x="176564" y="106498"/>
                </a:lnTo>
                <a:lnTo>
                  <a:pt x="175995" y="106294"/>
                </a:lnTo>
                <a:lnTo>
                  <a:pt x="175434" y="106069"/>
                </a:lnTo>
                <a:lnTo>
                  <a:pt x="174881" y="105823"/>
                </a:lnTo>
                <a:lnTo>
                  <a:pt x="174336" y="105555"/>
                </a:lnTo>
                <a:lnTo>
                  <a:pt x="173800" y="105266"/>
                </a:lnTo>
                <a:lnTo>
                  <a:pt x="173273" y="104955"/>
                </a:lnTo>
                <a:lnTo>
                  <a:pt x="172753" y="104623"/>
                </a:lnTo>
                <a:lnTo>
                  <a:pt x="172242" y="104270"/>
                </a:lnTo>
                <a:lnTo>
                  <a:pt x="171739" y="103895"/>
                </a:lnTo>
                <a:lnTo>
                  <a:pt x="171245" y="103499"/>
                </a:lnTo>
                <a:lnTo>
                  <a:pt x="170759" y="103081"/>
                </a:lnTo>
                <a:lnTo>
                  <a:pt x="170281" y="102642"/>
                </a:lnTo>
                <a:lnTo>
                  <a:pt x="169811" y="102181"/>
                </a:lnTo>
                <a:lnTo>
                  <a:pt x="169350" y="101699"/>
                </a:lnTo>
                <a:lnTo>
                  <a:pt x="168898" y="101196"/>
                </a:lnTo>
                <a:lnTo>
                  <a:pt x="168458" y="100672"/>
                </a:lnTo>
                <a:lnTo>
                  <a:pt x="168038" y="100129"/>
                </a:lnTo>
                <a:lnTo>
                  <a:pt x="167636" y="99567"/>
                </a:lnTo>
                <a:lnTo>
                  <a:pt x="167252" y="98985"/>
                </a:lnTo>
                <a:lnTo>
                  <a:pt x="166888" y="98384"/>
                </a:lnTo>
                <a:lnTo>
                  <a:pt x="166542" y="97764"/>
                </a:lnTo>
                <a:lnTo>
                  <a:pt x="166215" y="97125"/>
                </a:lnTo>
                <a:lnTo>
                  <a:pt x="165906" y="96467"/>
                </a:lnTo>
                <a:lnTo>
                  <a:pt x="165617" y="95789"/>
                </a:lnTo>
                <a:lnTo>
                  <a:pt x="165346" y="95092"/>
                </a:lnTo>
                <a:lnTo>
                  <a:pt x="165093" y="94376"/>
                </a:lnTo>
                <a:lnTo>
                  <a:pt x="164860" y="93640"/>
                </a:lnTo>
                <a:lnTo>
                  <a:pt x="164645" y="92886"/>
                </a:lnTo>
                <a:lnTo>
                  <a:pt x="164448" y="92112"/>
                </a:lnTo>
                <a:lnTo>
                  <a:pt x="164271" y="91319"/>
                </a:lnTo>
                <a:lnTo>
                  <a:pt x="164112" y="90506"/>
                </a:lnTo>
                <a:lnTo>
                  <a:pt x="163972" y="89675"/>
                </a:lnTo>
                <a:lnTo>
                  <a:pt x="163850" y="88824"/>
                </a:lnTo>
                <a:lnTo>
                  <a:pt x="163747" y="87954"/>
                </a:lnTo>
                <a:lnTo>
                  <a:pt x="163663" y="87064"/>
                </a:lnTo>
                <a:lnTo>
                  <a:pt x="163598" y="86156"/>
                </a:lnTo>
                <a:lnTo>
                  <a:pt x="163551" y="85228"/>
                </a:lnTo>
                <a:lnTo>
                  <a:pt x="163523" y="84281"/>
                </a:lnTo>
                <a:lnTo>
                  <a:pt x="163514" y="83314"/>
                </a:lnTo>
                <a:lnTo>
                  <a:pt x="163514" y="83150"/>
                </a:lnTo>
                <a:lnTo>
                  <a:pt x="163516" y="82984"/>
                </a:lnTo>
                <a:lnTo>
                  <a:pt x="163518" y="82816"/>
                </a:lnTo>
                <a:lnTo>
                  <a:pt x="163522" y="82646"/>
                </a:lnTo>
                <a:lnTo>
                  <a:pt x="163527" y="82475"/>
                </a:lnTo>
                <a:lnTo>
                  <a:pt x="163533" y="82303"/>
                </a:lnTo>
                <a:lnTo>
                  <a:pt x="163540" y="82128"/>
                </a:lnTo>
                <a:lnTo>
                  <a:pt x="163548" y="81952"/>
                </a:lnTo>
                <a:lnTo>
                  <a:pt x="163558" y="81774"/>
                </a:lnTo>
                <a:lnTo>
                  <a:pt x="163568" y="81595"/>
                </a:lnTo>
                <a:lnTo>
                  <a:pt x="163580" y="81414"/>
                </a:lnTo>
                <a:lnTo>
                  <a:pt x="163592" y="81232"/>
                </a:lnTo>
                <a:lnTo>
                  <a:pt x="163606" y="81047"/>
                </a:lnTo>
                <a:lnTo>
                  <a:pt x="163620" y="80862"/>
                </a:lnTo>
                <a:lnTo>
                  <a:pt x="163636" y="80674"/>
                </a:lnTo>
                <a:lnTo>
                  <a:pt x="163653" y="80485"/>
                </a:lnTo>
                <a:lnTo>
                  <a:pt x="163671" y="80294"/>
                </a:lnTo>
                <a:lnTo>
                  <a:pt x="163690" y="80102"/>
                </a:lnTo>
                <a:lnTo>
                  <a:pt x="163711" y="79908"/>
                </a:lnTo>
                <a:lnTo>
                  <a:pt x="163732" y="79712"/>
                </a:lnTo>
                <a:lnTo>
                  <a:pt x="163754" y="79515"/>
                </a:lnTo>
                <a:lnTo>
                  <a:pt x="163778" y="79316"/>
                </a:lnTo>
                <a:lnTo>
                  <a:pt x="163802" y="79115"/>
                </a:lnTo>
                <a:lnTo>
                  <a:pt x="163828" y="78913"/>
                </a:lnTo>
                <a:lnTo>
                  <a:pt x="225292" y="78913"/>
                </a:lnTo>
                <a:lnTo>
                  <a:pt x="225382" y="78376"/>
                </a:lnTo>
                <a:lnTo>
                  <a:pt x="225468" y="77841"/>
                </a:lnTo>
                <a:lnTo>
                  <a:pt x="225550" y="77307"/>
                </a:lnTo>
                <a:lnTo>
                  <a:pt x="225628" y="76773"/>
                </a:lnTo>
                <a:lnTo>
                  <a:pt x="225703" y="76241"/>
                </a:lnTo>
                <a:lnTo>
                  <a:pt x="225773" y="75710"/>
                </a:lnTo>
                <a:lnTo>
                  <a:pt x="225840" y="75180"/>
                </a:lnTo>
                <a:lnTo>
                  <a:pt x="225903" y="74651"/>
                </a:lnTo>
                <a:lnTo>
                  <a:pt x="225963" y="74123"/>
                </a:lnTo>
                <a:lnTo>
                  <a:pt x="226018" y="73597"/>
                </a:lnTo>
                <a:lnTo>
                  <a:pt x="226070" y="73071"/>
                </a:lnTo>
                <a:lnTo>
                  <a:pt x="226117" y="72546"/>
                </a:lnTo>
                <a:lnTo>
                  <a:pt x="226161" y="72023"/>
                </a:lnTo>
                <a:lnTo>
                  <a:pt x="226201" y="71501"/>
                </a:lnTo>
                <a:lnTo>
                  <a:pt x="226238" y="70979"/>
                </a:lnTo>
                <a:lnTo>
                  <a:pt x="226270" y="70459"/>
                </a:lnTo>
                <a:lnTo>
                  <a:pt x="226299" y="69940"/>
                </a:lnTo>
                <a:lnTo>
                  <a:pt x="226324" y="69422"/>
                </a:lnTo>
                <a:lnTo>
                  <a:pt x="226345" y="68905"/>
                </a:lnTo>
                <a:lnTo>
                  <a:pt x="226362" y="68389"/>
                </a:lnTo>
                <a:lnTo>
                  <a:pt x="226375" y="67875"/>
                </a:lnTo>
                <a:lnTo>
                  <a:pt x="226385" y="67361"/>
                </a:lnTo>
                <a:lnTo>
                  <a:pt x="226390" y="66849"/>
                </a:lnTo>
                <a:lnTo>
                  <a:pt x="226392" y="66337"/>
                </a:lnTo>
                <a:lnTo>
                  <a:pt x="226377" y="65013"/>
                </a:lnTo>
                <a:lnTo>
                  <a:pt x="226330" y="63712"/>
                </a:lnTo>
                <a:lnTo>
                  <a:pt x="226253" y="62434"/>
                </a:lnTo>
                <a:lnTo>
                  <a:pt x="226145" y="61180"/>
                </a:lnTo>
                <a:lnTo>
                  <a:pt x="226005" y="59950"/>
                </a:lnTo>
                <a:lnTo>
                  <a:pt x="225835" y="58743"/>
                </a:lnTo>
                <a:lnTo>
                  <a:pt x="225633" y="57559"/>
                </a:lnTo>
                <a:lnTo>
                  <a:pt x="225401" y="56399"/>
                </a:lnTo>
                <a:lnTo>
                  <a:pt x="225138" y="55262"/>
                </a:lnTo>
                <a:lnTo>
                  <a:pt x="224844" y="54149"/>
                </a:lnTo>
                <a:lnTo>
                  <a:pt x="224518" y="53059"/>
                </a:lnTo>
                <a:lnTo>
                  <a:pt x="224162" y="51993"/>
                </a:lnTo>
                <a:lnTo>
                  <a:pt x="223775" y="50950"/>
                </a:lnTo>
                <a:lnTo>
                  <a:pt x="223357" y="49931"/>
                </a:lnTo>
                <a:lnTo>
                  <a:pt x="222908" y="48935"/>
                </a:lnTo>
                <a:lnTo>
                  <a:pt x="222427" y="47963"/>
                </a:lnTo>
                <a:lnTo>
                  <a:pt x="221916" y="47014"/>
                </a:lnTo>
                <a:lnTo>
                  <a:pt x="221374" y="46088"/>
                </a:lnTo>
                <a:lnTo>
                  <a:pt x="220801" y="45186"/>
                </a:lnTo>
                <a:lnTo>
                  <a:pt x="220197" y="44308"/>
                </a:lnTo>
                <a:lnTo>
                  <a:pt x="219562" y="43453"/>
                </a:lnTo>
                <a:lnTo>
                  <a:pt x="218896" y="42621"/>
                </a:lnTo>
                <a:lnTo>
                  <a:pt x="218199" y="41813"/>
                </a:lnTo>
                <a:lnTo>
                  <a:pt x="217471" y="41028"/>
                </a:lnTo>
                <a:lnTo>
                  <a:pt x="216718" y="40272"/>
                </a:lnTo>
                <a:lnTo>
                  <a:pt x="215943" y="39547"/>
                </a:lnTo>
                <a:lnTo>
                  <a:pt x="215147" y="38855"/>
                </a:lnTo>
                <a:lnTo>
                  <a:pt x="214331" y="38195"/>
                </a:lnTo>
                <a:lnTo>
                  <a:pt x="213493" y="37567"/>
                </a:lnTo>
                <a:lnTo>
                  <a:pt x="212635" y="36971"/>
                </a:lnTo>
                <a:lnTo>
                  <a:pt x="211756" y="36407"/>
                </a:lnTo>
                <a:lnTo>
                  <a:pt x="210856" y="35876"/>
                </a:lnTo>
                <a:lnTo>
                  <a:pt x="209935" y="35377"/>
                </a:lnTo>
                <a:lnTo>
                  <a:pt x="208993" y="34910"/>
                </a:lnTo>
                <a:lnTo>
                  <a:pt x="208031" y="34475"/>
                </a:lnTo>
                <a:lnTo>
                  <a:pt x="207047" y="34072"/>
                </a:lnTo>
                <a:lnTo>
                  <a:pt x="206043" y="33702"/>
                </a:lnTo>
                <a:lnTo>
                  <a:pt x="205018" y="33364"/>
                </a:lnTo>
                <a:lnTo>
                  <a:pt x="203972" y="33058"/>
                </a:lnTo>
                <a:lnTo>
                  <a:pt x="202904" y="32784"/>
                </a:lnTo>
                <a:lnTo>
                  <a:pt x="201817" y="32543"/>
                </a:lnTo>
                <a:lnTo>
                  <a:pt x="200708" y="32333"/>
                </a:lnTo>
                <a:lnTo>
                  <a:pt x="199578" y="32156"/>
                </a:lnTo>
                <a:lnTo>
                  <a:pt x="198428" y="32011"/>
                </a:lnTo>
                <a:lnTo>
                  <a:pt x="197256" y="31899"/>
                </a:lnTo>
                <a:lnTo>
                  <a:pt x="196064" y="31818"/>
                </a:lnTo>
                <a:lnTo>
                  <a:pt x="194851" y="31770"/>
                </a:lnTo>
                <a:lnTo>
                  <a:pt x="193617" y="31754"/>
                </a:lnTo>
                <a:lnTo>
                  <a:pt x="192644" y="31765"/>
                </a:lnTo>
                <a:lnTo>
                  <a:pt x="191676" y="31797"/>
                </a:lnTo>
                <a:lnTo>
                  <a:pt x="190715" y="31851"/>
                </a:lnTo>
                <a:lnTo>
                  <a:pt x="189759" y="31927"/>
                </a:lnTo>
                <a:lnTo>
                  <a:pt x="188809" y="32025"/>
                </a:lnTo>
                <a:lnTo>
                  <a:pt x="187864" y="32144"/>
                </a:lnTo>
                <a:lnTo>
                  <a:pt x="186926" y="32285"/>
                </a:lnTo>
                <a:lnTo>
                  <a:pt x="185993" y="32448"/>
                </a:lnTo>
                <a:lnTo>
                  <a:pt x="185065" y="32633"/>
                </a:lnTo>
                <a:lnTo>
                  <a:pt x="184144" y="32839"/>
                </a:lnTo>
                <a:lnTo>
                  <a:pt x="183228" y="33066"/>
                </a:lnTo>
                <a:lnTo>
                  <a:pt x="182318" y="33316"/>
                </a:lnTo>
                <a:lnTo>
                  <a:pt x="181414" y="33587"/>
                </a:lnTo>
                <a:lnTo>
                  <a:pt x="180515" y="33880"/>
                </a:lnTo>
                <a:lnTo>
                  <a:pt x="179623" y="34195"/>
                </a:lnTo>
                <a:lnTo>
                  <a:pt x="178735" y="34531"/>
                </a:lnTo>
                <a:lnTo>
                  <a:pt x="177854" y="34889"/>
                </a:lnTo>
                <a:lnTo>
                  <a:pt x="176978" y="35269"/>
                </a:lnTo>
                <a:lnTo>
                  <a:pt x="176109" y="35670"/>
                </a:lnTo>
                <a:lnTo>
                  <a:pt x="175244" y="36093"/>
                </a:lnTo>
                <a:lnTo>
                  <a:pt x="174386" y="36538"/>
                </a:lnTo>
                <a:lnTo>
                  <a:pt x="173533" y="37004"/>
                </a:lnTo>
                <a:lnTo>
                  <a:pt x="172686" y="37493"/>
                </a:lnTo>
                <a:lnTo>
                  <a:pt x="171845" y="38002"/>
                </a:lnTo>
                <a:lnTo>
                  <a:pt x="171013" y="38535"/>
                </a:lnTo>
                <a:lnTo>
                  <a:pt x="170194" y="39090"/>
                </a:lnTo>
                <a:lnTo>
                  <a:pt x="169388" y="39668"/>
                </a:lnTo>
                <a:lnTo>
                  <a:pt x="168595" y="40269"/>
                </a:lnTo>
                <a:lnTo>
                  <a:pt x="167815" y="40893"/>
                </a:lnTo>
                <a:lnTo>
                  <a:pt x="167048" y="41539"/>
                </a:lnTo>
                <a:lnTo>
                  <a:pt x="166294" y="42209"/>
                </a:lnTo>
                <a:lnTo>
                  <a:pt x="165553" y="42902"/>
                </a:lnTo>
                <a:lnTo>
                  <a:pt x="164825" y="43617"/>
                </a:lnTo>
                <a:lnTo>
                  <a:pt x="164109" y="44356"/>
                </a:lnTo>
                <a:lnTo>
                  <a:pt x="163407" y="45117"/>
                </a:lnTo>
                <a:lnTo>
                  <a:pt x="162718" y="45902"/>
                </a:lnTo>
                <a:lnTo>
                  <a:pt x="162041" y="46709"/>
                </a:lnTo>
                <a:lnTo>
                  <a:pt x="161378" y="47539"/>
                </a:lnTo>
                <a:lnTo>
                  <a:pt x="160728" y="48392"/>
                </a:lnTo>
                <a:lnTo>
                  <a:pt x="160090" y="49268"/>
                </a:lnTo>
                <a:lnTo>
                  <a:pt x="159466" y="50167"/>
                </a:lnTo>
                <a:lnTo>
                  <a:pt x="158854" y="51089"/>
                </a:lnTo>
                <a:lnTo>
                  <a:pt x="158256" y="52034"/>
                </a:lnTo>
                <a:lnTo>
                  <a:pt x="157670" y="53002"/>
                </a:lnTo>
                <a:lnTo>
                  <a:pt x="157097" y="53992"/>
                </a:lnTo>
                <a:lnTo>
                  <a:pt x="156538" y="55006"/>
                </a:lnTo>
                <a:lnTo>
                  <a:pt x="155991" y="56042"/>
                </a:lnTo>
                <a:lnTo>
                  <a:pt x="155457" y="57102"/>
                </a:lnTo>
                <a:lnTo>
                  <a:pt x="154941" y="58174"/>
                </a:lnTo>
                <a:lnTo>
                  <a:pt x="154447" y="59249"/>
                </a:lnTo>
                <a:lnTo>
                  <a:pt x="153974" y="60327"/>
                </a:lnTo>
                <a:lnTo>
                  <a:pt x="153524" y="61408"/>
                </a:lnTo>
                <a:lnTo>
                  <a:pt x="153095" y="62492"/>
                </a:lnTo>
                <a:lnTo>
                  <a:pt x="152689" y="63579"/>
                </a:lnTo>
                <a:lnTo>
                  <a:pt x="152305" y="64668"/>
                </a:lnTo>
                <a:lnTo>
                  <a:pt x="151942" y="65761"/>
                </a:lnTo>
                <a:lnTo>
                  <a:pt x="151602" y="66856"/>
                </a:lnTo>
                <a:lnTo>
                  <a:pt x="151283" y="67954"/>
                </a:lnTo>
                <a:lnTo>
                  <a:pt x="150986" y="69055"/>
                </a:lnTo>
                <a:lnTo>
                  <a:pt x="150712" y="70159"/>
                </a:lnTo>
                <a:lnTo>
                  <a:pt x="150459" y="71266"/>
                </a:lnTo>
                <a:lnTo>
                  <a:pt x="150228" y="72375"/>
                </a:lnTo>
                <a:lnTo>
                  <a:pt x="150020" y="73488"/>
                </a:lnTo>
                <a:lnTo>
                  <a:pt x="149833" y="74603"/>
                </a:lnTo>
                <a:lnTo>
                  <a:pt x="149668" y="75721"/>
                </a:lnTo>
                <a:lnTo>
                  <a:pt x="149525" y="76842"/>
                </a:lnTo>
                <a:lnTo>
                  <a:pt x="149405" y="77966"/>
                </a:lnTo>
                <a:lnTo>
                  <a:pt x="149306" y="79093"/>
                </a:lnTo>
                <a:lnTo>
                  <a:pt x="149229" y="80223"/>
                </a:lnTo>
                <a:lnTo>
                  <a:pt x="149174" y="81355"/>
                </a:lnTo>
                <a:lnTo>
                  <a:pt x="149141" y="82491"/>
                </a:lnTo>
                <a:lnTo>
                  <a:pt x="149130" y="83629"/>
                </a:lnTo>
                <a:lnTo>
                  <a:pt x="149137" y="84496"/>
                </a:lnTo>
                <a:lnTo>
                  <a:pt x="149158" y="85355"/>
                </a:lnTo>
                <a:lnTo>
                  <a:pt x="149193" y="86207"/>
                </a:lnTo>
                <a:lnTo>
                  <a:pt x="149242" y="87050"/>
                </a:lnTo>
                <a:lnTo>
                  <a:pt x="149306" y="87886"/>
                </a:lnTo>
                <a:lnTo>
                  <a:pt x="149383" y="88713"/>
                </a:lnTo>
                <a:lnTo>
                  <a:pt x="149474" y="89533"/>
                </a:lnTo>
                <a:lnTo>
                  <a:pt x="149580" y="90345"/>
                </a:lnTo>
                <a:lnTo>
                  <a:pt x="149699" y="91149"/>
                </a:lnTo>
                <a:lnTo>
                  <a:pt x="149833" y="91944"/>
                </a:lnTo>
                <a:lnTo>
                  <a:pt x="149980" y="92733"/>
                </a:lnTo>
                <a:lnTo>
                  <a:pt x="150142" y="93513"/>
                </a:lnTo>
                <a:lnTo>
                  <a:pt x="150318" y="94285"/>
                </a:lnTo>
                <a:lnTo>
                  <a:pt x="150507" y="95049"/>
                </a:lnTo>
                <a:lnTo>
                  <a:pt x="150711" y="95805"/>
                </a:lnTo>
                <a:lnTo>
                  <a:pt x="150929" y="96554"/>
                </a:lnTo>
                <a:lnTo>
                  <a:pt x="151161" y="97295"/>
                </a:lnTo>
                <a:lnTo>
                  <a:pt x="151407" y="98027"/>
                </a:lnTo>
                <a:lnTo>
                  <a:pt x="151667" y="98752"/>
                </a:lnTo>
                <a:lnTo>
                  <a:pt x="151941" y="99469"/>
                </a:lnTo>
                <a:lnTo>
                  <a:pt x="152229" y="100178"/>
                </a:lnTo>
                <a:lnTo>
                  <a:pt x="152531" y="100879"/>
                </a:lnTo>
                <a:lnTo>
                  <a:pt x="152848" y="101572"/>
                </a:lnTo>
                <a:lnTo>
                  <a:pt x="153178" y="102257"/>
                </a:lnTo>
                <a:lnTo>
                  <a:pt x="153522" y="102931"/>
                </a:lnTo>
                <a:lnTo>
                  <a:pt x="153878" y="103592"/>
                </a:lnTo>
                <a:lnTo>
                  <a:pt x="154247" y="104239"/>
                </a:lnTo>
                <a:lnTo>
                  <a:pt x="154630" y="104873"/>
                </a:lnTo>
                <a:lnTo>
                  <a:pt x="155025" y="105494"/>
                </a:lnTo>
                <a:lnTo>
                  <a:pt x="155433" y="106101"/>
                </a:lnTo>
                <a:lnTo>
                  <a:pt x="155853" y="106694"/>
                </a:lnTo>
                <a:lnTo>
                  <a:pt x="156287" y="107274"/>
                </a:lnTo>
                <a:lnTo>
                  <a:pt x="156733" y="107840"/>
                </a:lnTo>
                <a:lnTo>
                  <a:pt x="157192" y="108393"/>
                </a:lnTo>
                <a:lnTo>
                  <a:pt x="157664" y="108932"/>
                </a:lnTo>
                <a:lnTo>
                  <a:pt x="158149" y="109458"/>
                </a:lnTo>
                <a:lnTo>
                  <a:pt x="158647" y="109971"/>
                </a:lnTo>
                <a:lnTo>
                  <a:pt x="159157" y="110469"/>
                </a:lnTo>
                <a:lnTo>
                  <a:pt x="159681" y="110955"/>
                </a:lnTo>
                <a:lnTo>
                  <a:pt x="160217" y="111427"/>
                </a:lnTo>
                <a:lnTo>
                  <a:pt x="160766" y="111885"/>
                </a:lnTo>
                <a:lnTo>
                  <a:pt x="161327" y="112330"/>
                </a:lnTo>
                <a:lnTo>
                  <a:pt x="161902" y="112761"/>
                </a:lnTo>
                <a:lnTo>
                  <a:pt x="162490" y="113179"/>
                </a:lnTo>
                <a:lnTo>
                  <a:pt x="163090" y="113583"/>
                </a:lnTo>
                <a:lnTo>
                  <a:pt x="163703" y="113974"/>
                </a:lnTo>
                <a:lnTo>
                  <a:pt x="164329" y="114351"/>
                </a:lnTo>
                <a:lnTo>
                  <a:pt x="164968" y="114715"/>
                </a:lnTo>
                <a:lnTo>
                  <a:pt x="165615" y="115064"/>
                </a:lnTo>
                <a:lnTo>
                  <a:pt x="166269" y="115399"/>
                </a:lnTo>
                <a:lnTo>
                  <a:pt x="166927" y="115719"/>
                </a:lnTo>
                <a:lnTo>
                  <a:pt x="167591" y="116023"/>
                </a:lnTo>
                <a:lnTo>
                  <a:pt x="168260" y="116314"/>
                </a:lnTo>
                <a:lnTo>
                  <a:pt x="168934" y="116589"/>
                </a:lnTo>
                <a:lnTo>
                  <a:pt x="169614" y="116849"/>
                </a:lnTo>
                <a:lnTo>
                  <a:pt x="170299" y="117094"/>
                </a:lnTo>
                <a:lnTo>
                  <a:pt x="170990" y="117325"/>
                </a:lnTo>
                <a:lnTo>
                  <a:pt x="171685" y="117541"/>
                </a:lnTo>
                <a:lnTo>
                  <a:pt x="172386" y="117741"/>
                </a:lnTo>
                <a:lnTo>
                  <a:pt x="173093" y="117927"/>
                </a:lnTo>
                <a:lnTo>
                  <a:pt x="173804" y="118098"/>
                </a:lnTo>
                <a:lnTo>
                  <a:pt x="174521" y="118255"/>
                </a:lnTo>
                <a:lnTo>
                  <a:pt x="175244" y="118396"/>
                </a:lnTo>
                <a:lnTo>
                  <a:pt x="175971" y="118522"/>
                </a:lnTo>
                <a:lnTo>
                  <a:pt x="176704" y="118634"/>
                </a:lnTo>
                <a:lnTo>
                  <a:pt x="177443" y="118730"/>
                </a:lnTo>
                <a:lnTo>
                  <a:pt x="178186" y="118812"/>
                </a:lnTo>
                <a:lnTo>
                  <a:pt x="178935" y="118879"/>
                </a:lnTo>
                <a:lnTo>
                  <a:pt x="179689" y="118931"/>
                </a:lnTo>
                <a:lnTo>
                  <a:pt x="180449" y="118968"/>
                </a:lnTo>
                <a:lnTo>
                  <a:pt x="181214" y="118991"/>
                </a:lnTo>
                <a:lnTo>
                  <a:pt x="181984" y="118998"/>
                </a:lnTo>
                <a:lnTo>
                  <a:pt x="183215" y="118982"/>
                </a:lnTo>
                <a:lnTo>
                  <a:pt x="184431" y="118934"/>
                </a:lnTo>
                <a:lnTo>
                  <a:pt x="185633" y="118854"/>
                </a:lnTo>
                <a:lnTo>
                  <a:pt x="186821" y="118741"/>
                </a:lnTo>
                <a:lnTo>
                  <a:pt x="187995" y="118597"/>
                </a:lnTo>
                <a:lnTo>
                  <a:pt x="189154" y="118420"/>
                </a:lnTo>
                <a:lnTo>
                  <a:pt x="190299" y="118212"/>
                </a:lnTo>
                <a:lnTo>
                  <a:pt x="191429" y="117971"/>
                </a:lnTo>
                <a:lnTo>
                  <a:pt x="192545" y="117698"/>
                </a:lnTo>
                <a:lnTo>
                  <a:pt x="193647" y="117393"/>
                </a:lnTo>
                <a:lnTo>
                  <a:pt x="194735" y="117056"/>
                </a:lnTo>
                <a:lnTo>
                  <a:pt x="195808" y="116686"/>
                </a:lnTo>
                <a:lnTo>
                  <a:pt x="196867" y="116285"/>
                </a:lnTo>
                <a:lnTo>
                  <a:pt x="197911" y="115851"/>
                </a:lnTo>
                <a:lnTo>
                  <a:pt x="198941" y="115386"/>
                </a:lnTo>
                <a:lnTo>
                  <a:pt x="199957" y="114888"/>
                </a:lnTo>
                <a:lnTo>
                  <a:pt x="200959" y="114358"/>
                </a:lnTo>
                <a:lnTo>
                  <a:pt x="201946" y="113796"/>
                </a:lnTo>
                <a:lnTo>
                  <a:pt x="202919" y="113202"/>
                </a:lnTo>
                <a:lnTo>
                  <a:pt x="203877" y="112576"/>
                </a:lnTo>
                <a:lnTo>
                  <a:pt x="204821" y="111918"/>
                </a:lnTo>
                <a:lnTo>
                  <a:pt x="205751" y="111228"/>
                </a:lnTo>
                <a:lnTo>
                  <a:pt x="206667" y="110505"/>
                </a:lnTo>
                <a:lnTo>
                  <a:pt x="207568" y="109751"/>
                </a:lnTo>
                <a:lnTo>
                  <a:pt x="208449" y="108978"/>
                </a:lnTo>
                <a:lnTo>
                  <a:pt x="209302" y="108202"/>
                </a:lnTo>
                <a:lnTo>
                  <a:pt x="210129" y="107422"/>
                </a:lnTo>
                <a:lnTo>
                  <a:pt x="210929" y="106639"/>
                </a:lnTo>
                <a:lnTo>
                  <a:pt x="211702" y="105852"/>
                </a:lnTo>
                <a:lnTo>
                  <a:pt x="212448" y="105062"/>
                </a:lnTo>
                <a:lnTo>
                  <a:pt x="213168" y="104268"/>
                </a:lnTo>
                <a:lnTo>
                  <a:pt x="213860" y="103471"/>
                </a:lnTo>
                <a:lnTo>
                  <a:pt x="214526" y="102670"/>
                </a:lnTo>
                <a:lnTo>
                  <a:pt x="215165" y="101865"/>
                </a:lnTo>
                <a:lnTo>
                  <a:pt x="215776" y="101057"/>
                </a:lnTo>
                <a:lnTo>
                  <a:pt x="216361" y="100246"/>
                </a:lnTo>
                <a:lnTo>
                  <a:pt x="216919" y="99431"/>
                </a:lnTo>
                <a:lnTo>
                  <a:pt x="217450" y="98612"/>
                </a:lnTo>
                <a:lnTo>
                  <a:pt x="217955" y="97790"/>
                </a:lnTo>
                <a:lnTo>
                  <a:pt x="218432" y="96964"/>
                </a:lnTo>
                <a:lnTo>
                  <a:pt x="218883" y="96135"/>
                </a:lnTo>
                <a:lnTo>
                  <a:pt x="219306" y="95302"/>
                </a:lnTo>
                <a:lnTo>
                  <a:pt x="219703" y="94466"/>
                </a:lnTo>
                <a:lnTo>
                  <a:pt x="220073" y="93626"/>
                </a:lnTo>
                <a:lnTo>
                  <a:pt x="220416" y="92783"/>
                </a:lnTo>
                <a:lnTo>
                  <a:pt x="220732" y="91936"/>
                </a:lnTo>
                <a:lnTo>
                  <a:pt x="221021" y="91085"/>
                </a:lnTo>
                <a:lnTo>
                  <a:pt x="221283" y="90231"/>
                </a:lnTo>
                <a:lnTo>
                  <a:pt x="207450" y="88974"/>
                </a:lnTo>
                <a:lnTo>
                  <a:pt x="207117" y="89710"/>
                </a:lnTo>
                <a:lnTo>
                  <a:pt x="206773" y="90432"/>
                </a:lnTo>
                <a:lnTo>
                  <a:pt x="206419" y="91139"/>
                </a:lnTo>
                <a:lnTo>
                  <a:pt x="206053" y="91832"/>
                </a:lnTo>
                <a:close/>
                <a:moveTo>
                  <a:pt x="167445" y="63880"/>
                </a:moveTo>
                <a:lnTo>
                  <a:pt x="167812" y="62928"/>
                </a:lnTo>
                <a:lnTo>
                  <a:pt x="168193" y="61998"/>
                </a:lnTo>
                <a:lnTo>
                  <a:pt x="168586" y="61090"/>
                </a:lnTo>
                <a:lnTo>
                  <a:pt x="168994" y="60204"/>
                </a:lnTo>
                <a:lnTo>
                  <a:pt x="169414" y="59340"/>
                </a:lnTo>
                <a:lnTo>
                  <a:pt x="169848" y="58498"/>
                </a:lnTo>
                <a:lnTo>
                  <a:pt x="170294" y="57679"/>
                </a:lnTo>
                <a:lnTo>
                  <a:pt x="170754" y="56881"/>
                </a:lnTo>
                <a:lnTo>
                  <a:pt x="171228" y="56105"/>
                </a:lnTo>
                <a:lnTo>
                  <a:pt x="171714" y="55351"/>
                </a:lnTo>
                <a:lnTo>
                  <a:pt x="172214" y="54620"/>
                </a:lnTo>
                <a:lnTo>
                  <a:pt x="172727" y="53910"/>
                </a:lnTo>
                <a:lnTo>
                  <a:pt x="173253" y="53222"/>
                </a:lnTo>
                <a:lnTo>
                  <a:pt x="173793" y="52557"/>
                </a:lnTo>
                <a:lnTo>
                  <a:pt x="174345" y="51913"/>
                </a:lnTo>
                <a:lnTo>
                  <a:pt x="174911" y="51292"/>
                </a:lnTo>
                <a:lnTo>
                  <a:pt x="175491" y="50692"/>
                </a:lnTo>
                <a:lnTo>
                  <a:pt x="176083" y="50115"/>
                </a:lnTo>
                <a:lnTo>
                  <a:pt x="176689" y="49559"/>
                </a:lnTo>
                <a:lnTo>
                  <a:pt x="177308" y="49026"/>
                </a:lnTo>
                <a:lnTo>
                  <a:pt x="177936" y="48514"/>
                </a:lnTo>
                <a:lnTo>
                  <a:pt x="178570" y="48025"/>
                </a:lnTo>
                <a:lnTo>
                  <a:pt x="179209" y="47557"/>
                </a:lnTo>
                <a:lnTo>
                  <a:pt x="179854" y="47111"/>
                </a:lnTo>
                <a:lnTo>
                  <a:pt x="180505" y="46686"/>
                </a:lnTo>
                <a:lnTo>
                  <a:pt x="181161" y="46283"/>
                </a:lnTo>
                <a:lnTo>
                  <a:pt x="181823" y="45903"/>
                </a:lnTo>
                <a:lnTo>
                  <a:pt x="182491" y="45543"/>
                </a:lnTo>
                <a:lnTo>
                  <a:pt x="183164" y="45206"/>
                </a:lnTo>
                <a:lnTo>
                  <a:pt x="183842" y="44891"/>
                </a:lnTo>
                <a:lnTo>
                  <a:pt x="184527" y="44597"/>
                </a:lnTo>
                <a:lnTo>
                  <a:pt x="185217" y="44325"/>
                </a:lnTo>
                <a:lnTo>
                  <a:pt x="185912" y="44074"/>
                </a:lnTo>
                <a:lnTo>
                  <a:pt x="186613" y="43846"/>
                </a:lnTo>
                <a:lnTo>
                  <a:pt x="187320" y="43639"/>
                </a:lnTo>
                <a:lnTo>
                  <a:pt x="188032" y="43454"/>
                </a:lnTo>
                <a:lnTo>
                  <a:pt x="188750" y="43291"/>
                </a:lnTo>
                <a:lnTo>
                  <a:pt x="189473" y="43149"/>
                </a:lnTo>
                <a:lnTo>
                  <a:pt x="190202" y="43030"/>
                </a:lnTo>
                <a:lnTo>
                  <a:pt x="190937" y="42932"/>
                </a:lnTo>
                <a:lnTo>
                  <a:pt x="191677" y="42856"/>
                </a:lnTo>
                <a:lnTo>
                  <a:pt x="192423" y="42801"/>
                </a:lnTo>
                <a:lnTo>
                  <a:pt x="193174" y="42768"/>
                </a:lnTo>
                <a:lnTo>
                  <a:pt x="193931" y="42758"/>
                </a:lnTo>
                <a:lnTo>
                  <a:pt x="194627" y="42767"/>
                </a:lnTo>
                <a:lnTo>
                  <a:pt x="195312" y="42797"/>
                </a:lnTo>
                <a:lnTo>
                  <a:pt x="195986" y="42846"/>
                </a:lnTo>
                <a:lnTo>
                  <a:pt x="196649" y="42915"/>
                </a:lnTo>
                <a:lnTo>
                  <a:pt x="197302" y="43004"/>
                </a:lnTo>
                <a:lnTo>
                  <a:pt x="197945" y="43113"/>
                </a:lnTo>
                <a:lnTo>
                  <a:pt x="198576" y="43241"/>
                </a:lnTo>
                <a:lnTo>
                  <a:pt x="199197" y="43389"/>
                </a:lnTo>
                <a:lnTo>
                  <a:pt x="199808" y="43557"/>
                </a:lnTo>
                <a:lnTo>
                  <a:pt x="200407" y="43744"/>
                </a:lnTo>
                <a:lnTo>
                  <a:pt x="200996" y="43951"/>
                </a:lnTo>
                <a:lnTo>
                  <a:pt x="201575" y="44178"/>
                </a:lnTo>
                <a:lnTo>
                  <a:pt x="202143" y="44424"/>
                </a:lnTo>
                <a:lnTo>
                  <a:pt x="202700" y="44691"/>
                </a:lnTo>
                <a:lnTo>
                  <a:pt x="203246" y="44977"/>
                </a:lnTo>
                <a:lnTo>
                  <a:pt x="203782" y="45283"/>
                </a:lnTo>
                <a:lnTo>
                  <a:pt x="204307" y="45608"/>
                </a:lnTo>
                <a:lnTo>
                  <a:pt x="204822" y="45953"/>
                </a:lnTo>
                <a:lnTo>
                  <a:pt x="205326" y="46318"/>
                </a:lnTo>
                <a:lnTo>
                  <a:pt x="205819" y="46703"/>
                </a:lnTo>
                <a:lnTo>
                  <a:pt x="206302" y="47107"/>
                </a:lnTo>
                <a:lnTo>
                  <a:pt x="206774" y="47531"/>
                </a:lnTo>
                <a:lnTo>
                  <a:pt x="207235" y="47975"/>
                </a:lnTo>
                <a:lnTo>
                  <a:pt x="207686" y="48439"/>
                </a:lnTo>
                <a:lnTo>
                  <a:pt x="208122" y="48921"/>
                </a:lnTo>
                <a:lnTo>
                  <a:pt x="208540" y="49420"/>
                </a:lnTo>
                <a:lnTo>
                  <a:pt x="208939" y="49937"/>
                </a:lnTo>
                <a:lnTo>
                  <a:pt x="209319" y="50471"/>
                </a:lnTo>
                <a:lnTo>
                  <a:pt x="209681" y="51022"/>
                </a:lnTo>
                <a:lnTo>
                  <a:pt x="210024" y="51590"/>
                </a:lnTo>
                <a:lnTo>
                  <a:pt x="210349" y="52176"/>
                </a:lnTo>
                <a:lnTo>
                  <a:pt x="210655" y="52779"/>
                </a:lnTo>
                <a:lnTo>
                  <a:pt x="210943" y="53399"/>
                </a:lnTo>
                <a:lnTo>
                  <a:pt x="211212" y="54037"/>
                </a:lnTo>
                <a:lnTo>
                  <a:pt x="211462" y="54691"/>
                </a:lnTo>
                <a:lnTo>
                  <a:pt x="211694" y="55363"/>
                </a:lnTo>
                <a:lnTo>
                  <a:pt x="211908" y="56053"/>
                </a:lnTo>
                <a:lnTo>
                  <a:pt x="212103" y="56759"/>
                </a:lnTo>
                <a:lnTo>
                  <a:pt x="212279" y="57483"/>
                </a:lnTo>
                <a:lnTo>
                  <a:pt x="212437" y="58224"/>
                </a:lnTo>
                <a:lnTo>
                  <a:pt x="212576" y="58983"/>
                </a:lnTo>
                <a:lnTo>
                  <a:pt x="212697" y="59758"/>
                </a:lnTo>
                <a:lnTo>
                  <a:pt x="212799" y="60551"/>
                </a:lnTo>
                <a:lnTo>
                  <a:pt x="212882" y="61362"/>
                </a:lnTo>
                <a:lnTo>
                  <a:pt x="212947" y="62189"/>
                </a:lnTo>
                <a:lnTo>
                  <a:pt x="212993" y="63034"/>
                </a:lnTo>
                <a:lnTo>
                  <a:pt x="213021" y="63896"/>
                </a:lnTo>
                <a:lnTo>
                  <a:pt x="213031" y="64775"/>
                </a:lnTo>
                <a:lnTo>
                  <a:pt x="213030" y="64856"/>
                </a:lnTo>
                <a:lnTo>
                  <a:pt x="213030" y="64941"/>
                </a:lnTo>
                <a:lnTo>
                  <a:pt x="213029" y="65030"/>
                </a:lnTo>
                <a:lnTo>
                  <a:pt x="213028" y="65123"/>
                </a:lnTo>
                <a:lnTo>
                  <a:pt x="213027" y="65221"/>
                </a:lnTo>
                <a:lnTo>
                  <a:pt x="213026" y="65324"/>
                </a:lnTo>
                <a:lnTo>
                  <a:pt x="213024" y="65430"/>
                </a:lnTo>
                <a:lnTo>
                  <a:pt x="213022" y="65541"/>
                </a:lnTo>
                <a:lnTo>
                  <a:pt x="213020" y="65657"/>
                </a:lnTo>
                <a:lnTo>
                  <a:pt x="213017" y="65776"/>
                </a:lnTo>
                <a:lnTo>
                  <a:pt x="213014" y="65901"/>
                </a:lnTo>
                <a:lnTo>
                  <a:pt x="213011" y="66029"/>
                </a:lnTo>
                <a:lnTo>
                  <a:pt x="213008" y="66162"/>
                </a:lnTo>
                <a:lnTo>
                  <a:pt x="213004" y="66299"/>
                </a:lnTo>
                <a:lnTo>
                  <a:pt x="213000" y="66440"/>
                </a:lnTo>
                <a:lnTo>
                  <a:pt x="212996" y="66586"/>
                </a:lnTo>
                <a:lnTo>
                  <a:pt x="212991" y="66736"/>
                </a:lnTo>
                <a:lnTo>
                  <a:pt x="212986" y="66891"/>
                </a:lnTo>
                <a:lnTo>
                  <a:pt x="212981" y="67050"/>
                </a:lnTo>
                <a:lnTo>
                  <a:pt x="212976" y="67213"/>
                </a:lnTo>
                <a:lnTo>
                  <a:pt x="212970" y="67380"/>
                </a:lnTo>
                <a:lnTo>
                  <a:pt x="212965" y="67552"/>
                </a:lnTo>
                <a:lnTo>
                  <a:pt x="212958" y="67729"/>
                </a:lnTo>
                <a:lnTo>
                  <a:pt x="212952" y="67909"/>
                </a:lnTo>
                <a:lnTo>
                  <a:pt x="166107" y="67909"/>
                </a:lnTo>
                <a:lnTo>
                  <a:pt x="166422" y="66869"/>
                </a:lnTo>
                <a:lnTo>
                  <a:pt x="166749" y="65851"/>
                </a:lnTo>
                <a:lnTo>
                  <a:pt x="167090" y="64855"/>
                </a:lnTo>
                <a:lnTo>
                  <a:pt x="167445" y="63880"/>
                </a:lnTo>
                <a:close/>
                <a:moveTo>
                  <a:pt x="718899" y="69717"/>
                </a:moveTo>
                <a:lnTo>
                  <a:pt x="718710" y="70609"/>
                </a:lnTo>
                <a:lnTo>
                  <a:pt x="718523" y="71479"/>
                </a:lnTo>
                <a:lnTo>
                  <a:pt x="718338" y="72327"/>
                </a:lnTo>
                <a:lnTo>
                  <a:pt x="718155" y="73151"/>
                </a:lnTo>
                <a:lnTo>
                  <a:pt x="717974" y="73953"/>
                </a:lnTo>
                <a:lnTo>
                  <a:pt x="717794" y="74732"/>
                </a:lnTo>
                <a:lnTo>
                  <a:pt x="717617" y="75489"/>
                </a:lnTo>
                <a:lnTo>
                  <a:pt x="717441" y="76223"/>
                </a:lnTo>
                <a:lnTo>
                  <a:pt x="717267" y="76934"/>
                </a:lnTo>
                <a:lnTo>
                  <a:pt x="717096" y="77623"/>
                </a:lnTo>
                <a:lnTo>
                  <a:pt x="716926" y="78289"/>
                </a:lnTo>
                <a:lnTo>
                  <a:pt x="716758" y="78933"/>
                </a:lnTo>
                <a:lnTo>
                  <a:pt x="716592" y="79553"/>
                </a:lnTo>
                <a:lnTo>
                  <a:pt x="716427" y="80151"/>
                </a:lnTo>
                <a:lnTo>
                  <a:pt x="716265" y="80727"/>
                </a:lnTo>
                <a:lnTo>
                  <a:pt x="716105" y="81280"/>
                </a:lnTo>
                <a:lnTo>
                  <a:pt x="715946" y="81810"/>
                </a:lnTo>
                <a:lnTo>
                  <a:pt x="715790" y="82317"/>
                </a:lnTo>
                <a:lnTo>
                  <a:pt x="715635" y="82802"/>
                </a:lnTo>
                <a:lnTo>
                  <a:pt x="715483" y="83264"/>
                </a:lnTo>
                <a:lnTo>
                  <a:pt x="715332" y="83704"/>
                </a:lnTo>
                <a:lnTo>
                  <a:pt x="715183" y="84121"/>
                </a:lnTo>
                <a:lnTo>
                  <a:pt x="715036" y="84515"/>
                </a:lnTo>
                <a:lnTo>
                  <a:pt x="714891" y="84886"/>
                </a:lnTo>
                <a:lnTo>
                  <a:pt x="714672" y="85447"/>
                </a:lnTo>
                <a:lnTo>
                  <a:pt x="714448" y="86000"/>
                </a:lnTo>
                <a:lnTo>
                  <a:pt x="714219" y="86548"/>
                </a:lnTo>
                <a:lnTo>
                  <a:pt x="713984" y="87089"/>
                </a:lnTo>
                <a:lnTo>
                  <a:pt x="713744" y="87624"/>
                </a:lnTo>
                <a:lnTo>
                  <a:pt x="713498" y="88153"/>
                </a:lnTo>
                <a:lnTo>
                  <a:pt x="713248" y="88676"/>
                </a:lnTo>
                <a:lnTo>
                  <a:pt x="712991" y="89192"/>
                </a:lnTo>
                <a:lnTo>
                  <a:pt x="712730" y="89702"/>
                </a:lnTo>
                <a:lnTo>
                  <a:pt x="712463" y="90205"/>
                </a:lnTo>
                <a:lnTo>
                  <a:pt x="712191" y="90703"/>
                </a:lnTo>
                <a:lnTo>
                  <a:pt x="711914" y="91194"/>
                </a:lnTo>
                <a:lnTo>
                  <a:pt x="711631" y="91679"/>
                </a:lnTo>
                <a:lnTo>
                  <a:pt x="711343" y="92157"/>
                </a:lnTo>
                <a:lnTo>
                  <a:pt x="711050" y="92630"/>
                </a:lnTo>
                <a:lnTo>
                  <a:pt x="710751" y="93096"/>
                </a:lnTo>
                <a:lnTo>
                  <a:pt x="710447" y="93555"/>
                </a:lnTo>
                <a:lnTo>
                  <a:pt x="710138" y="94009"/>
                </a:lnTo>
                <a:lnTo>
                  <a:pt x="709824" y="94456"/>
                </a:lnTo>
                <a:lnTo>
                  <a:pt x="709504" y="94897"/>
                </a:lnTo>
                <a:lnTo>
                  <a:pt x="709178" y="95331"/>
                </a:lnTo>
                <a:lnTo>
                  <a:pt x="708848" y="95760"/>
                </a:lnTo>
                <a:lnTo>
                  <a:pt x="708512" y="96182"/>
                </a:lnTo>
                <a:lnTo>
                  <a:pt x="708171" y="96598"/>
                </a:lnTo>
                <a:lnTo>
                  <a:pt x="707824" y="97007"/>
                </a:lnTo>
                <a:lnTo>
                  <a:pt x="707472" y="97409"/>
                </a:lnTo>
                <a:lnTo>
                  <a:pt x="707115" y="97804"/>
                </a:lnTo>
                <a:lnTo>
                  <a:pt x="706752" y="98191"/>
                </a:lnTo>
                <a:lnTo>
                  <a:pt x="706383" y="98572"/>
                </a:lnTo>
                <a:lnTo>
                  <a:pt x="706009" y="98946"/>
                </a:lnTo>
                <a:lnTo>
                  <a:pt x="705630" y="99312"/>
                </a:lnTo>
                <a:lnTo>
                  <a:pt x="705245" y="99672"/>
                </a:lnTo>
                <a:lnTo>
                  <a:pt x="704855" y="100024"/>
                </a:lnTo>
                <a:lnTo>
                  <a:pt x="704459" y="100369"/>
                </a:lnTo>
                <a:lnTo>
                  <a:pt x="704058" y="100707"/>
                </a:lnTo>
                <a:lnTo>
                  <a:pt x="703651" y="101038"/>
                </a:lnTo>
                <a:lnTo>
                  <a:pt x="703239" y="101362"/>
                </a:lnTo>
                <a:lnTo>
                  <a:pt x="702822" y="101679"/>
                </a:lnTo>
                <a:lnTo>
                  <a:pt x="702399" y="101989"/>
                </a:lnTo>
                <a:lnTo>
                  <a:pt x="701970" y="102292"/>
                </a:lnTo>
                <a:lnTo>
                  <a:pt x="701536" y="102587"/>
                </a:lnTo>
                <a:lnTo>
                  <a:pt x="701097" y="102876"/>
                </a:lnTo>
                <a:lnTo>
                  <a:pt x="700652" y="103157"/>
                </a:lnTo>
                <a:lnTo>
                  <a:pt x="700202" y="103431"/>
                </a:lnTo>
                <a:lnTo>
                  <a:pt x="699746" y="103699"/>
                </a:lnTo>
                <a:lnTo>
                  <a:pt x="699285" y="103959"/>
                </a:lnTo>
                <a:lnTo>
                  <a:pt x="698818" y="104212"/>
                </a:lnTo>
                <a:lnTo>
                  <a:pt x="698346" y="104457"/>
                </a:lnTo>
                <a:lnTo>
                  <a:pt x="697871" y="104695"/>
                </a:lnTo>
                <a:lnTo>
                  <a:pt x="697394" y="104922"/>
                </a:lnTo>
                <a:lnTo>
                  <a:pt x="696917" y="105139"/>
                </a:lnTo>
                <a:lnTo>
                  <a:pt x="696439" y="105346"/>
                </a:lnTo>
                <a:lnTo>
                  <a:pt x="695960" y="105543"/>
                </a:lnTo>
                <a:lnTo>
                  <a:pt x="695480" y="105730"/>
                </a:lnTo>
                <a:lnTo>
                  <a:pt x="694998" y="105907"/>
                </a:lnTo>
                <a:lnTo>
                  <a:pt x="694516" y="106073"/>
                </a:lnTo>
                <a:lnTo>
                  <a:pt x="694033" y="106230"/>
                </a:lnTo>
                <a:lnTo>
                  <a:pt x="693550" y="106376"/>
                </a:lnTo>
                <a:lnTo>
                  <a:pt x="693065" y="106512"/>
                </a:lnTo>
                <a:lnTo>
                  <a:pt x="692579" y="106639"/>
                </a:lnTo>
                <a:lnTo>
                  <a:pt x="692092" y="106755"/>
                </a:lnTo>
                <a:lnTo>
                  <a:pt x="691604" y="106861"/>
                </a:lnTo>
                <a:lnTo>
                  <a:pt x="691115" y="106957"/>
                </a:lnTo>
                <a:lnTo>
                  <a:pt x="690626" y="107042"/>
                </a:lnTo>
                <a:lnTo>
                  <a:pt x="690135" y="107118"/>
                </a:lnTo>
                <a:lnTo>
                  <a:pt x="689644" y="107184"/>
                </a:lnTo>
                <a:lnTo>
                  <a:pt x="689151" y="107239"/>
                </a:lnTo>
                <a:lnTo>
                  <a:pt x="688658" y="107285"/>
                </a:lnTo>
                <a:lnTo>
                  <a:pt x="688163" y="107320"/>
                </a:lnTo>
                <a:lnTo>
                  <a:pt x="687668" y="107345"/>
                </a:lnTo>
                <a:lnTo>
                  <a:pt x="687171" y="107361"/>
                </a:lnTo>
                <a:lnTo>
                  <a:pt x="686674" y="107366"/>
                </a:lnTo>
                <a:lnTo>
                  <a:pt x="686214" y="107361"/>
                </a:lnTo>
                <a:lnTo>
                  <a:pt x="685763" y="107347"/>
                </a:lnTo>
                <a:lnTo>
                  <a:pt x="685321" y="107324"/>
                </a:lnTo>
                <a:lnTo>
                  <a:pt x="684889" y="107292"/>
                </a:lnTo>
                <a:lnTo>
                  <a:pt x="684467" y="107251"/>
                </a:lnTo>
                <a:lnTo>
                  <a:pt x="684053" y="107201"/>
                </a:lnTo>
                <a:lnTo>
                  <a:pt x="683649" y="107142"/>
                </a:lnTo>
                <a:lnTo>
                  <a:pt x="683255" y="107073"/>
                </a:lnTo>
                <a:lnTo>
                  <a:pt x="682870" y="106995"/>
                </a:lnTo>
                <a:lnTo>
                  <a:pt x="682494" y="106908"/>
                </a:lnTo>
                <a:lnTo>
                  <a:pt x="682128" y="106813"/>
                </a:lnTo>
                <a:lnTo>
                  <a:pt x="681771" y="106707"/>
                </a:lnTo>
                <a:lnTo>
                  <a:pt x="681424" y="106593"/>
                </a:lnTo>
                <a:lnTo>
                  <a:pt x="681086" y="106470"/>
                </a:lnTo>
                <a:lnTo>
                  <a:pt x="680758" y="106337"/>
                </a:lnTo>
                <a:lnTo>
                  <a:pt x="680439" y="106195"/>
                </a:lnTo>
                <a:lnTo>
                  <a:pt x="680129" y="106045"/>
                </a:lnTo>
                <a:lnTo>
                  <a:pt x="679829" y="105885"/>
                </a:lnTo>
                <a:lnTo>
                  <a:pt x="679538" y="105715"/>
                </a:lnTo>
                <a:lnTo>
                  <a:pt x="679256" y="105537"/>
                </a:lnTo>
                <a:lnTo>
                  <a:pt x="678984" y="105350"/>
                </a:lnTo>
                <a:lnTo>
                  <a:pt x="678722" y="105153"/>
                </a:lnTo>
                <a:lnTo>
                  <a:pt x="678468" y="104947"/>
                </a:lnTo>
                <a:lnTo>
                  <a:pt x="678225" y="104733"/>
                </a:lnTo>
                <a:lnTo>
                  <a:pt x="677991" y="104510"/>
                </a:lnTo>
                <a:lnTo>
                  <a:pt x="677766" y="104279"/>
                </a:lnTo>
                <a:lnTo>
                  <a:pt x="677552" y="104042"/>
                </a:lnTo>
                <a:lnTo>
                  <a:pt x="677348" y="103797"/>
                </a:lnTo>
                <a:lnTo>
                  <a:pt x="677154" y="103545"/>
                </a:lnTo>
                <a:lnTo>
                  <a:pt x="676970" y="103286"/>
                </a:lnTo>
                <a:lnTo>
                  <a:pt x="676795" y="103019"/>
                </a:lnTo>
                <a:lnTo>
                  <a:pt x="676631" y="102746"/>
                </a:lnTo>
                <a:lnTo>
                  <a:pt x="676477" y="102465"/>
                </a:lnTo>
                <a:lnTo>
                  <a:pt x="676332" y="102177"/>
                </a:lnTo>
                <a:lnTo>
                  <a:pt x="676198" y="101881"/>
                </a:lnTo>
                <a:lnTo>
                  <a:pt x="676073" y="101579"/>
                </a:lnTo>
                <a:lnTo>
                  <a:pt x="675959" y="101269"/>
                </a:lnTo>
                <a:lnTo>
                  <a:pt x="675854" y="100952"/>
                </a:lnTo>
                <a:lnTo>
                  <a:pt x="675759" y="100628"/>
                </a:lnTo>
                <a:lnTo>
                  <a:pt x="675675" y="100296"/>
                </a:lnTo>
                <a:lnTo>
                  <a:pt x="675600" y="99957"/>
                </a:lnTo>
                <a:lnTo>
                  <a:pt x="675535" y="99611"/>
                </a:lnTo>
                <a:lnTo>
                  <a:pt x="675480" y="99258"/>
                </a:lnTo>
                <a:lnTo>
                  <a:pt x="675436" y="98898"/>
                </a:lnTo>
                <a:lnTo>
                  <a:pt x="675401" y="98530"/>
                </a:lnTo>
                <a:lnTo>
                  <a:pt x="675376" y="98155"/>
                </a:lnTo>
                <a:lnTo>
                  <a:pt x="675361" y="97773"/>
                </a:lnTo>
                <a:lnTo>
                  <a:pt x="675356" y="97384"/>
                </a:lnTo>
                <a:lnTo>
                  <a:pt x="675358" y="97071"/>
                </a:lnTo>
                <a:lnTo>
                  <a:pt x="675366" y="96747"/>
                </a:lnTo>
                <a:lnTo>
                  <a:pt x="675378" y="96413"/>
                </a:lnTo>
                <a:lnTo>
                  <a:pt x="675395" y="96069"/>
                </a:lnTo>
                <a:lnTo>
                  <a:pt x="675417" y="95715"/>
                </a:lnTo>
                <a:lnTo>
                  <a:pt x="675444" y="95350"/>
                </a:lnTo>
                <a:lnTo>
                  <a:pt x="675476" y="94975"/>
                </a:lnTo>
                <a:lnTo>
                  <a:pt x="675513" y="94589"/>
                </a:lnTo>
                <a:lnTo>
                  <a:pt x="675555" y="94193"/>
                </a:lnTo>
                <a:lnTo>
                  <a:pt x="675601" y="93787"/>
                </a:lnTo>
                <a:lnTo>
                  <a:pt x="675653" y="93370"/>
                </a:lnTo>
                <a:lnTo>
                  <a:pt x="675710" y="92943"/>
                </a:lnTo>
                <a:lnTo>
                  <a:pt x="675771" y="92505"/>
                </a:lnTo>
                <a:lnTo>
                  <a:pt x="675837" y="92057"/>
                </a:lnTo>
                <a:lnTo>
                  <a:pt x="675909" y="91599"/>
                </a:lnTo>
                <a:lnTo>
                  <a:pt x="675985" y="91131"/>
                </a:lnTo>
                <a:lnTo>
                  <a:pt x="676066" y="90652"/>
                </a:lnTo>
                <a:lnTo>
                  <a:pt x="676152" y="90162"/>
                </a:lnTo>
                <a:lnTo>
                  <a:pt x="676243" y="89663"/>
                </a:lnTo>
                <a:lnTo>
                  <a:pt x="676338" y="89153"/>
                </a:lnTo>
                <a:lnTo>
                  <a:pt x="676439" y="88632"/>
                </a:lnTo>
                <a:lnTo>
                  <a:pt x="676545" y="88101"/>
                </a:lnTo>
                <a:lnTo>
                  <a:pt x="676655" y="87560"/>
                </a:lnTo>
                <a:lnTo>
                  <a:pt x="676771" y="87009"/>
                </a:lnTo>
                <a:lnTo>
                  <a:pt x="687932" y="33640"/>
                </a:lnTo>
                <a:lnTo>
                  <a:pt x="673705" y="33640"/>
                </a:lnTo>
                <a:lnTo>
                  <a:pt x="663645" y="81821"/>
                </a:lnTo>
                <a:lnTo>
                  <a:pt x="663427" y="82876"/>
                </a:lnTo>
                <a:lnTo>
                  <a:pt x="663218" y="83904"/>
                </a:lnTo>
                <a:lnTo>
                  <a:pt x="663018" y="84906"/>
                </a:lnTo>
                <a:lnTo>
                  <a:pt x="662828" y="85882"/>
                </a:lnTo>
                <a:lnTo>
                  <a:pt x="662647" y="86832"/>
                </a:lnTo>
                <a:lnTo>
                  <a:pt x="662476" y="87755"/>
                </a:lnTo>
                <a:lnTo>
                  <a:pt x="662313" y="88653"/>
                </a:lnTo>
                <a:lnTo>
                  <a:pt x="662160" y="89524"/>
                </a:lnTo>
                <a:lnTo>
                  <a:pt x="662016" y="90369"/>
                </a:lnTo>
                <a:lnTo>
                  <a:pt x="661882" y="91187"/>
                </a:lnTo>
                <a:lnTo>
                  <a:pt x="661756" y="91980"/>
                </a:lnTo>
                <a:lnTo>
                  <a:pt x="661640" y="92746"/>
                </a:lnTo>
                <a:lnTo>
                  <a:pt x="661534" y="93486"/>
                </a:lnTo>
                <a:lnTo>
                  <a:pt x="661436" y="94200"/>
                </a:lnTo>
                <a:lnTo>
                  <a:pt x="661348" y="94888"/>
                </a:lnTo>
                <a:lnTo>
                  <a:pt x="661269" y="95550"/>
                </a:lnTo>
                <a:lnTo>
                  <a:pt x="661200" y="96185"/>
                </a:lnTo>
                <a:lnTo>
                  <a:pt x="661139" y="96794"/>
                </a:lnTo>
                <a:lnTo>
                  <a:pt x="661088" y="97377"/>
                </a:lnTo>
                <a:lnTo>
                  <a:pt x="661047" y="97934"/>
                </a:lnTo>
                <a:lnTo>
                  <a:pt x="661014" y="98464"/>
                </a:lnTo>
                <a:lnTo>
                  <a:pt x="660991" y="98969"/>
                </a:lnTo>
                <a:lnTo>
                  <a:pt x="660977" y="99447"/>
                </a:lnTo>
                <a:lnTo>
                  <a:pt x="660972" y="99899"/>
                </a:lnTo>
                <a:lnTo>
                  <a:pt x="660983" y="100563"/>
                </a:lnTo>
                <a:lnTo>
                  <a:pt x="661014" y="101218"/>
                </a:lnTo>
                <a:lnTo>
                  <a:pt x="661065" y="101864"/>
                </a:lnTo>
                <a:lnTo>
                  <a:pt x="661137" y="102502"/>
                </a:lnTo>
                <a:lnTo>
                  <a:pt x="661230" y="103132"/>
                </a:lnTo>
                <a:lnTo>
                  <a:pt x="661343" y="103753"/>
                </a:lnTo>
                <a:lnTo>
                  <a:pt x="661477" y="104365"/>
                </a:lnTo>
                <a:lnTo>
                  <a:pt x="661632" y="104968"/>
                </a:lnTo>
                <a:lnTo>
                  <a:pt x="661807" y="105563"/>
                </a:lnTo>
                <a:lnTo>
                  <a:pt x="662003" y="106150"/>
                </a:lnTo>
                <a:lnTo>
                  <a:pt x="662219" y="106728"/>
                </a:lnTo>
                <a:lnTo>
                  <a:pt x="662456" y="107297"/>
                </a:lnTo>
                <a:lnTo>
                  <a:pt x="662713" y="107857"/>
                </a:lnTo>
                <a:lnTo>
                  <a:pt x="662992" y="108410"/>
                </a:lnTo>
                <a:lnTo>
                  <a:pt x="663290" y="108953"/>
                </a:lnTo>
                <a:lnTo>
                  <a:pt x="663610" y="109488"/>
                </a:lnTo>
                <a:lnTo>
                  <a:pt x="663950" y="110014"/>
                </a:lnTo>
                <a:lnTo>
                  <a:pt x="664310" y="110532"/>
                </a:lnTo>
                <a:lnTo>
                  <a:pt x="664692" y="111041"/>
                </a:lnTo>
                <a:lnTo>
                  <a:pt x="665093" y="111541"/>
                </a:lnTo>
                <a:lnTo>
                  <a:pt x="665516" y="112033"/>
                </a:lnTo>
                <a:lnTo>
                  <a:pt x="665959" y="112516"/>
                </a:lnTo>
                <a:lnTo>
                  <a:pt x="666422" y="112991"/>
                </a:lnTo>
                <a:lnTo>
                  <a:pt x="666907" y="113457"/>
                </a:lnTo>
                <a:lnTo>
                  <a:pt x="667408" y="113909"/>
                </a:lnTo>
                <a:lnTo>
                  <a:pt x="667921" y="114342"/>
                </a:lnTo>
                <a:lnTo>
                  <a:pt x="668448" y="114756"/>
                </a:lnTo>
                <a:lnTo>
                  <a:pt x="668988" y="115150"/>
                </a:lnTo>
                <a:lnTo>
                  <a:pt x="669541" y="115525"/>
                </a:lnTo>
                <a:lnTo>
                  <a:pt x="670107" y="115881"/>
                </a:lnTo>
                <a:lnTo>
                  <a:pt x="670686" y="116218"/>
                </a:lnTo>
                <a:lnTo>
                  <a:pt x="671277" y="116535"/>
                </a:lnTo>
                <a:lnTo>
                  <a:pt x="671882" y="116834"/>
                </a:lnTo>
                <a:lnTo>
                  <a:pt x="672500" y="117113"/>
                </a:lnTo>
                <a:lnTo>
                  <a:pt x="673130" y="117372"/>
                </a:lnTo>
                <a:lnTo>
                  <a:pt x="673774" y="117613"/>
                </a:lnTo>
                <a:lnTo>
                  <a:pt x="674431" y="117834"/>
                </a:lnTo>
                <a:lnTo>
                  <a:pt x="675100" y="118036"/>
                </a:lnTo>
                <a:lnTo>
                  <a:pt x="675783" y="118219"/>
                </a:lnTo>
                <a:lnTo>
                  <a:pt x="676478" y="118383"/>
                </a:lnTo>
                <a:lnTo>
                  <a:pt x="677186" y="118527"/>
                </a:lnTo>
                <a:lnTo>
                  <a:pt x="677908" y="118652"/>
                </a:lnTo>
                <a:lnTo>
                  <a:pt x="678642" y="118758"/>
                </a:lnTo>
                <a:lnTo>
                  <a:pt x="679390" y="118844"/>
                </a:lnTo>
                <a:lnTo>
                  <a:pt x="680150" y="118912"/>
                </a:lnTo>
                <a:lnTo>
                  <a:pt x="680923" y="118960"/>
                </a:lnTo>
                <a:lnTo>
                  <a:pt x="681709" y="118989"/>
                </a:lnTo>
                <a:lnTo>
                  <a:pt x="682508" y="118998"/>
                </a:lnTo>
                <a:lnTo>
                  <a:pt x="683817" y="118969"/>
                </a:lnTo>
                <a:lnTo>
                  <a:pt x="685123" y="118880"/>
                </a:lnTo>
                <a:lnTo>
                  <a:pt x="686427" y="118733"/>
                </a:lnTo>
                <a:lnTo>
                  <a:pt x="687729" y="118527"/>
                </a:lnTo>
                <a:lnTo>
                  <a:pt x="689028" y="118261"/>
                </a:lnTo>
                <a:lnTo>
                  <a:pt x="690324" y="117937"/>
                </a:lnTo>
                <a:lnTo>
                  <a:pt x="691618" y="117554"/>
                </a:lnTo>
                <a:lnTo>
                  <a:pt x="692910" y="117112"/>
                </a:lnTo>
                <a:lnTo>
                  <a:pt x="694199" y="116611"/>
                </a:lnTo>
                <a:lnTo>
                  <a:pt x="695485" y="116051"/>
                </a:lnTo>
                <a:lnTo>
                  <a:pt x="696769" y="115432"/>
                </a:lnTo>
                <a:lnTo>
                  <a:pt x="698051" y="114754"/>
                </a:lnTo>
                <a:lnTo>
                  <a:pt x="699330" y="114017"/>
                </a:lnTo>
                <a:lnTo>
                  <a:pt x="700607" y="113221"/>
                </a:lnTo>
                <a:lnTo>
                  <a:pt x="701882" y="112366"/>
                </a:lnTo>
                <a:lnTo>
                  <a:pt x="703154" y="111453"/>
                </a:lnTo>
                <a:lnTo>
                  <a:pt x="704423" y="110480"/>
                </a:lnTo>
                <a:lnTo>
                  <a:pt x="705690" y="109448"/>
                </a:lnTo>
                <a:lnTo>
                  <a:pt x="706955" y="108358"/>
                </a:lnTo>
                <a:lnTo>
                  <a:pt x="708217" y="107208"/>
                </a:lnTo>
                <a:lnTo>
                  <a:pt x="709476" y="106000"/>
                </a:lnTo>
                <a:lnTo>
                  <a:pt x="710733" y="104733"/>
                </a:lnTo>
                <a:lnTo>
                  <a:pt x="711988" y="103406"/>
                </a:lnTo>
                <a:lnTo>
                  <a:pt x="713240" y="102021"/>
                </a:lnTo>
                <a:lnTo>
                  <a:pt x="710096" y="117112"/>
                </a:lnTo>
                <a:lnTo>
                  <a:pt x="723222" y="117112"/>
                </a:lnTo>
                <a:lnTo>
                  <a:pt x="740671" y="33640"/>
                </a:lnTo>
                <a:lnTo>
                  <a:pt x="726445" y="33640"/>
                </a:lnTo>
                <a:lnTo>
                  <a:pt x="718899" y="69717"/>
                </a:lnTo>
                <a:close/>
                <a:moveTo>
                  <a:pt x="254553" y="107324"/>
                </a:moveTo>
                <a:lnTo>
                  <a:pt x="255323" y="108409"/>
                </a:lnTo>
                <a:lnTo>
                  <a:pt x="256116" y="109442"/>
                </a:lnTo>
                <a:lnTo>
                  <a:pt x="256933" y="110421"/>
                </a:lnTo>
                <a:lnTo>
                  <a:pt x="257773" y="111348"/>
                </a:lnTo>
                <a:lnTo>
                  <a:pt x="258637" y="112221"/>
                </a:lnTo>
                <a:lnTo>
                  <a:pt x="259524" y="113042"/>
                </a:lnTo>
                <a:lnTo>
                  <a:pt x="260435" y="113810"/>
                </a:lnTo>
                <a:lnTo>
                  <a:pt x="261369" y="114524"/>
                </a:lnTo>
                <a:lnTo>
                  <a:pt x="262327" y="115186"/>
                </a:lnTo>
                <a:lnTo>
                  <a:pt x="263308" y="115795"/>
                </a:lnTo>
                <a:lnTo>
                  <a:pt x="264312" y="116351"/>
                </a:lnTo>
                <a:lnTo>
                  <a:pt x="265340" y="116854"/>
                </a:lnTo>
                <a:lnTo>
                  <a:pt x="266392" y="117304"/>
                </a:lnTo>
                <a:lnTo>
                  <a:pt x="267467" y="117701"/>
                </a:lnTo>
                <a:lnTo>
                  <a:pt x="268565" y="118045"/>
                </a:lnTo>
                <a:lnTo>
                  <a:pt x="269687" y="118336"/>
                </a:lnTo>
                <a:lnTo>
                  <a:pt x="270833" y="118575"/>
                </a:lnTo>
                <a:lnTo>
                  <a:pt x="272002" y="118760"/>
                </a:lnTo>
                <a:lnTo>
                  <a:pt x="273194" y="118892"/>
                </a:lnTo>
                <a:lnTo>
                  <a:pt x="274410" y="118972"/>
                </a:lnTo>
                <a:lnTo>
                  <a:pt x="275649" y="118998"/>
                </a:lnTo>
                <a:lnTo>
                  <a:pt x="276212" y="118993"/>
                </a:lnTo>
                <a:lnTo>
                  <a:pt x="276773" y="118977"/>
                </a:lnTo>
                <a:lnTo>
                  <a:pt x="277334" y="118950"/>
                </a:lnTo>
                <a:lnTo>
                  <a:pt x="277894" y="118913"/>
                </a:lnTo>
                <a:lnTo>
                  <a:pt x="278452" y="118865"/>
                </a:lnTo>
                <a:lnTo>
                  <a:pt x="279009" y="118807"/>
                </a:lnTo>
                <a:lnTo>
                  <a:pt x="279565" y="118737"/>
                </a:lnTo>
                <a:lnTo>
                  <a:pt x="280120" y="118658"/>
                </a:lnTo>
                <a:lnTo>
                  <a:pt x="280674" y="118567"/>
                </a:lnTo>
                <a:lnTo>
                  <a:pt x="281227" y="118466"/>
                </a:lnTo>
                <a:lnTo>
                  <a:pt x="281779" y="118354"/>
                </a:lnTo>
                <a:lnTo>
                  <a:pt x="282330" y="118232"/>
                </a:lnTo>
                <a:lnTo>
                  <a:pt x="282880" y="118099"/>
                </a:lnTo>
                <a:lnTo>
                  <a:pt x="283428" y="117955"/>
                </a:lnTo>
                <a:lnTo>
                  <a:pt x="283976" y="117801"/>
                </a:lnTo>
                <a:lnTo>
                  <a:pt x="284522" y="117636"/>
                </a:lnTo>
                <a:lnTo>
                  <a:pt x="285067" y="117460"/>
                </a:lnTo>
                <a:lnTo>
                  <a:pt x="285611" y="117274"/>
                </a:lnTo>
                <a:lnTo>
                  <a:pt x="286155" y="117077"/>
                </a:lnTo>
                <a:lnTo>
                  <a:pt x="286697" y="116870"/>
                </a:lnTo>
                <a:lnTo>
                  <a:pt x="287237" y="116651"/>
                </a:lnTo>
                <a:lnTo>
                  <a:pt x="287777" y="116422"/>
                </a:lnTo>
                <a:lnTo>
                  <a:pt x="288316" y="116183"/>
                </a:lnTo>
                <a:lnTo>
                  <a:pt x="288854" y="115933"/>
                </a:lnTo>
                <a:lnTo>
                  <a:pt x="289390" y="115671"/>
                </a:lnTo>
                <a:lnTo>
                  <a:pt x="289927" y="115398"/>
                </a:lnTo>
                <a:lnTo>
                  <a:pt x="290462" y="115112"/>
                </a:lnTo>
                <a:lnTo>
                  <a:pt x="290998" y="114815"/>
                </a:lnTo>
                <a:lnTo>
                  <a:pt x="291532" y="114506"/>
                </a:lnTo>
                <a:lnTo>
                  <a:pt x="292066" y="114184"/>
                </a:lnTo>
                <a:lnTo>
                  <a:pt x="292600" y="113851"/>
                </a:lnTo>
                <a:lnTo>
                  <a:pt x="293133" y="113505"/>
                </a:lnTo>
                <a:lnTo>
                  <a:pt x="293665" y="113148"/>
                </a:lnTo>
                <a:lnTo>
                  <a:pt x="294197" y="112778"/>
                </a:lnTo>
                <a:lnTo>
                  <a:pt x="294729" y="112396"/>
                </a:lnTo>
                <a:lnTo>
                  <a:pt x="295259" y="112003"/>
                </a:lnTo>
                <a:lnTo>
                  <a:pt x="295790" y="111597"/>
                </a:lnTo>
                <a:lnTo>
                  <a:pt x="296319" y="111180"/>
                </a:lnTo>
                <a:lnTo>
                  <a:pt x="296849" y="110750"/>
                </a:lnTo>
                <a:lnTo>
                  <a:pt x="297377" y="110309"/>
                </a:lnTo>
                <a:lnTo>
                  <a:pt x="297905" y="109855"/>
                </a:lnTo>
                <a:lnTo>
                  <a:pt x="298433" y="109390"/>
                </a:lnTo>
                <a:lnTo>
                  <a:pt x="298960" y="108912"/>
                </a:lnTo>
                <a:lnTo>
                  <a:pt x="299486" y="108422"/>
                </a:lnTo>
                <a:lnTo>
                  <a:pt x="300012" y="107921"/>
                </a:lnTo>
                <a:lnTo>
                  <a:pt x="300538" y="107407"/>
                </a:lnTo>
                <a:lnTo>
                  <a:pt x="301062" y="106881"/>
                </a:lnTo>
                <a:lnTo>
                  <a:pt x="301587" y="106344"/>
                </a:lnTo>
                <a:lnTo>
                  <a:pt x="302107" y="105793"/>
                </a:lnTo>
                <a:lnTo>
                  <a:pt x="302621" y="105227"/>
                </a:lnTo>
                <a:lnTo>
                  <a:pt x="303128" y="104647"/>
                </a:lnTo>
                <a:lnTo>
                  <a:pt x="303628" y="104052"/>
                </a:lnTo>
                <a:lnTo>
                  <a:pt x="304121" y="103443"/>
                </a:lnTo>
                <a:lnTo>
                  <a:pt x="304608" y="102819"/>
                </a:lnTo>
                <a:lnTo>
                  <a:pt x="305087" y="102181"/>
                </a:lnTo>
                <a:lnTo>
                  <a:pt x="305560" y="101527"/>
                </a:lnTo>
                <a:lnTo>
                  <a:pt x="306026" y="100860"/>
                </a:lnTo>
                <a:lnTo>
                  <a:pt x="306485" y="100177"/>
                </a:lnTo>
                <a:lnTo>
                  <a:pt x="306938" y="99480"/>
                </a:lnTo>
                <a:lnTo>
                  <a:pt x="307383" y="98769"/>
                </a:lnTo>
                <a:lnTo>
                  <a:pt x="307822" y="98043"/>
                </a:lnTo>
                <a:lnTo>
                  <a:pt x="308254" y="97302"/>
                </a:lnTo>
                <a:lnTo>
                  <a:pt x="308679" y="96547"/>
                </a:lnTo>
                <a:lnTo>
                  <a:pt x="309097" y="95777"/>
                </a:lnTo>
                <a:lnTo>
                  <a:pt x="309509" y="94992"/>
                </a:lnTo>
                <a:lnTo>
                  <a:pt x="309913" y="94193"/>
                </a:lnTo>
                <a:lnTo>
                  <a:pt x="310311" y="93379"/>
                </a:lnTo>
                <a:lnTo>
                  <a:pt x="310702" y="92551"/>
                </a:lnTo>
                <a:lnTo>
                  <a:pt x="311086" y="91708"/>
                </a:lnTo>
                <a:lnTo>
                  <a:pt x="311463" y="90850"/>
                </a:lnTo>
                <a:lnTo>
                  <a:pt x="311834" y="89978"/>
                </a:lnTo>
                <a:lnTo>
                  <a:pt x="312197" y="89091"/>
                </a:lnTo>
                <a:lnTo>
                  <a:pt x="312550" y="88193"/>
                </a:lnTo>
                <a:lnTo>
                  <a:pt x="312888" y="87287"/>
                </a:lnTo>
                <a:lnTo>
                  <a:pt x="313211" y="86373"/>
                </a:lnTo>
                <a:lnTo>
                  <a:pt x="313518" y="85451"/>
                </a:lnTo>
                <a:lnTo>
                  <a:pt x="313811" y="84521"/>
                </a:lnTo>
                <a:lnTo>
                  <a:pt x="314089" y="83582"/>
                </a:lnTo>
                <a:lnTo>
                  <a:pt x="314351" y="82636"/>
                </a:lnTo>
                <a:lnTo>
                  <a:pt x="314599" y="81681"/>
                </a:lnTo>
                <a:lnTo>
                  <a:pt x="314832" y="80719"/>
                </a:lnTo>
                <a:lnTo>
                  <a:pt x="315049" y="79748"/>
                </a:lnTo>
                <a:lnTo>
                  <a:pt x="315252" y="78770"/>
                </a:lnTo>
                <a:lnTo>
                  <a:pt x="315440" y="77783"/>
                </a:lnTo>
                <a:lnTo>
                  <a:pt x="315612" y="76788"/>
                </a:lnTo>
                <a:lnTo>
                  <a:pt x="315770" y="75786"/>
                </a:lnTo>
                <a:lnTo>
                  <a:pt x="315912" y="74775"/>
                </a:lnTo>
                <a:lnTo>
                  <a:pt x="316040" y="73756"/>
                </a:lnTo>
                <a:lnTo>
                  <a:pt x="316153" y="72729"/>
                </a:lnTo>
                <a:lnTo>
                  <a:pt x="316250" y="71694"/>
                </a:lnTo>
                <a:lnTo>
                  <a:pt x="316333" y="70651"/>
                </a:lnTo>
                <a:lnTo>
                  <a:pt x="316400" y="69600"/>
                </a:lnTo>
                <a:lnTo>
                  <a:pt x="316453" y="68541"/>
                </a:lnTo>
                <a:lnTo>
                  <a:pt x="316490" y="67474"/>
                </a:lnTo>
                <a:lnTo>
                  <a:pt x="316513" y="66399"/>
                </a:lnTo>
                <a:lnTo>
                  <a:pt x="316520" y="65315"/>
                </a:lnTo>
                <a:lnTo>
                  <a:pt x="316507" y="63979"/>
                </a:lnTo>
                <a:lnTo>
                  <a:pt x="316466" y="62669"/>
                </a:lnTo>
                <a:lnTo>
                  <a:pt x="316398" y="61385"/>
                </a:lnTo>
                <a:lnTo>
                  <a:pt x="316302" y="60127"/>
                </a:lnTo>
                <a:lnTo>
                  <a:pt x="316179" y="58895"/>
                </a:lnTo>
                <a:lnTo>
                  <a:pt x="316029" y="57689"/>
                </a:lnTo>
                <a:lnTo>
                  <a:pt x="315852" y="56509"/>
                </a:lnTo>
                <a:lnTo>
                  <a:pt x="315647" y="55355"/>
                </a:lnTo>
                <a:lnTo>
                  <a:pt x="315415" y="54227"/>
                </a:lnTo>
                <a:lnTo>
                  <a:pt x="315156" y="53126"/>
                </a:lnTo>
                <a:lnTo>
                  <a:pt x="314869" y="52050"/>
                </a:lnTo>
                <a:lnTo>
                  <a:pt x="314555" y="51001"/>
                </a:lnTo>
                <a:lnTo>
                  <a:pt x="314214" y="49977"/>
                </a:lnTo>
                <a:lnTo>
                  <a:pt x="313846" y="48980"/>
                </a:lnTo>
                <a:lnTo>
                  <a:pt x="313450" y="48008"/>
                </a:lnTo>
                <a:lnTo>
                  <a:pt x="313027" y="47063"/>
                </a:lnTo>
                <a:lnTo>
                  <a:pt x="312577" y="46144"/>
                </a:lnTo>
                <a:lnTo>
                  <a:pt x="312099" y="45251"/>
                </a:lnTo>
                <a:lnTo>
                  <a:pt x="311594" y="44384"/>
                </a:lnTo>
                <a:lnTo>
                  <a:pt x="311062" y="43543"/>
                </a:lnTo>
                <a:lnTo>
                  <a:pt x="310503" y="42728"/>
                </a:lnTo>
                <a:lnTo>
                  <a:pt x="309916" y="41939"/>
                </a:lnTo>
                <a:lnTo>
                  <a:pt x="309302" y="41176"/>
                </a:lnTo>
                <a:lnTo>
                  <a:pt x="308660" y="40439"/>
                </a:lnTo>
                <a:lnTo>
                  <a:pt x="307998" y="39730"/>
                </a:lnTo>
                <a:lnTo>
                  <a:pt x="307322" y="39052"/>
                </a:lnTo>
                <a:lnTo>
                  <a:pt x="306632" y="38403"/>
                </a:lnTo>
                <a:lnTo>
                  <a:pt x="305927" y="37785"/>
                </a:lnTo>
                <a:lnTo>
                  <a:pt x="305208" y="37197"/>
                </a:lnTo>
                <a:lnTo>
                  <a:pt x="304475" y="36639"/>
                </a:lnTo>
                <a:lnTo>
                  <a:pt x="303728" y="36111"/>
                </a:lnTo>
                <a:lnTo>
                  <a:pt x="302966" y="35614"/>
                </a:lnTo>
                <a:lnTo>
                  <a:pt x="302191" y="35146"/>
                </a:lnTo>
                <a:lnTo>
                  <a:pt x="301401" y="34709"/>
                </a:lnTo>
                <a:lnTo>
                  <a:pt x="300597" y="34302"/>
                </a:lnTo>
                <a:lnTo>
                  <a:pt x="299779" y="33925"/>
                </a:lnTo>
                <a:lnTo>
                  <a:pt x="298946" y="33578"/>
                </a:lnTo>
                <a:lnTo>
                  <a:pt x="298100" y="33262"/>
                </a:lnTo>
                <a:lnTo>
                  <a:pt x="297239" y="32975"/>
                </a:lnTo>
                <a:lnTo>
                  <a:pt x="296364" y="32719"/>
                </a:lnTo>
                <a:lnTo>
                  <a:pt x="295475" y="32493"/>
                </a:lnTo>
                <a:lnTo>
                  <a:pt x="294572" y="32297"/>
                </a:lnTo>
                <a:lnTo>
                  <a:pt x="293654" y="32131"/>
                </a:lnTo>
                <a:lnTo>
                  <a:pt x="292722" y="31995"/>
                </a:lnTo>
                <a:lnTo>
                  <a:pt x="291777" y="31890"/>
                </a:lnTo>
                <a:lnTo>
                  <a:pt x="290816" y="31814"/>
                </a:lnTo>
                <a:lnTo>
                  <a:pt x="289842" y="31769"/>
                </a:lnTo>
                <a:lnTo>
                  <a:pt x="288854" y="31754"/>
                </a:lnTo>
                <a:lnTo>
                  <a:pt x="288318" y="31759"/>
                </a:lnTo>
                <a:lnTo>
                  <a:pt x="287784" y="31774"/>
                </a:lnTo>
                <a:lnTo>
                  <a:pt x="287253" y="31800"/>
                </a:lnTo>
                <a:lnTo>
                  <a:pt x="286724" y="31836"/>
                </a:lnTo>
                <a:lnTo>
                  <a:pt x="286197" y="31882"/>
                </a:lnTo>
                <a:lnTo>
                  <a:pt x="285673" y="31938"/>
                </a:lnTo>
                <a:lnTo>
                  <a:pt x="285151" y="32005"/>
                </a:lnTo>
                <a:lnTo>
                  <a:pt x="284631" y="32081"/>
                </a:lnTo>
                <a:lnTo>
                  <a:pt x="284114" y="32168"/>
                </a:lnTo>
                <a:lnTo>
                  <a:pt x="283599" y="32266"/>
                </a:lnTo>
                <a:lnTo>
                  <a:pt x="283086" y="32373"/>
                </a:lnTo>
                <a:lnTo>
                  <a:pt x="282576" y="32491"/>
                </a:lnTo>
                <a:lnTo>
                  <a:pt x="282067" y="32619"/>
                </a:lnTo>
                <a:lnTo>
                  <a:pt x="281562" y="32757"/>
                </a:lnTo>
                <a:lnTo>
                  <a:pt x="281058" y="32905"/>
                </a:lnTo>
                <a:lnTo>
                  <a:pt x="280557" y="33064"/>
                </a:lnTo>
                <a:lnTo>
                  <a:pt x="280058" y="33233"/>
                </a:lnTo>
                <a:lnTo>
                  <a:pt x="279562" y="33412"/>
                </a:lnTo>
                <a:lnTo>
                  <a:pt x="279068" y="33601"/>
                </a:lnTo>
                <a:lnTo>
                  <a:pt x="278576" y="33801"/>
                </a:lnTo>
                <a:lnTo>
                  <a:pt x="278086" y="34010"/>
                </a:lnTo>
                <a:lnTo>
                  <a:pt x="277599" y="34230"/>
                </a:lnTo>
                <a:lnTo>
                  <a:pt x="277114" y="34461"/>
                </a:lnTo>
                <a:lnTo>
                  <a:pt x="276632" y="34701"/>
                </a:lnTo>
                <a:lnTo>
                  <a:pt x="276147" y="34955"/>
                </a:lnTo>
                <a:lnTo>
                  <a:pt x="275658" y="35225"/>
                </a:lnTo>
                <a:lnTo>
                  <a:pt x="275163" y="35511"/>
                </a:lnTo>
                <a:lnTo>
                  <a:pt x="274663" y="35814"/>
                </a:lnTo>
                <a:lnTo>
                  <a:pt x="274158" y="36132"/>
                </a:lnTo>
                <a:lnTo>
                  <a:pt x="273647" y="36467"/>
                </a:lnTo>
                <a:lnTo>
                  <a:pt x="273131" y="36818"/>
                </a:lnTo>
                <a:lnTo>
                  <a:pt x="272610" y="37186"/>
                </a:lnTo>
                <a:lnTo>
                  <a:pt x="272083" y="37569"/>
                </a:lnTo>
                <a:lnTo>
                  <a:pt x="271551" y="37969"/>
                </a:lnTo>
                <a:lnTo>
                  <a:pt x="271014" y="38386"/>
                </a:lnTo>
                <a:lnTo>
                  <a:pt x="270471" y="38818"/>
                </a:lnTo>
                <a:lnTo>
                  <a:pt x="269923" y="39266"/>
                </a:lnTo>
                <a:lnTo>
                  <a:pt x="269370" y="39731"/>
                </a:lnTo>
                <a:lnTo>
                  <a:pt x="268812" y="40212"/>
                </a:lnTo>
                <a:lnTo>
                  <a:pt x="268248" y="40710"/>
                </a:lnTo>
                <a:lnTo>
                  <a:pt x="267678" y="41223"/>
                </a:lnTo>
                <a:lnTo>
                  <a:pt x="267104" y="41753"/>
                </a:lnTo>
                <a:lnTo>
                  <a:pt x="266524" y="42299"/>
                </a:lnTo>
                <a:lnTo>
                  <a:pt x="265939" y="42861"/>
                </a:lnTo>
                <a:lnTo>
                  <a:pt x="265348" y="43440"/>
                </a:lnTo>
                <a:lnTo>
                  <a:pt x="264753" y="44035"/>
                </a:lnTo>
                <a:lnTo>
                  <a:pt x="264151" y="44646"/>
                </a:lnTo>
                <a:lnTo>
                  <a:pt x="263545" y="45273"/>
                </a:lnTo>
                <a:lnTo>
                  <a:pt x="265981" y="33640"/>
                </a:lnTo>
                <a:lnTo>
                  <a:pt x="252856" y="33640"/>
                </a:lnTo>
                <a:lnTo>
                  <a:pt x="228726" y="149180"/>
                </a:lnTo>
                <a:lnTo>
                  <a:pt x="242952" y="149180"/>
                </a:lnTo>
                <a:lnTo>
                  <a:pt x="252384" y="103750"/>
                </a:lnTo>
                <a:lnTo>
                  <a:pt x="253083" y="104994"/>
                </a:lnTo>
                <a:lnTo>
                  <a:pt x="253806" y="106186"/>
                </a:lnTo>
                <a:lnTo>
                  <a:pt x="254553" y="107324"/>
                </a:lnTo>
                <a:close/>
                <a:moveTo>
                  <a:pt x="256977" y="80340"/>
                </a:moveTo>
                <a:lnTo>
                  <a:pt x="257026" y="79789"/>
                </a:lnTo>
                <a:lnTo>
                  <a:pt x="257085" y="79230"/>
                </a:lnTo>
                <a:lnTo>
                  <a:pt x="257152" y="78664"/>
                </a:lnTo>
                <a:lnTo>
                  <a:pt x="257229" y="78091"/>
                </a:lnTo>
                <a:lnTo>
                  <a:pt x="257314" y="77510"/>
                </a:lnTo>
                <a:lnTo>
                  <a:pt x="257409" y="76922"/>
                </a:lnTo>
                <a:lnTo>
                  <a:pt x="257512" y="76327"/>
                </a:lnTo>
                <a:lnTo>
                  <a:pt x="257625" y="75724"/>
                </a:lnTo>
                <a:lnTo>
                  <a:pt x="257747" y="75114"/>
                </a:lnTo>
                <a:lnTo>
                  <a:pt x="257877" y="74496"/>
                </a:lnTo>
                <a:lnTo>
                  <a:pt x="258017" y="73871"/>
                </a:lnTo>
                <a:lnTo>
                  <a:pt x="258165" y="73239"/>
                </a:lnTo>
                <a:lnTo>
                  <a:pt x="258323" y="72599"/>
                </a:lnTo>
                <a:lnTo>
                  <a:pt x="258490" y="71952"/>
                </a:lnTo>
                <a:lnTo>
                  <a:pt x="258665" y="71298"/>
                </a:lnTo>
                <a:lnTo>
                  <a:pt x="258850" y="70636"/>
                </a:lnTo>
                <a:lnTo>
                  <a:pt x="259044" y="69967"/>
                </a:lnTo>
                <a:lnTo>
                  <a:pt x="259246" y="69291"/>
                </a:lnTo>
                <a:lnTo>
                  <a:pt x="259458" y="68607"/>
                </a:lnTo>
                <a:lnTo>
                  <a:pt x="259676" y="67924"/>
                </a:lnTo>
                <a:lnTo>
                  <a:pt x="259900" y="67249"/>
                </a:lnTo>
                <a:lnTo>
                  <a:pt x="260128" y="66584"/>
                </a:lnTo>
                <a:lnTo>
                  <a:pt x="260361" y="65928"/>
                </a:lnTo>
                <a:lnTo>
                  <a:pt x="260598" y="65280"/>
                </a:lnTo>
                <a:lnTo>
                  <a:pt x="260841" y="64641"/>
                </a:lnTo>
                <a:lnTo>
                  <a:pt x="261088" y="64011"/>
                </a:lnTo>
                <a:lnTo>
                  <a:pt x="261340" y="63390"/>
                </a:lnTo>
                <a:lnTo>
                  <a:pt x="261597" y="62778"/>
                </a:lnTo>
                <a:lnTo>
                  <a:pt x="261858" y="62175"/>
                </a:lnTo>
                <a:lnTo>
                  <a:pt x="262124" y="61580"/>
                </a:lnTo>
                <a:lnTo>
                  <a:pt x="262395" y="60995"/>
                </a:lnTo>
                <a:lnTo>
                  <a:pt x="262671" y="60418"/>
                </a:lnTo>
                <a:lnTo>
                  <a:pt x="262952" y="59850"/>
                </a:lnTo>
                <a:lnTo>
                  <a:pt x="263237" y="59292"/>
                </a:lnTo>
                <a:lnTo>
                  <a:pt x="263527" y="58742"/>
                </a:lnTo>
                <a:lnTo>
                  <a:pt x="263822" y="58200"/>
                </a:lnTo>
                <a:lnTo>
                  <a:pt x="264122" y="57668"/>
                </a:lnTo>
                <a:lnTo>
                  <a:pt x="264427" y="57145"/>
                </a:lnTo>
                <a:lnTo>
                  <a:pt x="264736" y="56630"/>
                </a:lnTo>
                <a:lnTo>
                  <a:pt x="265050" y="56124"/>
                </a:lnTo>
                <a:lnTo>
                  <a:pt x="265369" y="55627"/>
                </a:lnTo>
                <a:lnTo>
                  <a:pt x="265692" y="55139"/>
                </a:lnTo>
                <a:lnTo>
                  <a:pt x="266021" y="54660"/>
                </a:lnTo>
                <a:lnTo>
                  <a:pt x="266353" y="54191"/>
                </a:lnTo>
                <a:lnTo>
                  <a:pt x="266687" y="53731"/>
                </a:lnTo>
                <a:lnTo>
                  <a:pt x="267024" y="53281"/>
                </a:lnTo>
                <a:lnTo>
                  <a:pt x="267362" y="52840"/>
                </a:lnTo>
                <a:lnTo>
                  <a:pt x="267704" y="52410"/>
                </a:lnTo>
                <a:lnTo>
                  <a:pt x="268047" y="51989"/>
                </a:lnTo>
                <a:lnTo>
                  <a:pt x="268393" y="51578"/>
                </a:lnTo>
                <a:lnTo>
                  <a:pt x="268741" y="51177"/>
                </a:lnTo>
                <a:lnTo>
                  <a:pt x="269092" y="50786"/>
                </a:lnTo>
                <a:lnTo>
                  <a:pt x="269444" y="50405"/>
                </a:lnTo>
                <a:lnTo>
                  <a:pt x="269800" y="50034"/>
                </a:lnTo>
                <a:lnTo>
                  <a:pt x="270157" y="49672"/>
                </a:lnTo>
                <a:lnTo>
                  <a:pt x="270517" y="49320"/>
                </a:lnTo>
                <a:lnTo>
                  <a:pt x="270879" y="48978"/>
                </a:lnTo>
                <a:lnTo>
                  <a:pt x="271243" y="48646"/>
                </a:lnTo>
                <a:lnTo>
                  <a:pt x="271610" y="48323"/>
                </a:lnTo>
                <a:lnTo>
                  <a:pt x="271979" y="48011"/>
                </a:lnTo>
                <a:lnTo>
                  <a:pt x="272350" y="47708"/>
                </a:lnTo>
                <a:lnTo>
                  <a:pt x="272724" y="47415"/>
                </a:lnTo>
                <a:lnTo>
                  <a:pt x="273100" y="47132"/>
                </a:lnTo>
                <a:lnTo>
                  <a:pt x="273478" y="46859"/>
                </a:lnTo>
                <a:lnTo>
                  <a:pt x="273859" y="46595"/>
                </a:lnTo>
                <a:lnTo>
                  <a:pt x="274242" y="46342"/>
                </a:lnTo>
                <a:lnTo>
                  <a:pt x="274627" y="46098"/>
                </a:lnTo>
                <a:lnTo>
                  <a:pt x="275015" y="45864"/>
                </a:lnTo>
                <a:lnTo>
                  <a:pt x="275406" y="45640"/>
                </a:lnTo>
                <a:lnTo>
                  <a:pt x="275799" y="45426"/>
                </a:lnTo>
                <a:lnTo>
                  <a:pt x="276195" y="45221"/>
                </a:lnTo>
                <a:lnTo>
                  <a:pt x="276594" y="45027"/>
                </a:lnTo>
                <a:lnTo>
                  <a:pt x="276995" y="44843"/>
                </a:lnTo>
                <a:lnTo>
                  <a:pt x="277399" y="44669"/>
                </a:lnTo>
                <a:lnTo>
                  <a:pt x="277806" y="44504"/>
                </a:lnTo>
                <a:lnTo>
                  <a:pt x="278216" y="44350"/>
                </a:lnTo>
                <a:lnTo>
                  <a:pt x="278628" y="44205"/>
                </a:lnTo>
                <a:lnTo>
                  <a:pt x="279043" y="44071"/>
                </a:lnTo>
                <a:lnTo>
                  <a:pt x="279461" y="43946"/>
                </a:lnTo>
                <a:lnTo>
                  <a:pt x="279882" y="43832"/>
                </a:lnTo>
                <a:lnTo>
                  <a:pt x="280305" y="43727"/>
                </a:lnTo>
                <a:lnTo>
                  <a:pt x="280731" y="43633"/>
                </a:lnTo>
                <a:lnTo>
                  <a:pt x="281160" y="43548"/>
                </a:lnTo>
                <a:lnTo>
                  <a:pt x="281591" y="43473"/>
                </a:lnTo>
                <a:lnTo>
                  <a:pt x="282025" y="43409"/>
                </a:lnTo>
                <a:lnTo>
                  <a:pt x="282462" y="43354"/>
                </a:lnTo>
                <a:lnTo>
                  <a:pt x="282902" y="43309"/>
                </a:lnTo>
                <a:lnTo>
                  <a:pt x="283344" y="43274"/>
                </a:lnTo>
                <a:lnTo>
                  <a:pt x="283789" y="43249"/>
                </a:lnTo>
                <a:lnTo>
                  <a:pt x="284237" y="43234"/>
                </a:lnTo>
                <a:lnTo>
                  <a:pt x="284688" y="43229"/>
                </a:lnTo>
                <a:lnTo>
                  <a:pt x="285312" y="43239"/>
                </a:lnTo>
                <a:lnTo>
                  <a:pt x="285928" y="43269"/>
                </a:lnTo>
                <a:lnTo>
                  <a:pt x="286536" y="43319"/>
                </a:lnTo>
                <a:lnTo>
                  <a:pt x="287134" y="43390"/>
                </a:lnTo>
                <a:lnTo>
                  <a:pt x="287724" y="43480"/>
                </a:lnTo>
                <a:lnTo>
                  <a:pt x="288306" y="43590"/>
                </a:lnTo>
                <a:lnTo>
                  <a:pt x="288879" y="43721"/>
                </a:lnTo>
                <a:lnTo>
                  <a:pt x="289443" y="43871"/>
                </a:lnTo>
                <a:lnTo>
                  <a:pt x="289999" y="44042"/>
                </a:lnTo>
                <a:lnTo>
                  <a:pt x="290546" y="44232"/>
                </a:lnTo>
                <a:lnTo>
                  <a:pt x="291084" y="44443"/>
                </a:lnTo>
                <a:lnTo>
                  <a:pt x="291614" y="44673"/>
                </a:lnTo>
                <a:lnTo>
                  <a:pt x="292136" y="44924"/>
                </a:lnTo>
                <a:lnTo>
                  <a:pt x="292648" y="45195"/>
                </a:lnTo>
                <a:lnTo>
                  <a:pt x="293153" y="45486"/>
                </a:lnTo>
                <a:lnTo>
                  <a:pt x="293648" y="45797"/>
                </a:lnTo>
                <a:lnTo>
                  <a:pt x="294135" y="46128"/>
                </a:lnTo>
                <a:lnTo>
                  <a:pt x="294613" y="46479"/>
                </a:lnTo>
                <a:lnTo>
                  <a:pt x="295083" y="46850"/>
                </a:lnTo>
                <a:lnTo>
                  <a:pt x="295544" y="47241"/>
                </a:lnTo>
                <a:lnTo>
                  <a:pt x="295997" y="47652"/>
                </a:lnTo>
                <a:lnTo>
                  <a:pt x="296441" y="48083"/>
                </a:lnTo>
                <a:lnTo>
                  <a:pt x="296876" y="48535"/>
                </a:lnTo>
                <a:lnTo>
                  <a:pt x="297303" y="49006"/>
                </a:lnTo>
                <a:lnTo>
                  <a:pt x="297717" y="49496"/>
                </a:lnTo>
                <a:lnTo>
                  <a:pt x="298113" y="50003"/>
                </a:lnTo>
                <a:lnTo>
                  <a:pt x="298491" y="50526"/>
                </a:lnTo>
                <a:lnTo>
                  <a:pt x="298852" y="51066"/>
                </a:lnTo>
                <a:lnTo>
                  <a:pt x="299195" y="51623"/>
                </a:lnTo>
                <a:lnTo>
                  <a:pt x="299521" y="52197"/>
                </a:lnTo>
                <a:lnTo>
                  <a:pt x="299829" y="52787"/>
                </a:lnTo>
                <a:lnTo>
                  <a:pt x="300119" y="53395"/>
                </a:lnTo>
                <a:lnTo>
                  <a:pt x="300392" y="54019"/>
                </a:lnTo>
                <a:lnTo>
                  <a:pt x="300648" y="54660"/>
                </a:lnTo>
                <a:lnTo>
                  <a:pt x="300885" y="55317"/>
                </a:lnTo>
                <a:lnTo>
                  <a:pt x="301105" y="55992"/>
                </a:lnTo>
                <a:lnTo>
                  <a:pt x="301308" y="56683"/>
                </a:lnTo>
                <a:lnTo>
                  <a:pt x="301492" y="57391"/>
                </a:lnTo>
                <a:lnTo>
                  <a:pt x="301660" y="58116"/>
                </a:lnTo>
                <a:lnTo>
                  <a:pt x="301809" y="58857"/>
                </a:lnTo>
                <a:lnTo>
                  <a:pt x="301941" y="59616"/>
                </a:lnTo>
                <a:lnTo>
                  <a:pt x="302056" y="60391"/>
                </a:lnTo>
                <a:lnTo>
                  <a:pt x="302153" y="61183"/>
                </a:lnTo>
                <a:lnTo>
                  <a:pt x="302232" y="61991"/>
                </a:lnTo>
                <a:lnTo>
                  <a:pt x="302293" y="62817"/>
                </a:lnTo>
                <a:lnTo>
                  <a:pt x="302337" y="63659"/>
                </a:lnTo>
                <a:lnTo>
                  <a:pt x="302364" y="64518"/>
                </a:lnTo>
                <a:lnTo>
                  <a:pt x="302373" y="65394"/>
                </a:lnTo>
                <a:lnTo>
                  <a:pt x="302359" y="66592"/>
                </a:lnTo>
                <a:lnTo>
                  <a:pt x="302320" y="67787"/>
                </a:lnTo>
                <a:lnTo>
                  <a:pt x="302255" y="68981"/>
                </a:lnTo>
                <a:lnTo>
                  <a:pt x="302163" y="70172"/>
                </a:lnTo>
                <a:lnTo>
                  <a:pt x="302045" y="71362"/>
                </a:lnTo>
                <a:lnTo>
                  <a:pt x="301901" y="72549"/>
                </a:lnTo>
                <a:lnTo>
                  <a:pt x="301731" y="73734"/>
                </a:lnTo>
                <a:lnTo>
                  <a:pt x="301534" y="74918"/>
                </a:lnTo>
                <a:lnTo>
                  <a:pt x="301312" y="76099"/>
                </a:lnTo>
                <a:lnTo>
                  <a:pt x="301063" y="77278"/>
                </a:lnTo>
                <a:lnTo>
                  <a:pt x="300788" y="78455"/>
                </a:lnTo>
                <a:lnTo>
                  <a:pt x="300486" y="79630"/>
                </a:lnTo>
                <a:lnTo>
                  <a:pt x="300159" y="80803"/>
                </a:lnTo>
                <a:lnTo>
                  <a:pt x="299805" y="81974"/>
                </a:lnTo>
                <a:lnTo>
                  <a:pt x="299425" y="83143"/>
                </a:lnTo>
                <a:lnTo>
                  <a:pt x="299019" y="84310"/>
                </a:lnTo>
                <a:lnTo>
                  <a:pt x="298587" y="85475"/>
                </a:lnTo>
                <a:lnTo>
                  <a:pt x="298128" y="86638"/>
                </a:lnTo>
                <a:lnTo>
                  <a:pt x="297644" y="87798"/>
                </a:lnTo>
                <a:lnTo>
                  <a:pt x="297133" y="88957"/>
                </a:lnTo>
                <a:lnTo>
                  <a:pt x="296596" y="90114"/>
                </a:lnTo>
                <a:lnTo>
                  <a:pt x="296032" y="91268"/>
                </a:lnTo>
                <a:lnTo>
                  <a:pt x="295443" y="92421"/>
                </a:lnTo>
                <a:lnTo>
                  <a:pt x="294827" y="93572"/>
                </a:lnTo>
                <a:lnTo>
                  <a:pt x="294190" y="94697"/>
                </a:lnTo>
                <a:lnTo>
                  <a:pt x="293537" y="95775"/>
                </a:lnTo>
                <a:lnTo>
                  <a:pt x="292867" y="96805"/>
                </a:lnTo>
                <a:lnTo>
                  <a:pt x="292181" y="97786"/>
                </a:lnTo>
                <a:lnTo>
                  <a:pt x="291479" y="98720"/>
                </a:lnTo>
                <a:lnTo>
                  <a:pt x="290760" y="99606"/>
                </a:lnTo>
                <a:lnTo>
                  <a:pt x="290024" y="100445"/>
                </a:lnTo>
                <a:lnTo>
                  <a:pt x="289273" y="101235"/>
                </a:lnTo>
                <a:lnTo>
                  <a:pt x="288505" y="101977"/>
                </a:lnTo>
                <a:lnTo>
                  <a:pt x="287721" y="102672"/>
                </a:lnTo>
                <a:lnTo>
                  <a:pt x="286920" y="103318"/>
                </a:lnTo>
                <a:lnTo>
                  <a:pt x="286103" y="103917"/>
                </a:lnTo>
                <a:lnTo>
                  <a:pt x="285269" y="104468"/>
                </a:lnTo>
                <a:lnTo>
                  <a:pt x="284419" y="104971"/>
                </a:lnTo>
                <a:lnTo>
                  <a:pt x="283553" y="105426"/>
                </a:lnTo>
                <a:lnTo>
                  <a:pt x="282671" y="105833"/>
                </a:lnTo>
                <a:lnTo>
                  <a:pt x="281772" y="106192"/>
                </a:lnTo>
                <a:lnTo>
                  <a:pt x="280856" y="106503"/>
                </a:lnTo>
                <a:lnTo>
                  <a:pt x="279925" y="106767"/>
                </a:lnTo>
                <a:lnTo>
                  <a:pt x="278976" y="106982"/>
                </a:lnTo>
                <a:lnTo>
                  <a:pt x="278012" y="107150"/>
                </a:lnTo>
                <a:lnTo>
                  <a:pt x="277031" y="107270"/>
                </a:lnTo>
                <a:lnTo>
                  <a:pt x="276034" y="107342"/>
                </a:lnTo>
                <a:lnTo>
                  <a:pt x="275020" y="107366"/>
                </a:lnTo>
                <a:lnTo>
                  <a:pt x="274532" y="107360"/>
                </a:lnTo>
                <a:lnTo>
                  <a:pt x="274048" y="107344"/>
                </a:lnTo>
                <a:lnTo>
                  <a:pt x="273569" y="107316"/>
                </a:lnTo>
                <a:lnTo>
                  <a:pt x="273095" y="107278"/>
                </a:lnTo>
                <a:lnTo>
                  <a:pt x="272625" y="107229"/>
                </a:lnTo>
                <a:lnTo>
                  <a:pt x="272161" y="107169"/>
                </a:lnTo>
                <a:lnTo>
                  <a:pt x="271702" y="107098"/>
                </a:lnTo>
                <a:lnTo>
                  <a:pt x="271248" y="107016"/>
                </a:lnTo>
                <a:lnTo>
                  <a:pt x="270798" y="106923"/>
                </a:lnTo>
                <a:lnTo>
                  <a:pt x="270354" y="106819"/>
                </a:lnTo>
                <a:lnTo>
                  <a:pt x="269914" y="106705"/>
                </a:lnTo>
                <a:lnTo>
                  <a:pt x="269479" y="106579"/>
                </a:lnTo>
                <a:lnTo>
                  <a:pt x="269049" y="106442"/>
                </a:lnTo>
                <a:lnTo>
                  <a:pt x="268624" y="106295"/>
                </a:lnTo>
                <a:lnTo>
                  <a:pt x="268204" y="106137"/>
                </a:lnTo>
                <a:lnTo>
                  <a:pt x="267789" y="105967"/>
                </a:lnTo>
                <a:lnTo>
                  <a:pt x="267379" y="105787"/>
                </a:lnTo>
                <a:lnTo>
                  <a:pt x="266974" y="105596"/>
                </a:lnTo>
                <a:lnTo>
                  <a:pt x="266573" y="105394"/>
                </a:lnTo>
                <a:lnTo>
                  <a:pt x="266178" y="105181"/>
                </a:lnTo>
                <a:lnTo>
                  <a:pt x="265787" y="104957"/>
                </a:lnTo>
                <a:lnTo>
                  <a:pt x="265402" y="104722"/>
                </a:lnTo>
                <a:lnTo>
                  <a:pt x="265021" y="104476"/>
                </a:lnTo>
                <a:lnTo>
                  <a:pt x="264645" y="104219"/>
                </a:lnTo>
                <a:lnTo>
                  <a:pt x="264276" y="103954"/>
                </a:lnTo>
                <a:lnTo>
                  <a:pt x="263916" y="103681"/>
                </a:lnTo>
                <a:lnTo>
                  <a:pt x="263565" y="103402"/>
                </a:lnTo>
                <a:lnTo>
                  <a:pt x="263222" y="103116"/>
                </a:lnTo>
                <a:lnTo>
                  <a:pt x="262888" y="102823"/>
                </a:lnTo>
                <a:lnTo>
                  <a:pt x="262562" y="102523"/>
                </a:lnTo>
                <a:lnTo>
                  <a:pt x="262246" y="102217"/>
                </a:lnTo>
                <a:lnTo>
                  <a:pt x="261938" y="101903"/>
                </a:lnTo>
                <a:lnTo>
                  <a:pt x="261639" y="101583"/>
                </a:lnTo>
                <a:lnTo>
                  <a:pt x="261349" y="101256"/>
                </a:lnTo>
                <a:lnTo>
                  <a:pt x="261067" y="100922"/>
                </a:lnTo>
                <a:lnTo>
                  <a:pt x="260794" y="100582"/>
                </a:lnTo>
                <a:lnTo>
                  <a:pt x="260530" y="100234"/>
                </a:lnTo>
                <a:lnTo>
                  <a:pt x="260274" y="99880"/>
                </a:lnTo>
                <a:lnTo>
                  <a:pt x="260028" y="99519"/>
                </a:lnTo>
                <a:lnTo>
                  <a:pt x="259790" y="99151"/>
                </a:lnTo>
                <a:lnTo>
                  <a:pt x="259560" y="98776"/>
                </a:lnTo>
                <a:lnTo>
                  <a:pt x="259340" y="98394"/>
                </a:lnTo>
                <a:lnTo>
                  <a:pt x="259128" y="98006"/>
                </a:lnTo>
                <a:lnTo>
                  <a:pt x="258925" y="97611"/>
                </a:lnTo>
                <a:lnTo>
                  <a:pt x="258731" y="97209"/>
                </a:lnTo>
                <a:lnTo>
                  <a:pt x="258545" y="96800"/>
                </a:lnTo>
                <a:lnTo>
                  <a:pt x="258368" y="96384"/>
                </a:lnTo>
                <a:lnTo>
                  <a:pt x="258200" y="95961"/>
                </a:lnTo>
                <a:lnTo>
                  <a:pt x="258091" y="95650"/>
                </a:lnTo>
                <a:lnTo>
                  <a:pt x="257987" y="95319"/>
                </a:lnTo>
                <a:lnTo>
                  <a:pt x="257887" y="94967"/>
                </a:lnTo>
                <a:lnTo>
                  <a:pt x="257792" y="94596"/>
                </a:lnTo>
                <a:lnTo>
                  <a:pt x="257701" y="94205"/>
                </a:lnTo>
                <a:lnTo>
                  <a:pt x="257616" y="93794"/>
                </a:lnTo>
                <a:lnTo>
                  <a:pt x="257534" y="93363"/>
                </a:lnTo>
                <a:lnTo>
                  <a:pt x="257458" y="92912"/>
                </a:lnTo>
                <a:lnTo>
                  <a:pt x="257386" y="92441"/>
                </a:lnTo>
                <a:lnTo>
                  <a:pt x="257319" y="91950"/>
                </a:lnTo>
                <a:lnTo>
                  <a:pt x="257256" y="91439"/>
                </a:lnTo>
                <a:lnTo>
                  <a:pt x="257198" y="90908"/>
                </a:lnTo>
                <a:lnTo>
                  <a:pt x="257145" y="90358"/>
                </a:lnTo>
                <a:lnTo>
                  <a:pt x="257096" y="89787"/>
                </a:lnTo>
                <a:lnTo>
                  <a:pt x="257052" y="89197"/>
                </a:lnTo>
                <a:lnTo>
                  <a:pt x="257012" y="88586"/>
                </a:lnTo>
                <a:lnTo>
                  <a:pt x="256978" y="87956"/>
                </a:lnTo>
                <a:lnTo>
                  <a:pt x="256948" y="87306"/>
                </a:lnTo>
                <a:lnTo>
                  <a:pt x="256922" y="86635"/>
                </a:lnTo>
                <a:lnTo>
                  <a:pt x="256901" y="85945"/>
                </a:lnTo>
                <a:lnTo>
                  <a:pt x="256885" y="85235"/>
                </a:lnTo>
                <a:lnTo>
                  <a:pt x="256873" y="84505"/>
                </a:lnTo>
                <a:lnTo>
                  <a:pt x="256866" y="83755"/>
                </a:lnTo>
                <a:lnTo>
                  <a:pt x="256864" y="82985"/>
                </a:lnTo>
                <a:lnTo>
                  <a:pt x="256869" y="82471"/>
                </a:lnTo>
                <a:lnTo>
                  <a:pt x="256882" y="81949"/>
                </a:lnTo>
                <a:lnTo>
                  <a:pt x="256905" y="81420"/>
                </a:lnTo>
                <a:lnTo>
                  <a:pt x="256936" y="80884"/>
                </a:lnTo>
                <a:lnTo>
                  <a:pt x="256977" y="80340"/>
                </a:lnTo>
                <a:close/>
                <a:moveTo>
                  <a:pt x="463242" y="117112"/>
                </a:moveTo>
                <a:lnTo>
                  <a:pt x="479276" y="117112"/>
                </a:lnTo>
                <a:lnTo>
                  <a:pt x="482734" y="100921"/>
                </a:lnTo>
                <a:lnTo>
                  <a:pt x="466621" y="100921"/>
                </a:lnTo>
                <a:lnTo>
                  <a:pt x="463242" y="117112"/>
                </a:lnTo>
                <a:close/>
                <a:moveTo>
                  <a:pt x="1400981" y="18078"/>
                </a:moveTo>
                <a:lnTo>
                  <a:pt x="1415129" y="18078"/>
                </a:lnTo>
                <a:lnTo>
                  <a:pt x="1418509" y="1886"/>
                </a:lnTo>
                <a:lnTo>
                  <a:pt x="1404361" y="1886"/>
                </a:lnTo>
                <a:lnTo>
                  <a:pt x="1400981" y="18078"/>
                </a:lnTo>
                <a:close/>
                <a:moveTo>
                  <a:pt x="1140640" y="117084"/>
                </a:moveTo>
                <a:lnTo>
                  <a:pt x="1141533" y="117062"/>
                </a:lnTo>
                <a:lnTo>
                  <a:pt x="1142415" y="117033"/>
                </a:lnTo>
                <a:lnTo>
                  <a:pt x="1143284" y="116999"/>
                </a:lnTo>
                <a:lnTo>
                  <a:pt x="1144141" y="116958"/>
                </a:lnTo>
                <a:lnTo>
                  <a:pt x="1144985" y="116911"/>
                </a:lnTo>
                <a:lnTo>
                  <a:pt x="1145817" y="116858"/>
                </a:lnTo>
                <a:lnTo>
                  <a:pt x="1146637" y="116798"/>
                </a:lnTo>
                <a:lnTo>
                  <a:pt x="1147445" y="116732"/>
                </a:lnTo>
                <a:lnTo>
                  <a:pt x="1148240" y="116660"/>
                </a:lnTo>
                <a:lnTo>
                  <a:pt x="1149023" y="116581"/>
                </a:lnTo>
                <a:lnTo>
                  <a:pt x="1149794" y="116497"/>
                </a:lnTo>
                <a:lnTo>
                  <a:pt x="1150553" y="116406"/>
                </a:lnTo>
                <a:lnTo>
                  <a:pt x="1151299" y="116308"/>
                </a:lnTo>
                <a:lnTo>
                  <a:pt x="1152033" y="116205"/>
                </a:lnTo>
                <a:lnTo>
                  <a:pt x="1152755" y="116095"/>
                </a:lnTo>
                <a:lnTo>
                  <a:pt x="1153464" y="115979"/>
                </a:lnTo>
                <a:lnTo>
                  <a:pt x="1154161" y="115856"/>
                </a:lnTo>
                <a:lnTo>
                  <a:pt x="1154846" y="115728"/>
                </a:lnTo>
                <a:lnTo>
                  <a:pt x="1155519" y="115593"/>
                </a:lnTo>
                <a:lnTo>
                  <a:pt x="1156179" y="115452"/>
                </a:lnTo>
                <a:lnTo>
                  <a:pt x="1156827" y="115304"/>
                </a:lnTo>
                <a:lnTo>
                  <a:pt x="1157667" y="115103"/>
                </a:lnTo>
                <a:lnTo>
                  <a:pt x="1158498" y="114893"/>
                </a:lnTo>
                <a:lnTo>
                  <a:pt x="1159320" y="114675"/>
                </a:lnTo>
                <a:lnTo>
                  <a:pt x="1160132" y="114447"/>
                </a:lnTo>
                <a:lnTo>
                  <a:pt x="1160934" y="114211"/>
                </a:lnTo>
                <a:lnTo>
                  <a:pt x="1161727" y="113965"/>
                </a:lnTo>
                <a:lnTo>
                  <a:pt x="1162511" y="113711"/>
                </a:lnTo>
                <a:lnTo>
                  <a:pt x="1163285" y="113448"/>
                </a:lnTo>
                <a:lnTo>
                  <a:pt x="1164050" y="113176"/>
                </a:lnTo>
                <a:lnTo>
                  <a:pt x="1164806" y="112896"/>
                </a:lnTo>
                <a:lnTo>
                  <a:pt x="1165552" y="112606"/>
                </a:lnTo>
                <a:lnTo>
                  <a:pt x="1166289" y="112308"/>
                </a:lnTo>
                <a:lnTo>
                  <a:pt x="1167016" y="112000"/>
                </a:lnTo>
                <a:lnTo>
                  <a:pt x="1167734" y="111684"/>
                </a:lnTo>
                <a:lnTo>
                  <a:pt x="1168442" y="111359"/>
                </a:lnTo>
                <a:lnTo>
                  <a:pt x="1169141" y="111025"/>
                </a:lnTo>
                <a:lnTo>
                  <a:pt x="1169831" y="110682"/>
                </a:lnTo>
                <a:lnTo>
                  <a:pt x="1170511" y="110330"/>
                </a:lnTo>
                <a:lnTo>
                  <a:pt x="1171182" y="109970"/>
                </a:lnTo>
                <a:lnTo>
                  <a:pt x="1171843" y="109600"/>
                </a:lnTo>
                <a:lnTo>
                  <a:pt x="1172495" y="109222"/>
                </a:lnTo>
                <a:lnTo>
                  <a:pt x="1173137" y="108835"/>
                </a:lnTo>
                <a:lnTo>
                  <a:pt x="1173770" y="108439"/>
                </a:lnTo>
                <a:lnTo>
                  <a:pt x="1174394" y="108034"/>
                </a:lnTo>
                <a:lnTo>
                  <a:pt x="1175012" y="107618"/>
                </a:lnTo>
                <a:lnTo>
                  <a:pt x="1175628" y="107189"/>
                </a:lnTo>
                <a:lnTo>
                  <a:pt x="1176241" y="106747"/>
                </a:lnTo>
                <a:lnTo>
                  <a:pt x="1176852" y="106291"/>
                </a:lnTo>
                <a:lnTo>
                  <a:pt x="1177462" y="105823"/>
                </a:lnTo>
                <a:lnTo>
                  <a:pt x="1178069" y="105342"/>
                </a:lnTo>
                <a:lnTo>
                  <a:pt x="1178673" y="104847"/>
                </a:lnTo>
                <a:lnTo>
                  <a:pt x="1179276" y="104340"/>
                </a:lnTo>
                <a:lnTo>
                  <a:pt x="1179876" y="103819"/>
                </a:lnTo>
                <a:lnTo>
                  <a:pt x="1180475" y="103285"/>
                </a:lnTo>
                <a:lnTo>
                  <a:pt x="1181071" y="102738"/>
                </a:lnTo>
                <a:lnTo>
                  <a:pt x="1181664" y="102178"/>
                </a:lnTo>
                <a:lnTo>
                  <a:pt x="1182256" y="101605"/>
                </a:lnTo>
                <a:lnTo>
                  <a:pt x="1182846" y="101019"/>
                </a:lnTo>
                <a:lnTo>
                  <a:pt x="1183433" y="100419"/>
                </a:lnTo>
                <a:lnTo>
                  <a:pt x="1184018" y="99807"/>
                </a:lnTo>
                <a:lnTo>
                  <a:pt x="1184601" y="99182"/>
                </a:lnTo>
                <a:lnTo>
                  <a:pt x="1185182" y="98543"/>
                </a:lnTo>
                <a:lnTo>
                  <a:pt x="1185760" y="97891"/>
                </a:lnTo>
                <a:lnTo>
                  <a:pt x="1186337" y="97226"/>
                </a:lnTo>
                <a:lnTo>
                  <a:pt x="1186911" y="96548"/>
                </a:lnTo>
                <a:lnTo>
                  <a:pt x="1187483" y="95857"/>
                </a:lnTo>
                <a:lnTo>
                  <a:pt x="1188053" y="95153"/>
                </a:lnTo>
                <a:lnTo>
                  <a:pt x="1188620" y="94436"/>
                </a:lnTo>
                <a:lnTo>
                  <a:pt x="1189182" y="93708"/>
                </a:lnTo>
                <a:lnTo>
                  <a:pt x="1189735" y="92970"/>
                </a:lnTo>
                <a:lnTo>
                  <a:pt x="1190280" y="92222"/>
                </a:lnTo>
                <a:lnTo>
                  <a:pt x="1190815" y="91465"/>
                </a:lnTo>
                <a:lnTo>
                  <a:pt x="1191341" y="90698"/>
                </a:lnTo>
                <a:lnTo>
                  <a:pt x="1191858" y="89922"/>
                </a:lnTo>
                <a:lnTo>
                  <a:pt x="1192366" y="89136"/>
                </a:lnTo>
                <a:lnTo>
                  <a:pt x="1192865" y="88340"/>
                </a:lnTo>
                <a:lnTo>
                  <a:pt x="1193355" y="87535"/>
                </a:lnTo>
                <a:lnTo>
                  <a:pt x="1193836" y="86721"/>
                </a:lnTo>
                <a:lnTo>
                  <a:pt x="1194308" y="85897"/>
                </a:lnTo>
                <a:lnTo>
                  <a:pt x="1194771" y="85063"/>
                </a:lnTo>
                <a:lnTo>
                  <a:pt x="1195225" y="84220"/>
                </a:lnTo>
                <a:lnTo>
                  <a:pt x="1195670" y="83367"/>
                </a:lnTo>
                <a:lnTo>
                  <a:pt x="1196106" y="82505"/>
                </a:lnTo>
                <a:lnTo>
                  <a:pt x="1196533" y="81633"/>
                </a:lnTo>
                <a:lnTo>
                  <a:pt x="1196951" y="80752"/>
                </a:lnTo>
                <a:lnTo>
                  <a:pt x="1197360" y="79861"/>
                </a:lnTo>
                <a:lnTo>
                  <a:pt x="1197760" y="78961"/>
                </a:lnTo>
                <a:lnTo>
                  <a:pt x="1198150" y="78051"/>
                </a:lnTo>
                <a:lnTo>
                  <a:pt x="1198532" y="77131"/>
                </a:lnTo>
                <a:lnTo>
                  <a:pt x="1198905" y="76202"/>
                </a:lnTo>
                <a:lnTo>
                  <a:pt x="1199269" y="75263"/>
                </a:lnTo>
                <a:lnTo>
                  <a:pt x="1199624" y="74315"/>
                </a:lnTo>
                <a:lnTo>
                  <a:pt x="1199967" y="73358"/>
                </a:lnTo>
                <a:lnTo>
                  <a:pt x="1200296" y="72392"/>
                </a:lnTo>
                <a:lnTo>
                  <a:pt x="1200610" y="71417"/>
                </a:lnTo>
                <a:lnTo>
                  <a:pt x="1200909" y="70434"/>
                </a:lnTo>
                <a:lnTo>
                  <a:pt x="1201194" y="69442"/>
                </a:lnTo>
                <a:lnTo>
                  <a:pt x="1201464" y="68442"/>
                </a:lnTo>
                <a:lnTo>
                  <a:pt x="1201719" y="67433"/>
                </a:lnTo>
                <a:lnTo>
                  <a:pt x="1201960" y="66416"/>
                </a:lnTo>
                <a:lnTo>
                  <a:pt x="1202187" y="65390"/>
                </a:lnTo>
                <a:lnTo>
                  <a:pt x="1202398" y="64355"/>
                </a:lnTo>
                <a:lnTo>
                  <a:pt x="1202595" y="63312"/>
                </a:lnTo>
                <a:lnTo>
                  <a:pt x="1202778" y="62260"/>
                </a:lnTo>
                <a:lnTo>
                  <a:pt x="1202946" y="61199"/>
                </a:lnTo>
                <a:lnTo>
                  <a:pt x="1203099" y="60130"/>
                </a:lnTo>
                <a:lnTo>
                  <a:pt x="1203238" y="59053"/>
                </a:lnTo>
                <a:lnTo>
                  <a:pt x="1203362" y="57966"/>
                </a:lnTo>
                <a:lnTo>
                  <a:pt x="1203471" y="56872"/>
                </a:lnTo>
                <a:lnTo>
                  <a:pt x="1203566" y="55768"/>
                </a:lnTo>
                <a:lnTo>
                  <a:pt x="1203647" y="54656"/>
                </a:lnTo>
                <a:lnTo>
                  <a:pt x="1203712" y="53535"/>
                </a:lnTo>
                <a:lnTo>
                  <a:pt x="1203763" y="52406"/>
                </a:lnTo>
                <a:lnTo>
                  <a:pt x="1203800" y="51268"/>
                </a:lnTo>
                <a:lnTo>
                  <a:pt x="1203822" y="50122"/>
                </a:lnTo>
                <a:lnTo>
                  <a:pt x="1203829" y="48967"/>
                </a:lnTo>
                <a:lnTo>
                  <a:pt x="1203823" y="48001"/>
                </a:lnTo>
                <a:lnTo>
                  <a:pt x="1203806" y="47044"/>
                </a:lnTo>
                <a:lnTo>
                  <a:pt x="1203776" y="46094"/>
                </a:lnTo>
                <a:lnTo>
                  <a:pt x="1203735" y="45153"/>
                </a:lnTo>
                <a:lnTo>
                  <a:pt x="1203683" y="44219"/>
                </a:lnTo>
                <a:lnTo>
                  <a:pt x="1203618" y="43293"/>
                </a:lnTo>
                <a:lnTo>
                  <a:pt x="1203542" y="42375"/>
                </a:lnTo>
                <a:lnTo>
                  <a:pt x="1203454" y="41465"/>
                </a:lnTo>
                <a:lnTo>
                  <a:pt x="1203354" y="40563"/>
                </a:lnTo>
                <a:lnTo>
                  <a:pt x="1203242" y="39669"/>
                </a:lnTo>
                <a:lnTo>
                  <a:pt x="1203119" y="38783"/>
                </a:lnTo>
                <a:lnTo>
                  <a:pt x="1202984" y="37904"/>
                </a:lnTo>
                <a:lnTo>
                  <a:pt x="1202838" y="37034"/>
                </a:lnTo>
                <a:lnTo>
                  <a:pt x="1202679" y="36171"/>
                </a:lnTo>
                <a:lnTo>
                  <a:pt x="1202509" y="35317"/>
                </a:lnTo>
                <a:lnTo>
                  <a:pt x="1202327" y="34470"/>
                </a:lnTo>
                <a:lnTo>
                  <a:pt x="1202133" y="33631"/>
                </a:lnTo>
                <a:lnTo>
                  <a:pt x="1201928" y="32800"/>
                </a:lnTo>
                <a:lnTo>
                  <a:pt x="1201711" y="31977"/>
                </a:lnTo>
                <a:lnTo>
                  <a:pt x="1201482" y="31162"/>
                </a:lnTo>
                <a:lnTo>
                  <a:pt x="1201242" y="30355"/>
                </a:lnTo>
                <a:lnTo>
                  <a:pt x="1200989" y="29556"/>
                </a:lnTo>
                <a:lnTo>
                  <a:pt x="1200725" y="28764"/>
                </a:lnTo>
                <a:lnTo>
                  <a:pt x="1200449" y="27981"/>
                </a:lnTo>
                <a:lnTo>
                  <a:pt x="1200162" y="27207"/>
                </a:lnTo>
                <a:lnTo>
                  <a:pt x="1199863" y="26444"/>
                </a:lnTo>
                <a:lnTo>
                  <a:pt x="1199553" y="25691"/>
                </a:lnTo>
                <a:lnTo>
                  <a:pt x="1199231" y="24950"/>
                </a:lnTo>
                <a:lnTo>
                  <a:pt x="1198898" y="24219"/>
                </a:lnTo>
                <a:lnTo>
                  <a:pt x="1198553" y="23499"/>
                </a:lnTo>
                <a:lnTo>
                  <a:pt x="1198197" y="22789"/>
                </a:lnTo>
                <a:lnTo>
                  <a:pt x="1197830" y="22091"/>
                </a:lnTo>
                <a:lnTo>
                  <a:pt x="1197450" y="21403"/>
                </a:lnTo>
                <a:lnTo>
                  <a:pt x="1197060" y="20726"/>
                </a:lnTo>
                <a:lnTo>
                  <a:pt x="1196658" y="20059"/>
                </a:lnTo>
                <a:lnTo>
                  <a:pt x="1196244" y="19404"/>
                </a:lnTo>
                <a:lnTo>
                  <a:pt x="1195820" y="18759"/>
                </a:lnTo>
                <a:lnTo>
                  <a:pt x="1195383" y="18125"/>
                </a:lnTo>
                <a:lnTo>
                  <a:pt x="1194935" y="17502"/>
                </a:lnTo>
                <a:lnTo>
                  <a:pt x="1194476" y="16890"/>
                </a:lnTo>
                <a:lnTo>
                  <a:pt x="1194005" y="16288"/>
                </a:lnTo>
                <a:lnTo>
                  <a:pt x="1193523" y="15698"/>
                </a:lnTo>
                <a:lnTo>
                  <a:pt x="1193029" y="15118"/>
                </a:lnTo>
                <a:lnTo>
                  <a:pt x="1192524" y="14548"/>
                </a:lnTo>
                <a:lnTo>
                  <a:pt x="1192007" y="13990"/>
                </a:lnTo>
                <a:lnTo>
                  <a:pt x="1191479" y="13442"/>
                </a:lnTo>
                <a:lnTo>
                  <a:pt x="1190940" y="12905"/>
                </a:lnTo>
                <a:lnTo>
                  <a:pt x="1190389" y="12379"/>
                </a:lnTo>
                <a:lnTo>
                  <a:pt x="1189827" y="11865"/>
                </a:lnTo>
                <a:lnTo>
                  <a:pt x="1189256" y="11364"/>
                </a:lnTo>
                <a:lnTo>
                  <a:pt x="1188676" y="10877"/>
                </a:lnTo>
                <a:lnTo>
                  <a:pt x="1188085" y="10402"/>
                </a:lnTo>
                <a:lnTo>
                  <a:pt x="1187486" y="9941"/>
                </a:lnTo>
                <a:lnTo>
                  <a:pt x="1186876" y="9493"/>
                </a:lnTo>
                <a:lnTo>
                  <a:pt x="1186258" y="9059"/>
                </a:lnTo>
                <a:lnTo>
                  <a:pt x="1185629" y="8637"/>
                </a:lnTo>
                <a:lnTo>
                  <a:pt x="1184991" y="8229"/>
                </a:lnTo>
                <a:lnTo>
                  <a:pt x="1184344" y="7834"/>
                </a:lnTo>
                <a:lnTo>
                  <a:pt x="1183687" y="7452"/>
                </a:lnTo>
                <a:lnTo>
                  <a:pt x="1183020" y="7084"/>
                </a:lnTo>
                <a:lnTo>
                  <a:pt x="1182344" y="6728"/>
                </a:lnTo>
                <a:lnTo>
                  <a:pt x="1181658" y="6386"/>
                </a:lnTo>
                <a:lnTo>
                  <a:pt x="1180963" y="6058"/>
                </a:lnTo>
                <a:lnTo>
                  <a:pt x="1180258" y="5742"/>
                </a:lnTo>
                <a:lnTo>
                  <a:pt x="1179544" y="5440"/>
                </a:lnTo>
                <a:lnTo>
                  <a:pt x="1178820" y="5151"/>
                </a:lnTo>
                <a:lnTo>
                  <a:pt x="1178087" y="4875"/>
                </a:lnTo>
                <a:lnTo>
                  <a:pt x="1177344" y="4612"/>
                </a:lnTo>
                <a:lnTo>
                  <a:pt x="1176591" y="4363"/>
                </a:lnTo>
                <a:lnTo>
                  <a:pt x="1175829" y="4127"/>
                </a:lnTo>
                <a:lnTo>
                  <a:pt x="1175057" y="3904"/>
                </a:lnTo>
                <a:lnTo>
                  <a:pt x="1174276" y="3694"/>
                </a:lnTo>
                <a:lnTo>
                  <a:pt x="1173716" y="3547"/>
                </a:lnTo>
                <a:lnTo>
                  <a:pt x="1173135" y="3405"/>
                </a:lnTo>
                <a:lnTo>
                  <a:pt x="1172533" y="3270"/>
                </a:lnTo>
                <a:lnTo>
                  <a:pt x="1171912" y="3142"/>
                </a:lnTo>
                <a:lnTo>
                  <a:pt x="1171269" y="3019"/>
                </a:lnTo>
                <a:lnTo>
                  <a:pt x="1170607" y="2903"/>
                </a:lnTo>
                <a:lnTo>
                  <a:pt x="1169923" y="2793"/>
                </a:lnTo>
                <a:lnTo>
                  <a:pt x="1169220" y="2690"/>
                </a:lnTo>
                <a:lnTo>
                  <a:pt x="1168495" y="2593"/>
                </a:lnTo>
                <a:lnTo>
                  <a:pt x="1167751" y="2502"/>
                </a:lnTo>
                <a:lnTo>
                  <a:pt x="1166986" y="2417"/>
                </a:lnTo>
                <a:lnTo>
                  <a:pt x="1166200" y="2338"/>
                </a:lnTo>
                <a:lnTo>
                  <a:pt x="1165394" y="2266"/>
                </a:lnTo>
                <a:lnTo>
                  <a:pt x="1164568" y="2200"/>
                </a:lnTo>
                <a:lnTo>
                  <a:pt x="1163721" y="2141"/>
                </a:lnTo>
                <a:lnTo>
                  <a:pt x="1162853" y="2087"/>
                </a:lnTo>
                <a:lnTo>
                  <a:pt x="1161965" y="2040"/>
                </a:lnTo>
                <a:lnTo>
                  <a:pt x="1161057" y="1999"/>
                </a:lnTo>
                <a:lnTo>
                  <a:pt x="1160128" y="1965"/>
                </a:lnTo>
                <a:lnTo>
                  <a:pt x="1159179" y="1937"/>
                </a:lnTo>
                <a:lnTo>
                  <a:pt x="1158209" y="1915"/>
                </a:lnTo>
                <a:lnTo>
                  <a:pt x="1157219" y="1899"/>
                </a:lnTo>
                <a:lnTo>
                  <a:pt x="1156208" y="1890"/>
                </a:lnTo>
                <a:lnTo>
                  <a:pt x="1155177" y="1886"/>
                </a:lnTo>
                <a:lnTo>
                  <a:pt x="1120436" y="1886"/>
                </a:lnTo>
                <a:lnTo>
                  <a:pt x="1096385" y="117112"/>
                </a:lnTo>
                <a:lnTo>
                  <a:pt x="1137885" y="117112"/>
                </a:lnTo>
                <a:lnTo>
                  <a:pt x="1138815" y="117109"/>
                </a:lnTo>
                <a:lnTo>
                  <a:pt x="1139734" y="117099"/>
                </a:lnTo>
                <a:lnTo>
                  <a:pt x="1140640" y="117084"/>
                </a:lnTo>
                <a:close/>
                <a:moveTo>
                  <a:pt x="1155448" y="14946"/>
                </a:moveTo>
                <a:lnTo>
                  <a:pt x="1156377" y="14962"/>
                </a:lnTo>
                <a:lnTo>
                  <a:pt x="1157284" y="14984"/>
                </a:lnTo>
                <a:lnTo>
                  <a:pt x="1158169" y="15012"/>
                </a:lnTo>
                <a:lnTo>
                  <a:pt x="1159033" y="15047"/>
                </a:lnTo>
                <a:lnTo>
                  <a:pt x="1159875" y="15088"/>
                </a:lnTo>
                <a:lnTo>
                  <a:pt x="1160696" y="15135"/>
                </a:lnTo>
                <a:lnTo>
                  <a:pt x="1161495" y="15188"/>
                </a:lnTo>
                <a:lnTo>
                  <a:pt x="1162273" y="15248"/>
                </a:lnTo>
                <a:lnTo>
                  <a:pt x="1163029" y="15313"/>
                </a:lnTo>
                <a:lnTo>
                  <a:pt x="1163764" y="15386"/>
                </a:lnTo>
                <a:lnTo>
                  <a:pt x="1164477" y="15464"/>
                </a:lnTo>
                <a:lnTo>
                  <a:pt x="1165168" y="15549"/>
                </a:lnTo>
                <a:lnTo>
                  <a:pt x="1165838" y="15640"/>
                </a:lnTo>
                <a:lnTo>
                  <a:pt x="1166486" y="15737"/>
                </a:lnTo>
                <a:lnTo>
                  <a:pt x="1167113" y="15841"/>
                </a:lnTo>
                <a:lnTo>
                  <a:pt x="1167718" y="15951"/>
                </a:lnTo>
                <a:lnTo>
                  <a:pt x="1168302" y="16067"/>
                </a:lnTo>
                <a:lnTo>
                  <a:pt x="1168864" y="16189"/>
                </a:lnTo>
                <a:lnTo>
                  <a:pt x="1169404" y="16318"/>
                </a:lnTo>
                <a:lnTo>
                  <a:pt x="1169923" y="16453"/>
                </a:lnTo>
                <a:lnTo>
                  <a:pt x="1170421" y="16594"/>
                </a:lnTo>
                <a:lnTo>
                  <a:pt x="1170896" y="16741"/>
                </a:lnTo>
                <a:lnTo>
                  <a:pt x="1171521" y="16953"/>
                </a:lnTo>
                <a:lnTo>
                  <a:pt x="1172135" y="17183"/>
                </a:lnTo>
                <a:lnTo>
                  <a:pt x="1172741" y="17430"/>
                </a:lnTo>
                <a:lnTo>
                  <a:pt x="1173337" y="17694"/>
                </a:lnTo>
                <a:lnTo>
                  <a:pt x="1173924" y="17977"/>
                </a:lnTo>
                <a:lnTo>
                  <a:pt x="1174502" y="18277"/>
                </a:lnTo>
                <a:lnTo>
                  <a:pt x="1175071" y="18594"/>
                </a:lnTo>
                <a:lnTo>
                  <a:pt x="1175630" y="18929"/>
                </a:lnTo>
                <a:lnTo>
                  <a:pt x="1176180" y="19282"/>
                </a:lnTo>
                <a:lnTo>
                  <a:pt x="1176720" y="19652"/>
                </a:lnTo>
                <a:lnTo>
                  <a:pt x="1177252" y="20040"/>
                </a:lnTo>
                <a:lnTo>
                  <a:pt x="1177774" y="20445"/>
                </a:lnTo>
                <a:lnTo>
                  <a:pt x="1178287" y="20869"/>
                </a:lnTo>
                <a:lnTo>
                  <a:pt x="1178790" y="21309"/>
                </a:lnTo>
                <a:lnTo>
                  <a:pt x="1179284" y="21768"/>
                </a:lnTo>
                <a:lnTo>
                  <a:pt x="1179769" y="22243"/>
                </a:lnTo>
                <a:lnTo>
                  <a:pt x="1180245" y="22737"/>
                </a:lnTo>
                <a:lnTo>
                  <a:pt x="1180711" y="23248"/>
                </a:lnTo>
                <a:lnTo>
                  <a:pt x="1181169" y="23777"/>
                </a:lnTo>
                <a:lnTo>
                  <a:pt x="1181616" y="24323"/>
                </a:lnTo>
                <a:lnTo>
                  <a:pt x="1182055" y="24887"/>
                </a:lnTo>
                <a:lnTo>
                  <a:pt x="1182484" y="25468"/>
                </a:lnTo>
                <a:lnTo>
                  <a:pt x="1182904" y="26067"/>
                </a:lnTo>
                <a:lnTo>
                  <a:pt x="1183315" y="26684"/>
                </a:lnTo>
                <a:lnTo>
                  <a:pt x="1183713" y="27321"/>
                </a:lnTo>
                <a:lnTo>
                  <a:pt x="1184093" y="27980"/>
                </a:lnTo>
                <a:lnTo>
                  <a:pt x="1184457" y="28662"/>
                </a:lnTo>
                <a:lnTo>
                  <a:pt x="1184804" y="29366"/>
                </a:lnTo>
                <a:lnTo>
                  <a:pt x="1185134" y="30093"/>
                </a:lnTo>
                <a:lnTo>
                  <a:pt x="1185447" y="30843"/>
                </a:lnTo>
                <a:lnTo>
                  <a:pt x="1185743" y="31614"/>
                </a:lnTo>
                <a:lnTo>
                  <a:pt x="1186022" y="32409"/>
                </a:lnTo>
                <a:lnTo>
                  <a:pt x="1186285" y="33226"/>
                </a:lnTo>
                <a:lnTo>
                  <a:pt x="1186530" y="34065"/>
                </a:lnTo>
                <a:lnTo>
                  <a:pt x="1186758" y="34927"/>
                </a:lnTo>
                <a:lnTo>
                  <a:pt x="1186970" y="35811"/>
                </a:lnTo>
                <a:lnTo>
                  <a:pt x="1187164" y="36718"/>
                </a:lnTo>
                <a:lnTo>
                  <a:pt x="1187342" y="37648"/>
                </a:lnTo>
                <a:lnTo>
                  <a:pt x="1187503" y="38600"/>
                </a:lnTo>
                <a:lnTo>
                  <a:pt x="1187647" y="39574"/>
                </a:lnTo>
                <a:lnTo>
                  <a:pt x="1187774" y="40571"/>
                </a:lnTo>
                <a:lnTo>
                  <a:pt x="1187884" y="41591"/>
                </a:lnTo>
                <a:lnTo>
                  <a:pt x="1187977" y="42633"/>
                </a:lnTo>
                <a:lnTo>
                  <a:pt x="1188053" y="43698"/>
                </a:lnTo>
                <a:lnTo>
                  <a:pt x="1188112" y="44785"/>
                </a:lnTo>
                <a:lnTo>
                  <a:pt x="1188154" y="45894"/>
                </a:lnTo>
                <a:lnTo>
                  <a:pt x="1188180" y="47026"/>
                </a:lnTo>
                <a:lnTo>
                  <a:pt x="1188188" y="48181"/>
                </a:lnTo>
                <a:lnTo>
                  <a:pt x="1188182" y="49224"/>
                </a:lnTo>
                <a:lnTo>
                  <a:pt x="1188163" y="50258"/>
                </a:lnTo>
                <a:lnTo>
                  <a:pt x="1188132" y="51282"/>
                </a:lnTo>
                <a:lnTo>
                  <a:pt x="1188089" y="52298"/>
                </a:lnTo>
                <a:lnTo>
                  <a:pt x="1188033" y="53303"/>
                </a:lnTo>
                <a:lnTo>
                  <a:pt x="1187965" y="54299"/>
                </a:lnTo>
                <a:lnTo>
                  <a:pt x="1187884" y="55286"/>
                </a:lnTo>
                <a:lnTo>
                  <a:pt x="1187791" y="56263"/>
                </a:lnTo>
                <a:lnTo>
                  <a:pt x="1187685" y="57231"/>
                </a:lnTo>
                <a:lnTo>
                  <a:pt x="1187567" y="58190"/>
                </a:lnTo>
                <a:lnTo>
                  <a:pt x="1187437" y="59139"/>
                </a:lnTo>
                <a:lnTo>
                  <a:pt x="1187294" y="60079"/>
                </a:lnTo>
                <a:lnTo>
                  <a:pt x="1187139" y="61009"/>
                </a:lnTo>
                <a:lnTo>
                  <a:pt x="1186971" y="61930"/>
                </a:lnTo>
                <a:lnTo>
                  <a:pt x="1186791" y="62841"/>
                </a:lnTo>
                <a:lnTo>
                  <a:pt x="1186599" y="63743"/>
                </a:lnTo>
                <a:lnTo>
                  <a:pt x="1186394" y="64636"/>
                </a:lnTo>
                <a:lnTo>
                  <a:pt x="1186176" y="65519"/>
                </a:lnTo>
                <a:lnTo>
                  <a:pt x="1185947" y="66393"/>
                </a:lnTo>
                <a:lnTo>
                  <a:pt x="1185705" y="67257"/>
                </a:lnTo>
                <a:lnTo>
                  <a:pt x="1185450" y="68112"/>
                </a:lnTo>
                <a:lnTo>
                  <a:pt x="1185183" y="68958"/>
                </a:lnTo>
                <a:lnTo>
                  <a:pt x="1184904" y="69794"/>
                </a:lnTo>
                <a:lnTo>
                  <a:pt x="1184612" y="70621"/>
                </a:lnTo>
                <a:lnTo>
                  <a:pt x="1184310" y="71439"/>
                </a:lnTo>
                <a:lnTo>
                  <a:pt x="1183999" y="72250"/>
                </a:lnTo>
                <a:lnTo>
                  <a:pt x="1183680" y="73053"/>
                </a:lnTo>
                <a:lnTo>
                  <a:pt x="1183353" y="73849"/>
                </a:lnTo>
                <a:lnTo>
                  <a:pt x="1183018" y="74637"/>
                </a:lnTo>
                <a:lnTo>
                  <a:pt x="1182674" y="75418"/>
                </a:lnTo>
                <a:lnTo>
                  <a:pt x="1182322" y="76191"/>
                </a:lnTo>
                <a:lnTo>
                  <a:pt x="1181961" y="76957"/>
                </a:lnTo>
                <a:lnTo>
                  <a:pt x="1181593" y="77715"/>
                </a:lnTo>
                <a:lnTo>
                  <a:pt x="1181215" y="78466"/>
                </a:lnTo>
                <a:lnTo>
                  <a:pt x="1180830" y="79209"/>
                </a:lnTo>
                <a:lnTo>
                  <a:pt x="1180436" y="79945"/>
                </a:lnTo>
                <a:lnTo>
                  <a:pt x="1180034" y="80673"/>
                </a:lnTo>
                <a:lnTo>
                  <a:pt x="1179624" y="81393"/>
                </a:lnTo>
                <a:lnTo>
                  <a:pt x="1179205" y="82107"/>
                </a:lnTo>
                <a:lnTo>
                  <a:pt x="1178778" y="82812"/>
                </a:lnTo>
                <a:lnTo>
                  <a:pt x="1178343" y="83510"/>
                </a:lnTo>
                <a:lnTo>
                  <a:pt x="1177899" y="84201"/>
                </a:lnTo>
                <a:lnTo>
                  <a:pt x="1177447" y="84884"/>
                </a:lnTo>
                <a:lnTo>
                  <a:pt x="1176987" y="85560"/>
                </a:lnTo>
                <a:lnTo>
                  <a:pt x="1176518" y="86228"/>
                </a:lnTo>
                <a:lnTo>
                  <a:pt x="1176041" y="86889"/>
                </a:lnTo>
                <a:lnTo>
                  <a:pt x="1175556" y="87542"/>
                </a:lnTo>
                <a:lnTo>
                  <a:pt x="1175062" y="88188"/>
                </a:lnTo>
                <a:lnTo>
                  <a:pt x="1174680" y="88668"/>
                </a:lnTo>
                <a:lnTo>
                  <a:pt x="1174295" y="89141"/>
                </a:lnTo>
                <a:lnTo>
                  <a:pt x="1173906" y="89606"/>
                </a:lnTo>
                <a:lnTo>
                  <a:pt x="1173514" y="90063"/>
                </a:lnTo>
                <a:lnTo>
                  <a:pt x="1173118" y="90512"/>
                </a:lnTo>
                <a:lnTo>
                  <a:pt x="1172719" y="90953"/>
                </a:lnTo>
                <a:lnTo>
                  <a:pt x="1172316" y="91387"/>
                </a:lnTo>
                <a:lnTo>
                  <a:pt x="1171909" y="91812"/>
                </a:lnTo>
                <a:lnTo>
                  <a:pt x="1171499" y="92229"/>
                </a:lnTo>
                <a:lnTo>
                  <a:pt x="1171086" y="92639"/>
                </a:lnTo>
                <a:lnTo>
                  <a:pt x="1170669" y="93040"/>
                </a:lnTo>
                <a:lnTo>
                  <a:pt x="1170248" y="93434"/>
                </a:lnTo>
                <a:lnTo>
                  <a:pt x="1169824" y="93820"/>
                </a:lnTo>
                <a:lnTo>
                  <a:pt x="1169396" y="94198"/>
                </a:lnTo>
                <a:lnTo>
                  <a:pt x="1168965" y="94568"/>
                </a:lnTo>
                <a:lnTo>
                  <a:pt x="1168530" y="94930"/>
                </a:lnTo>
                <a:lnTo>
                  <a:pt x="1168091" y="95284"/>
                </a:lnTo>
                <a:lnTo>
                  <a:pt x="1167649" y="95630"/>
                </a:lnTo>
                <a:lnTo>
                  <a:pt x="1167204" y="95968"/>
                </a:lnTo>
                <a:lnTo>
                  <a:pt x="1166755" y="96299"/>
                </a:lnTo>
                <a:lnTo>
                  <a:pt x="1166302" y="96621"/>
                </a:lnTo>
                <a:lnTo>
                  <a:pt x="1165846" y="96935"/>
                </a:lnTo>
                <a:lnTo>
                  <a:pt x="1165386" y="97242"/>
                </a:lnTo>
                <a:lnTo>
                  <a:pt x="1164923" y="97541"/>
                </a:lnTo>
                <a:lnTo>
                  <a:pt x="1164566" y="97768"/>
                </a:lnTo>
                <a:lnTo>
                  <a:pt x="1164204" y="97990"/>
                </a:lnTo>
                <a:lnTo>
                  <a:pt x="1163835" y="98208"/>
                </a:lnTo>
                <a:lnTo>
                  <a:pt x="1163460" y="98421"/>
                </a:lnTo>
                <a:lnTo>
                  <a:pt x="1163079" y="98629"/>
                </a:lnTo>
                <a:lnTo>
                  <a:pt x="1162693" y="98833"/>
                </a:lnTo>
                <a:lnTo>
                  <a:pt x="1162300" y="99032"/>
                </a:lnTo>
                <a:lnTo>
                  <a:pt x="1161901" y="99226"/>
                </a:lnTo>
                <a:lnTo>
                  <a:pt x="1161497" y="99416"/>
                </a:lnTo>
                <a:lnTo>
                  <a:pt x="1161086" y="99601"/>
                </a:lnTo>
                <a:lnTo>
                  <a:pt x="1160669" y="99782"/>
                </a:lnTo>
                <a:lnTo>
                  <a:pt x="1160246" y="99958"/>
                </a:lnTo>
                <a:lnTo>
                  <a:pt x="1159818" y="100129"/>
                </a:lnTo>
                <a:lnTo>
                  <a:pt x="1159383" y="100296"/>
                </a:lnTo>
                <a:lnTo>
                  <a:pt x="1158942" y="100458"/>
                </a:lnTo>
                <a:lnTo>
                  <a:pt x="1158495" y="100615"/>
                </a:lnTo>
                <a:lnTo>
                  <a:pt x="1158043" y="100768"/>
                </a:lnTo>
                <a:lnTo>
                  <a:pt x="1157584" y="100916"/>
                </a:lnTo>
                <a:lnTo>
                  <a:pt x="1157119" y="101059"/>
                </a:lnTo>
                <a:lnTo>
                  <a:pt x="1156648" y="101198"/>
                </a:lnTo>
                <a:lnTo>
                  <a:pt x="1156171" y="101332"/>
                </a:lnTo>
                <a:lnTo>
                  <a:pt x="1155689" y="101461"/>
                </a:lnTo>
                <a:lnTo>
                  <a:pt x="1155200" y="101586"/>
                </a:lnTo>
                <a:lnTo>
                  <a:pt x="1154705" y="101707"/>
                </a:lnTo>
                <a:lnTo>
                  <a:pt x="1153901" y="101899"/>
                </a:lnTo>
                <a:lnTo>
                  <a:pt x="1153088" y="102083"/>
                </a:lnTo>
                <a:lnTo>
                  <a:pt x="1152265" y="102259"/>
                </a:lnTo>
                <a:lnTo>
                  <a:pt x="1151432" y="102427"/>
                </a:lnTo>
                <a:lnTo>
                  <a:pt x="1150590" y="102587"/>
                </a:lnTo>
                <a:lnTo>
                  <a:pt x="1149739" y="102738"/>
                </a:lnTo>
                <a:lnTo>
                  <a:pt x="1148877" y="102881"/>
                </a:lnTo>
                <a:lnTo>
                  <a:pt x="1148007" y="103017"/>
                </a:lnTo>
                <a:lnTo>
                  <a:pt x="1147126" y="103143"/>
                </a:lnTo>
                <a:lnTo>
                  <a:pt x="1146237" y="103262"/>
                </a:lnTo>
                <a:lnTo>
                  <a:pt x="1145337" y="103373"/>
                </a:lnTo>
                <a:lnTo>
                  <a:pt x="1144428" y="103475"/>
                </a:lnTo>
                <a:lnTo>
                  <a:pt x="1143510" y="103569"/>
                </a:lnTo>
                <a:lnTo>
                  <a:pt x="1142582" y="103655"/>
                </a:lnTo>
                <a:lnTo>
                  <a:pt x="1141644" y="103733"/>
                </a:lnTo>
                <a:lnTo>
                  <a:pt x="1140697" y="103802"/>
                </a:lnTo>
                <a:lnTo>
                  <a:pt x="1139740" y="103864"/>
                </a:lnTo>
                <a:lnTo>
                  <a:pt x="1138774" y="103917"/>
                </a:lnTo>
                <a:lnTo>
                  <a:pt x="1137798" y="103962"/>
                </a:lnTo>
                <a:lnTo>
                  <a:pt x="1136813" y="103999"/>
                </a:lnTo>
                <a:lnTo>
                  <a:pt x="1135818" y="104028"/>
                </a:lnTo>
                <a:lnTo>
                  <a:pt x="1134814" y="104048"/>
                </a:lnTo>
                <a:lnTo>
                  <a:pt x="1133800" y="104060"/>
                </a:lnTo>
                <a:lnTo>
                  <a:pt x="1132776" y="104064"/>
                </a:lnTo>
                <a:lnTo>
                  <a:pt x="1114541" y="104064"/>
                </a:lnTo>
                <a:lnTo>
                  <a:pt x="1133169" y="14934"/>
                </a:lnTo>
                <a:lnTo>
                  <a:pt x="1153526" y="14934"/>
                </a:lnTo>
                <a:lnTo>
                  <a:pt x="1154498" y="14937"/>
                </a:lnTo>
                <a:lnTo>
                  <a:pt x="1155448" y="14946"/>
                </a:lnTo>
                <a:close/>
                <a:moveTo>
                  <a:pt x="1529411" y="73702"/>
                </a:moveTo>
                <a:lnTo>
                  <a:pt x="1529800" y="72250"/>
                </a:lnTo>
                <a:lnTo>
                  <a:pt x="1530204" y="70837"/>
                </a:lnTo>
                <a:lnTo>
                  <a:pt x="1530625" y="69463"/>
                </a:lnTo>
                <a:lnTo>
                  <a:pt x="1531061" y="68127"/>
                </a:lnTo>
                <a:lnTo>
                  <a:pt x="1531513" y="66831"/>
                </a:lnTo>
                <a:lnTo>
                  <a:pt x="1531980" y="65574"/>
                </a:lnTo>
                <a:lnTo>
                  <a:pt x="1532463" y="64356"/>
                </a:lnTo>
                <a:lnTo>
                  <a:pt x="1532962" y="63176"/>
                </a:lnTo>
                <a:lnTo>
                  <a:pt x="1533476" y="62036"/>
                </a:lnTo>
                <a:lnTo>
                  <a:pt x="1534007" y="60934"/>
                </a:lnTo>
                <a:lnTo>
                  <a:pt x="1534553" y="59872"/>
                </a:lnTo>
                <a:lnTo>
                  <a:pt x="1535114" y="58848"/>
                </a:lnTo>
                <a:lnTo>
                  <a:pt x="1535691" y="57864"/>
                </a:lnTo>
                <a:lnTo>
                  <a:pt x="1536284" y="56918"/>
                </a:lnTo>
                <a:lnTo>
                  <a:pt x="1536893" y="56011"/>
                </a:lnTo>
                <a:lnTo>
                  <a:pt x="1537517" y="55143"/>
                </a:lnTo>
                <a:lnTo>
                  <a:pt x="1538157" y="54315"/>
                </a:lnTo>
                <a:lnTo>
                  <a:pt x="1538813" y="53525"/>
                </a:lnTo>
                <a:lnTo>
                  <a:pt x="1539485" y="52774"/>
                </a:lnTo>
                <a:lnTo>
                  <a:pt x="1540172" y="52062"/>
                </a:lnTo>
                <a:lnTo>
                  <a:pt x="1540875" y="51389"/>
                </a:lnTo>
                <a:lnTo>
                  <a:pt x="1541589" y="50749"/>
                </a:lnTo>
                <a:lnTo>
                  <a:pt x="1542312" y="50136"/>
                </a:lnTo>
                <a:lnTo>
                  <a:pt x="1543044" y="49550"/>
                </a:lnTo>
                <a:lnTo>
                  <a:pt x="1543784" y="48992"/>
                </a:lnTo>
                <a:lnTo>
                  <a:pt x="1544532" y="48460"/>
                </a:lnTo>
                <a:lnTo>
                  <a:pt x="1545288" y="47956"/>
                </a:lnTo>
                <a:lnTo>
                  <a:pt x="1546053" y="47480"/>
                </a:lnTo>
                <a:lnTo>
                  <a:pt x="1546826" y="47030"/>
                </a:lnTo>
                <a:lnTo>
                  <a:pt x="1547608" y="46608"/>
                </a:lnTo>
                <a:lnTo>
                  <a:pt x="1548397" y="46213"/>
                </a:lnTo>
                <a:lnTo>
                  <a:pt x="1549195" y="45845"/>
                </a:lnTo>
                <a:lnTo>
                  <a:pt x="1550002" y="45505"/>
                </a:lnTo>
                <a:lnTo>
                  <a:pt x="1550816" y="45192"/>
                </a:lnTo>
                <a:lnTo>
                  <a:pt x="1551640" y="44906"/>
                </a:lnTo>
                <a:lnTo>
                  <a:pt x="1552471" y="44647"/>
                </a:lnTo>
                <a:lnTo>
                  <a:pt x="1553311" y="44415"/>
                </a:lnTo>
                <a:lnTo>
                  <a:pt x="1554159" y="44211"/>
                </a:lnTo>
                <a:lnTo>
                  <a:pt x="1555015" y="44034"/>
                </a:lnTo>
                <a:lnTo>
                  <a:pt x="1555880" y="43884"/>
                </a:lnTo>
                <a:lnTo>
                  <a:pt x="1556753" y="43762"/>
                </a:lnTo>
                <a:lnTo>
                  <a:pt x="1557634" y="43666"/>
                </a:lnTo>
                <a:lnTo>
                  <a:pt x="1558523" y="43598"/>
                </a:lnTo>
                <a:lnTo>
                  <a:pt x="1559421" y="43557"/>
                </a:lnTo>
                <a:lnTo>
                  <a:pt x="1560328" y="43544"/>
                </a:lnTo>
                <a:lnTo>
                  <a:pt x="1560775" y="43548"/>
                </a:lnTo>
                <a:lnTo>
                  <a:pt x="1561214" y="43562"/>
                </a:lnTo>
                <a:lnTo>
                  <a:pt x="1561644" y="43584"/>
                </a:lnTo>
                <a:lnTo>
                  <a:pt x="1562064" y="43616"/>
                </a:lnTo>
                <a:lnTo>
                  <a:pt x="1562476" y="43656"/>
                </a:lnTo>
                <a:lnTo>
                  <a:pt x="1562880" y="43706"/>
                </a:lnTo>
                <a:lnTo>
                  <a:pt x="1563274" y="43764"/>
                </a:lnTo>
                <a:lnTo>
                  <a:pt x="1563659" y="43832"/>
                </a:lnTo>
                <a:lnTo>
                  <a:pt x="1564036" y="43908"/>
                </a:lnTo>
                <a:lnTo>
                  <a:pt x="1564404" y="43993"/>
                </a:lnTo>
                <a:lnTo>
                  <a:pt x="1564762" y="44088"/>
                </a:lnTo>
                <a:lnTo>
                  <a:pt x="1565112" y="44191"/>
                </a:lnTo>
                <a:lnTo>
                  <a:pt x="1565453" y="44304"/>
                </a:lnTo>
                <a:lnTo>
                  <a:pt x="1565786" y="44425"/>
                </a:lnTo>
                <a:lnTo>
                  <a:pt x="1566109" y="44556"/>
                </a:lnTo>
                <a:lnTo>
                  <a:pt x="1566423" y="44695"/>
                </a:lnTo>
                <a:lnTo>
                  <a:pt x="1566729" y="44844"/>
                </a:lnTo>
                <a:lnTo>
                  <a:pt x="1567026" y="45001"/>
                </a:lnTo>
                <a:lnTo>
                  <a:pt x="1567314" y="45168"/>
                </a:lnTo>
                <a:lnTo>
                  <a:pt x="1567593" y="45343"/>
                </a:lnTo>
                <a:lnTo>
                  <a:pt x="1567863" y="45528"/>
                </a:lnTo>
                <a:lnTo>
                  <a:pt x="1568124" y="45721"/>
                </a:lnTo>
                <a:lnTo>
                  <a:pt x="1568376" y="45923"/>
                </a:lnTo>
                <a:lnTo>
                  <a:pt x="1568620" y="46135"/>
                </a:lnTo>
                <a:lnTo>
                  <a:pt x="1568854" y="46354"/>
                </a:lnTo>
                <a:lnTo>
                  <a:pt x="1569078" y="46578"/>
                </a:lnTo>
                <a:lnTo>
                  <a:pt x="1569292" y="46807"/>
                </a:lnTo>
                <a:lnTo>
                  <a:pt x="1569496" y="47042"/>
                </a:lnTo>
                <a:lnTo>
                  <a:pt x="1569691" y="47283"/>
                </a:lnTo>
                <a:lnTo>
                  <a:pt x="1569875" y="47529"/>
                </a:lnTo>
                <a:lnTo>
                  <a:pt x="1570049" y="47780"/>
                </a:lnTo>
                <a:lnTo>
                  <a:pt x="1570214" y="48037"/>
                </a:lnTo>
                <a:lnTo>
                  <a:pt x="1570368" y="48299"/>
                </a:lnTo>
                <a:lnTo>
                  <a:pt x="1570512" y="48567"/>
                </a:lnTo>
                <a:lnTo>
                  <a:pt x="1570647" y="48840"/>
                </a:lnTo>
                <a:lnTo>
                  <a:pt x="1570771" y="49119"/>
                </a:lnTo>
                <a:lnTo>
                  <a:pt x="1570886" y="49403"/>
                </a:lnTo>
                <a:lnTo>
                  <a:pt x="1570991" y="49692"/>
                </a:lnTo>
                <a:lnTo>
                  <a:pt x="1571085" y="49987"/>
                </a:lnTo>
                <a:lnTo>
                  <a:pt x="1571170" y="50288"/>
                </a:lnTo>
                <a:lnTo>
                  <a:pt x="1571245" y="50593"/>
                </a:lnTo>
                <a:lnTo>
                  <a:pt x="1571309" y="50905"/>
                </a:lnTo>
                <a:lnTo>
                  <a:pt x="1571364" y="51221"/>
                </a:lnTo>
                <a:lnTo>
                  <a:pt x="1571409" y="51544"/>
                </a:lnTo>
                <a:lnTo>
                  <a:pt x="1571444" y="51871"/>
                </a:lnTo>
                <a:lnTo>
                  <a:pt x="1571469" y="52204"/>
                </a:lnTo>
                <a:lnTo>
                  <a:pt x="1571484" y="52543"/>
                </a:lnTo>
                <a:lnTo>
                  <a:pt x="1571489" y="52887"/>
                </a:lnTo>
                <a:lnTo>
                  <a:pt x="1571486" y="53201"/>
                </a:lnTo>
                <a:lnTo>
                  <a:pt x="1571477" y="53530"/>
                </a:lnTo>
                <a:lnTo>
                  <a:pt x="1571463" y="53872"/>
                </a:lnTo>
                <a:lnTo>
                  <a:pt x="1571443" y="54228"/>
                </a:lnTo>
                <a:lnTo>
                  <a:pt x="1571417" y="54598"/>
                </a:lnTo>
                <a:lnTo>
                  <a:pt x="1571385" y="54982"/>
                </a:lnTo>
                <a:lnTo>
                  <a:pt x="1571348" y="55380"/>
                </a:lnTo>
                <a:lnTo>
                  <a:pt x="1571305" y="55792"/>
                </a:lnTo>
                <a:lnTo>
                  <a:pt x="1571257" y="56217"/>
                </a:lnTo>
                <a:lnTo>
                  <a:pt x="1571202" y="56657"/>
                </a:lnTo>
                <a:lnTo>
                  <a:pt x="1571142" y="57110"/>
                </a:lnTo>
                <a:lnTo>
                  <a:pt x="1571076" y="57578"/>
                </a:lnTo>
                <a:lnTo>
                  <a:pt x="1571004" y="58059"/>
                </a:lnTo>
                <a:lnTo>
                  <a:pt x="1570927" y="58554"/>
                </a:lnTo>
                <a:lnTo>
                  <a:pt x="1570844" y="59063"/>
                </a:lnTo>
                <a:lnTo>
                  <a:pt x="1570755" y="59586"/>
                </a:lnTo>
                <a:lnTo>
                  <a:pt x="1570661" y="60123"/>
                </a:lnTo>
                <a:lnTo>
                  <a:pt x="1570560" y="60674"/>
                </a:lnTo>
                <a:lnTo>
                  <a:pt x="1570454" y="61239"/>
                </a:lnTo>
                <a:lnTo>
                  <a:pt x="1570342" y="61818"/>
                </a:lnTo>
                <a:lnTo>
                  <a:pt x="1570225" y="62410"/>
                </a:lnTo>
                <a:lnTo>
                  <a:pt x="1570102" y="63017"/>
                </a:lnTo>
                <a:lnTo>
                  <a:pt x="1569973" y="63637"/>
                </a:lnTo>
                <a:lnTo>
                  <a:pt x="1569838" y="64272"/>
                </a:lnTo>
                <a:lnTo>
                  <a:pt x="1558756" y="117112"/>
                </a:lnTo>
                <a:lnTo>
                  <a:pt x="1572982" y="117112"/>
                </a:lnTo>
                <a:lnTo>
                  <a:pt x="1583593" y="66585"/>
                </a:lnTo>
                <a:lnTo>
                  <a:pt x="1583760" y="65763"/>
                </a:lnTo>
                <a:lnTo>
                  <a:pt x="1583919" y="64959"/>
                </a:lnTo>
                <a:lnTo>
                  <a:pt x="1584072" y="64174"/>
                </a:lnTo>
                <a:lnTo>
                  <a:pt x="1584217" y="63407"/>
                </a:lnTo>
                <a:lnTo>
                  <a:pt x="1584356" y="62659"/>
                </a:lnTo>
                <a:lnTo>
                  <a:pt x="1584487" y="61930"/>
                </a:lnTo>
                <a:lnTo>
                  <a:pt x="1584611" y="61219"/>
                </a:lnTo>
                <a:lnTo>
                  <a:pt x="1584728" y="60526"/>
                </a:lnTo>
                <a:lnTo>
                  <a:pt x="1584838" y="59852"/>
                </a:lnTo>
                <a:lnTo>
                  <a:pt x="1584941" y="59197"/>
                </a:lnTo>
                <a:lnTo>
                  <a:pt x="1585037" y="58560"/>
                </a:lnTo>
                <a:lnTo>
                  <a:pt x="1585126" y="57942"/>
                </a:lnTo>
                <a:lnTo>
                  <a:pt x="1585207" y="57342"/>
                </a:lnTo>
                <a:lnTo>
                  <a:pt x="1585282" y="56761"/>
                </a:lnTo>
                <a:lnTo>
                  <a:pt x="1585349" y="56199"/>
                </a:lnTo>
                <a:lnTo>
                  <a:pt x="1585409" y="55655"/>
                </a:lnTo>
                <a:lnTo>
                  <a:pt x="1585463" y="55129"/>
                </a:lnTo>
                <a:lnTo>
                  <a:pt x="1585509" y="54622"/>
                </a:lnTo>
                <a:lnTo>
                  <a:pt x="1585548" y="54134"/>
                </a:lnTo>
                <a:lnTo>
                  <a:pt x="1585580" y="53664"/>
                </a:lnTo>
                <a:lnTo>
                  <a:pt x="1585604" y="53213"/>
                </a:lnTo>
                <a:lnTo>
                  <a:pt x="1585622" y="52780"/>
                </a:lnTo>
                <a:lnTo>
                  <a:pt x="1585633" y="52366"/>
                </a:lnTo>
                <a:lnTo>
                  <a:pt x="1585636" y="51971"/>
                </a:lnTo>
                <a:lnTo>
                  <a:pt x="1585626" y="51210"/>
                </a:lnTo>
                <a:lnTo>
                  <a:pt x="1585596" y="50463"/>
                </a:lnTo>
                <a:lnTo>
                  <a:pt x="1585546" y="49728"/>
                </a:lnTo>
                <a:lnTo>
                  <a:pt x="1585476" y="49006"/>
                </a:lnTo>
                <a:lnTo>
                  <a:pt x="1585386" y="48297"/>
                </a:lnTo>
                <a:lnTo>
                  <a:pt x="1585275" y="47600"/>
                </a:lnTo>
                <a:lnTo>
                  <a:pt x="1585145" y="46917"/>
                </a:lnTo>
                <a:lnTo>
                  <a:pt x="1584995" y="46246"/>
                </a:lnTo>
                <a:lnTo>
                  <a:pt x="1584824" y="45588"/>
                </a:lnTo>
                <a:lnTo>
                  <a:pt x="1584633" y="44943"/>
                </a:lnTo>
                <a:lnTo>
                  <a:pt x="1584423" y="44311"/>
                </a:lnTo>
                <a:lnTo>
                  <a:pt x="1584192" y="43692"/>
                </a:lnTo>
                <a:lnTo>
                  <a:pt x="1583941" y="43085"/>
                </a:lnTo>
                <a:lnTo>
                  <a:pt x="1583671" y="42491"/>
                </a:lnTo>
                <a:lnTo>
                  <a:pt x="1583380" y="41911"/>
                </a:lnTo>
                <a:lnTo>
                  <a:pt x="1583069" y="41343"/>
                </a:lnTo>
                <a:lnTo>
                  <a:pt x="1582738" y="40787"/>
                </a:lnTo>
                <a:lnTo>
                  <a:pt x="1582387" y="40245"/>
                </a:lnTo>
                <a:lnTo>
                  <a:pt x="1582016" y="39716"/>
                </a:lnTo>
                <a:lnTo>
                  <a:pt x="1581625" y="39199"/>
                </a:lnTo>
                <a:lnTo>
                  <a:pt x="1581213" y="38695"/>
                </a:lnTo>
                <a:lnTo>
                  <a:pt x="1580782" y="38204"/>
                </a:lnTo>
                <a:lnTo>
                  <a:pt x="1580331" y="37726"/>
                </a:lnTo>
                <a:lnTo>
                  <a:pt x="1579859" y="37261"/>
                </a:lnTo>
                <a:lnTo>
                  <a:pt x="1579370" y="36811"/>
                </a:lnTo>
                <a:lnTo>
                  <a:pt x="1578866" y="36381"/>
                </a:lnTo>
                <a:lnTo>
                  <a:pt x="1578347" y="35970"/>
                </a:lnTo>
                <a:lnTo>
                  <a:pt x="1577813" y="35578"/>
                </a:lnTo>
                <a:lnTo>
                  <a:pt x="1577263" y="35205"/>
                </a:lnTo>
                <a:lnTo>
                  <a:pt x="1576698" y="34851"/>
                </a:lnTo>
                <a:lnTo>
                  <a:pt x="1576118" y="34517"/>
                </a:lnTo>
                <a:lnTo>
                  <a:pt x="1575523" y="34201"/>
                </a:lnTo>
                <a:lnTo>
                  <a:pt x="1574913" y="33905"/>
                </a:lnTo>
                <a:lnTo>
                  <a:pt x="1574288" y="33628"/>
                </a:lnTo>
                <a:lnTo>
                  <a:pt x="1573647" y="33370"/>
                </a:lnTo>
                <a:lnTo>
                  <a:pt x="1572992" y="33131"/>
                </a:lnTo>
                <a:lnTo>
                  <a:pt x="1572321" y="32911"/>
                </a:lnTo>
                <a:lnTo>
                  <a:pt x="1571635" y="32710"/>
                </a:lnTo>
                <a:lnTo>
                  <a:pt x="1570934" y="32528"/>
                </a:lnTo>
                <a:lnTo>
                  <a:pt x="1570218" y="32366"/>
                </a:lnTo>
                <a:lnTo>
                  <a:pt x="1569487" y="32222"/>
                </a:lnTo>
                <a:lnTo>
                  <a:pt x="1568740" y="32098"/>
                </a:lnTo>
                <a:lnTo>
                  <a:pt x="1567979" y="31993"/>
                </a:lnTo>
                <a:lnTo>
                  <a:pt x="1567202" y="31907"/>
                </a:lnTo>
                <a:lnTo>
                  <a:pt x="1566410" y="31840"/>
                </a:lnTo>
                <a:lnTo>
                  <a:pt x="1565603" y="31792"/>
                </a:lnTo>
                <a:lnTo>
                  <a:pt x="1564781" y="31763"/>
                </a:lnTo>
                <a:lnTo>
                  <a:pt x="1563943" y="31754"/>
                </a:lnTo>
                <a:lnTo>
                  <a:pt x="1563308" y="31761"/>
                </a:lnTo>
                <a:lnTo>
                  <a:pt x="1562675" y="31781"/>
                </a:lnTo>
                <a:lnTo>
                  <a:pt x="1562042" y="31815"/>
                </a:lnTo>
                <a:lnTo>
                  <a:pt x="1561411" y="31863"/>
                </a:lnTo>
                <a:lnTo>
                  <a:pt x="1560780" y="31924"/>
                </a:lnTo>
                <a:lnTo>
                  <a:pt x="1560151" y="31999"/>
                </a:lnTo>
                <a:lnTo>
                  <a:pt x="1559523" y="32088"/>
                </a:lnTo>
                <a:lnTo>
                  <a:pt x="1558895" y="32190"/>
                </a:lnTo>
                <a:lnTo>
                  <a:pt x="1558269" y="32306"/>
                </a:lnTo>
                <a:lnTo>
                  <a:pt x="1557644" y="32436"/>
                </a:lnTo>
                <a:lnTo>
                  <a:pt x="1557021" y="32579"/>
                </a:lnTo>
                <a:lnTo>
                  <a:pt x="1556398" y="32736"/>
                </a:lnTo>
                <a:lnTo>
                  <a:pt x="1555776" y="32907"/>
                </a:lnTo>
                <a:lnTo>
                  <a:pt x="1555155" y="33091"/>
                </a:lnTo>
                <a:lnTo>
                  <a:pt x="1554536" y="33289"/>
                </a:lnTo>
                <a:lnTo>
                  <a:pt x="1553918" y="33500"/>
                </a:lnTo>
                <a:lnTo>
                  <a:pt x="1553300" y="33726"/>
                </a:lnTo>
                <a:lnTo>
                  <a:pt x="1552684" y="33964"/>
                </a:lnTo>
                <a:lnTo>
                  <a:pt x="1552069" y="34217"/>
                </a:lnTo>
                <a:lnTo>
                  <a:pt x="1551455" y="34483"/>
                </a:lnTo>
                <a:lnTo>
                  <a:pt x="1550842" y="34763"/>
                </a:lnTo>
                <a:lnTo>
                  <a:pt x="1550230" y="35056"/>
                </a:lnTo>
                <a:lnTo>
                  <a:pt x="1549619" y="35363"/>
                </a:lnTo>
                <a:lnTo>
                  <a:pt x="1549009" y="35684"/>
                </a:lnTo>
                <a:lnTo>
                  <a:pt x="1548398" y="36019"/>
                </a:lnTo>
                <a:lnTo>
                  <a:pt x="1547784" y="36371"/>
                </a:lnTo>
                <a:lnTo>
                  <a:pt x="1547165" y="36739"/>
                </a:lnTo>
                <a:lnTo>
                  <a:pt x="1546542" y="37123"/>
                </a:lnTo>
                <a:lnTo>
                  <a:pt x="1545916" y="37523"/>
                </a:lnTo>
                <a:lnTo>
                  <a:pt x="1545286" y="37940"/>
                </a:lnTo>
                <a:lnTo>
                  <a:pt x="1544652" y="38372"/>
                </a:lnTo>
                <a:lnTo>
                  <a:pt x="1544014" y="38821"/>
                </a:lnTo>
                <a:lnTo>
                  <a:pt x="1543372" y="39286"/>
                </a:lnTo>
                <a:lnTo>
                  <a:pt x="1542727" y="39767"/>
                </a:lnTo>
                <a:lnTo>
                  <a:pt x="1542078" y="40264"/>
                </a:lnTo>
                <a:lnTo>
                  <a:pt x="1541425" y="40777"/>
                </a:lnTo>
                <a:lnTo>
                  <a:pt x="1540768" y="41307"/>
                </a:lnTo>
                <a:lnTo>
                  <a:pt x="1540107" y="41852"/>
                </a:lnTo>
                <a:lnTo>
                  <a:pt x="1539443" y="42414"/>
                </a:lnTo>
                <a:lnTo>
                  <a:pt x="1538774" y="42992"/>
                </a:lnTo>
                <a:lnTo>
                  <a:pt x="1538102" y="43586"/>
                </a:lnTo>
                <a:lnTo>
                  <a:pt x="1537426" y="44197"/>
                </a:lnTo>
                <a:lnTo>
                  <a:pt x="1536746" y="44823"/>
                </a:lnTo>
                <a:lnTo>
                  <a:pt x="1536063" y="45466"/>
                </a:lnTo>
                <a:lnTo>
                  <a:pt x="1535375" y="46125"/>
                </a:lnTo>
                <a:lnTo>
                  <a:pt x="1534684" y="46800"/>
                </a:lnTo>
                <a:lnTo>
                  <a:pt x="1533989" y="47491"/>
                </a:lnTo>
                <a:lnTo>
                  <a:pt x="1533290" y="48198"/>
                </a:lnTo>
                <a:lnTo>
                  <a:pt x="1536355" y="33640"/>
                </a:lnTo>
                <a:lnTo>
                  <a:pt x="1523465" y="33640"/>
                </a:lnTo>
                <a:lnTo>
                  <a:pt x="1506016" y="117112"/>
                </a:lnTo>
                <a:lnTo>
                  <a:pt x="1520242" y="117112"/>
                </a:lnTo>
                <a:lnTo>
                  <a:pt x="1528338" y="78292"/>
                </a:lnTo>
                <a:lnTo>
                  <a:pt x="1528680" y="76723"/>
                </a:lnTo>
                <a:lnTo>
                  <a:pt x="1529038" y="75193"/>
                </a:lnTo>
                <a:lnTo>
                  <a:pt x="1529411" y="73702"/>
                </a:lnTo>
                <a:close/>
                <a:moveTo>
                  <a:pt x="939376" y="92510"/>
                </a:moveTo>
                <a:lnTo>
                  <a:pt x="938989" y="93174"/>
                </a:lnTo>
                <a:lnTo>
                  <a:pt x="938590" y="93823"/>
                </a:lnTo>
                <a:lnTo>
                  <a:pt x="938181" y="94457"/>
                </a:lnTo>
                <a:lnTo>
                  <a:pt x="937761" y="95077"/>
                </a:lnTo>
                <a:lnTo>
                  <a:pt x="937330" y="95683"/>
                </a:lnTo>
                <a:lnTo>
                  <a:pt x="936888" y="96274"/>
                </a:lnTo>
                <a:lnTo>
                  <a:pt x="936434" y="96850"/>
                </a:lnTo>
                <a:lnTo>
                  <a:pt x="935971" y="97412"/>
                </a:lnTo>
                <a:lnTo>
                  <a:pt x="935496" y="97959"/>
                </a:lnTo>
                <a:lnTo>
                  <a:pt x="935010" y="98492"/>
                </a:lnTo>
                <a:lnTo>
                  <a:pt x="934513" y="99010"/>
                </a:lnTo>
                <a:lnTo>
                  <a:pt x="934006" y="99514"/>
                </a:lnTo>
                <a:lnTo>
                  <a:pt x="933487" y="100003"/>
                </a:lnTo>
                <a:lnTo>
                  <a:pt x="932958" y="100478"/>
                </a:lnTo>
                <a:lnTo>
                  <a:pt x="932417" y="100938"/>
                </a:lnTo>
                <a:lnTo>
                  <a:pt x="931866" y="101383"/>
                </a:lnTo>
                <a:lnTo>
                  <a:pt x="931304" y="101814"/>
                </a:lnTo>
                <a:lnTo>
                  <a:pt x="930731" y="102231"/>
                </a:lnTo>
                <a:lnTo>
                  <a:pt x="930147" y="102633"/>
                </a:lnTo>
                <a:lnTo>
                  <a:pt x="929557" y="103019"/>
                </a:lnTo>
                <a:lnTo>
                  <a:pt x="928966" y="103389"/>
                </a:lnTo>
                <a:lnTo>
                  <a:pt x="928374" y="103742"/>
                </a:lnTo>
                <a:lnTo>
                  <a:pt x="927782" y="104079"/>
                </a:lnTo>
                <a:lnTo>
                  <a:pt x="927189" y="104399"/>
                </a:lnTo>
                <a:lnTo>
                  <a:pt x="926595" y="104703"/>
                </a:lnTo>
                <a:lnTo>
                  <a:pt x="926000" y="104991"/>
                </a:lnTo>
                <a:lnTo>
                  <a:pt x="925404" y="105262"/>
                </a:lnTo>
                <a:lnTo>
                  <a:pt x="924808" y="105517"/>
                </a:lnTo>
                <a:lnTo>
                  <a:pt x="924211" y="105755"/>
                </a:lnTo>
                <a:lnTo>
                  <a:pt x="923613" y="105977"/>
                </a:lnTo>
                <a:lnTo>
                  <a:pt x="923014" y="106182"/>
                </a:lnTo>
                <a:lnTo>
                  <a:pt x="922414" y="106371"/>
                </a:lnTo>
                <a:lnTo>
                  <a:pt x="921813" y="106544"/>
                </a:lnTo>
                <a:lnTo>
                  <a:pt x="921212" y="106700"/>
                </a:lnTo>
                <a:lnTo>
                  <a:pt x="920610" y="106840"/>
                </a:lnTo>
                <a:lnTo>
                  <a:pt x="920007" y="106963"/>
                </a:lnTo>
                <a:lnTo>
                  <a:pt x="919403" y="107070"/>
                </a:lnTo>
                <a:lnTo>
                  <a:pt x="918799" y="107160"/>
                </a:lnTo>
                <a:lnTo>
                  <a:pt x="918193" y="107234"/>
                </a:lnTo>
                <a:lnTo>
                  <a:pt x="917587" y="107292"/>
                </a:lnTo>
                <a:lnTo>
                  <a:pt x="916980" y="107333"/>
                </a:lnTo>
                <a:lnTo>
                  <a:pt x="916372" y="107357"/>
                </a:lnTo>
                <a:lnTo>
                  <a:pt x="915763" y="107366"/>
                </a:lnTo>
                <a:lnTo>
                  <a:pt x="915119" y="107355"/>
                </a:lnTo>
                <a:lnTo>
                  <a:pt x="914483" y="107323"/>
                </a:lnTo>
                <a:lnTo>
                  <a:pt x="913855" y="107269"/>
                </a:lnTo>
                <a:lnTo>
                  <a:pt x="913236" y="107194"/>
                </a:lnTo>
                <a:lnTo>
                  <a:pt x="912625" y="107098"/>
                </a:lnTo>
                <a:lnTo>
                  <a:pt x="912022" y="106980"/>
                </a:lnTo>
                <a:lnTo>
                  <a:pt x="911428" y="106841"/>
                </a:lnTo>
                <a:lnTo>
                  <a:pt x="910842" y="106680"/>
                </a:lnTo>
                <a:lnTo>
                  <a:pt x="910264" y="106498"/>
                </a:lnTo>
                <a:lnTo>
                  <a:pt x="909695" y="106294"/>
                </a:lnTo>
                <a:lnTo>
                  <a:pt x="909134" y="106069"/>
                </a:lnTo>
                <a:lnTo>
                  <a:pt x="908581" y="105823"/>
                </a:lnTo>
                <a:lnTo>
                  <a:pt x="908037" y="105555"/>
                </a:lnTo>
                <a:lnTo>
                  <a:pt x="907501" y="105266"/>
                </a:lnTo>
                <a:lnTo>
                  <a:pt x="906973" y="104955"/>
                </a:lnTo>
                <a:lnTo>
                  <a:pt x="906453" y="104623"/>
                </a:lnTo>
                <a:lnTo>
                  <a:pt x="905942" y="104270"/>
                </a:lnTo>
                <a:lnTo>
                  <a:pt x="905440" y="103895"/>
                </a:lnTo>
                <a:lnTo>
                  <a:pt x="904945" y="103499"/>
                </a:lnTo>
                <a:lnTo>
                  <a:pt x="904459" y="103081"/>
                </a:lnTo>
                <a:lnTo>
                  <a:pt x="903981" y="102642"/>
                </a:lnTo>
                <a:lnTo>
                  <a:pt x="903512" y="102181"/>
                </a:lnTo>
                <a:lnTo>
                  <a:pt x="903051" y="101699"/>
                </a:lnTo>
                <a:lnTo>
                  <a:pt x="902598" y="101196"/>
                </a:lnTo>
                <a:lnTo>
                  <a:pt x="902158" y="100672"/>
                </a:lnTo>
                <a:lnTo>
                  <a:pt x="901738" y="100129"/>
                </a:lnTo>
                <a:lnTo>
                  <a:pt x="901336" y="99567"/>
                </a:lnTo>
                <a:lnTo>
                  <a:pt x="900953" y="98985"/>
                </a:lnTo>
                <a:lnTo>
                  <a:pt x="900588" y="98384"/>
                </a:lnTo>
                <a:lnTo>
                  <a:pt x="900242" y="97764"/>
                </a:lnTo>
                <a:lnTo>
                  <a:pt x="899915" y="97125"/>
                </a:lnTo>
                <a:lnTo>
                  <a:pt x="899607" y="96467"/>
                </a:lnTo>
                <a:lnTo>
                  <a:pt x="899317" y="95789"/>
                </a:lnTo>
                <a:lnTo>
                  <a:pt x="899046" y="95092"/>
                </a:lnTo>
                <a:lnTo>
                  <a:pt x="898793" y="94376"/>
                </a:lnTo>
                <a:lnTo>
                  <a:pt x="898560" y="93640"/>
                </a:lnTo>
                <a:lnTo>
                  <a:pt x="898345" y="92886"/>
                </a:lnTo>
                <a:lnTo>
                  <a:pt x="898149" y="92112"/>
                </a:lnTo>
                <a:lnTo>
                  <a:pt x="897971" y="91319"/>
                </a:lnTo>
                <a:lnTo>
                  <a:pt x="897812" y="90506"/>
                </a:lnTo>
                <a:lnTo>
                  <a:pt x="897672" y="89675"/>
                </a:lnTo>
                <a:lnTo>
                  <a:pt x="897550" y="88824"/>
                </a:lnTo>
                <a:lnTo>
                  <a:pt x="897447" y="87954"/>
                </a:lnTo>
                <a:lnTo>
                  <a:pt x="897363" y="87064"/>
                </a:lnTo>
                <a:lnTo>
                  <a:pt x="897298" y="86156"/>
                </a:lnTo>
                <a:lnTo>
                  <a:pt x="897251" y="85228"/>
                </a:lnTo>
                <a:lnTo>
                  <a:pt x="897223" y="84281"/>
                </a:lnTo>
                <a:lnTo>
                  <a:pt x="897214" y="83314"/>
                </a:lnTo>
                <a:lnTo>
                  <a:pt x="897214" y="83150"/>
                </a:lnTo>
                <a:lnTo>
                  <a:pt x="897216" y="82984"/>
                </a:lnTo>
                <a:lnTo>
                  <a:pt x="897219" y="82816"/>
                </a:lnTo>
                <a:lnTo>
                  <a:pt x="897223" y="82646"/>
                </a:lnTo>
                <a:lnTo>
                  <a:pt x="897227" y="82475"/>
                </a:lnTo>
                <a:lnTo>
                  <a:pt x="897233" y="82303"/>
                </a:lnTo>
                <a:lnTo>
                  <a:pt x="897241" y="82128"/>
                </a:lnTo>
                <a:lnTo>
                  <a:pt x="897249" y="81952"/>
                </a:lnTo>
                <a:lnTo>
                  <a:pt x="897258" y="81774"/>
                </a:lnTo>
                <a:lnTo>
                  <a:pt x="897268" y="81595"/>
                </a:lnTo>
                <a:lnTo>
                  <a:pt x="897280" y="81414"/>
                </a:lnTo>
                <a:lnTo>
                  <a:pt x="897292" y="81232"/>
                </a:lnTo>
                <a:lnTo>
                  <a:pt x="897306" y="81047"/>
                </a:lnTo>
                <a:lnTo>
                  <a:pt x="897321" y="80862"/>
                </a:lnTo>
                <a:lnTo>
                  <a:pt x="897337" y="80674"/>
                </a:lnTo>
                <a:lnTo>
                  <a:pt x="897354" y="80485"/>
                </a:lnTo>
                <a:lnTo>
                  <a:pt x="897372" y="80294"/>
                </a:lnTo>
                <a:lnTo>
                  <a:pt x="897391" y="80102"/>
                </a:lnTo>
                <a:lnTo>
                  <a:pt x="897411" y="79908"/>
                </a:lnTo>
                <a:lnTo>
                  <a:pt x="897432" y="79712"/>
                </a:lnTo>
                <a:lnTo>
                  <a:pt x="897454" y="79515"/>
                </a:lnTo>
                <a:lnTo>
                  <a:pt x="897478" y="79316"/>
                </a:lnTo>
                <a:lnTo>
                  <a:pt x="897503" y="79115"/>
                </a:lnTo>
                <a:lnTo>
                  <a:pt x="897528" y="78913"/>
                </a:lnTo>
                <a:lnTo>
                  <a:pt x="958992" y="78913"/>
                </a:lnTo>
                <a:lnTo>
                  <a:pt x="959082" y="78376"/>
                </a:lnTo>
                <a:lnTo>
                  <a:pt x="959168" y="77841"/>
                </a:lnTo>
                <a:lnTo>
                  <a:pt x="959250" y="77307"/>
                </a:lnTo>
                <a:lnTo>
                  <a:pt x="959328" y="76773"/>
                </a:lnTo>
                <a:lnTo>
                  <a:pt x="959403" y="76241"/>
                </a:lnTo>
                <a:lnTo>
                  <a:pt x="959474" y="75710"/>
                </a:lnTo>
                <a:lnTo>
                  <a:pt x="959541" y="75180"/>
                </a:lnTo>
                <a:lnTo>
                  <a:pt x="959604" y="74651"/>
                </a:lnTo>
                <a:lnTo>
                  <a:pt x="959663" y="74123"/>
                </a:lnTo>
                <a:lnTo>
                  <a:pt x="959718" y="73597"/>
                </a:lnTo>
                <a:lnTo>
                  <a:pt x="959770" y="73071"/>
                </a:lnTo>
                <a:lnTo>
                  <a:pt x="959818" y="72546"/>
                </a:lnTo>
                <a:lnTo>
                  <a:pt x="959861" y="72023"/>
                </a:lnTo>
                <a:lnTo>
                  <a:pt x="959902" y="71501"/>
                </a:lnTo>
                <a:lnTo>
                  <a:pt x="959938" y="70979"/>
                </a:lnTo>
                <a:lnTo>
                  <a:pt x="959970" y="70459"/>
                </a:lnTo>
                <a:lnTo>
                  <a:pt x="959999" y="69940"/>
                </a:lnTo>
                <a:lnTo>
                  <a:pt x="960024" y="69422"/>
                </a:lnTo>
                <a:lnTo>
                  <a:pt x="960045" y="68905"/>
                </a:lnTo>
                <a:lnTo>
                  <a:pt x="960062" y="68389"/>
                </a:lnTo>
                <a:lnTo>
                  <a:pt x="960075" y="67875"/>
                </a:lnTo>
                <a:lnTo>
                  <a:pt x="960085" y="67361"/>
                </a:lnTo>
                <a:lnTo>
                  <a:pt x="960091" y="66849"/>
                </a:lnTo>
                <a:lnTo>
                  <a:pt x="960093" y="66337"/>
                </a:lnTo>
                <a:lnTo>
                  <a:pt x="960077" y="65013"/>
                </a:lnTo>
                <a:lnTo>
                  <a:pt x="960031" y="63712"/>
                </a:lnTo>
                <a:lnTo>
                  <a:pt x="959953" y="62434"/>
                </a:lnTo>
                <a:lnTo>
                  <a:pt x="959845" y="61180"/>
                </a:lnTo>
                <a:lnTo>
                  <a:pt x="959705" y="59950"/>
                </a:lnTo>
                <a:lnTo>
                  <a:pt x="959535" y="58743"/>
                </a:lnTo>
                <a:lnTo>
                  <a:pt x="959334" y="57559"/>
                </a:lnTo>
                <a:lnTo>
                  <a:pt x="959101" y="56399"/>
                </a:lnTo>
                <a:lnTo>
                  <a:pt x="958838" y="55262"/>
                </a:lnTo>
                <a:lnTo>
                  <a:pt x="958544" y="54149"/>
                </a:lnTo>
                <a:lnTo>
                  <a:pt x="958219" y="53059"/>
                </a:lnTo>
                <a:lnTo>
                  <a:pt x="957862" y="51993"/>
                </a:lnTo>
                <a:lnTo>
                  <a:pt x="957475" y="50950"/>
                </a:lnTo>
                <a:lnTo>
                  <a:pt x="957057" y="49931"/>
                </a:lnTo>
                <a:lnTo>
                  <a:pt x="956608" y="48935"/>
                </a:lnTo>
                <a:lnTo>
                  <a:pt x="956128" y="47963"/>
                </a:lnTo>
                <a:lnTo>
                  <a:pt x="955617" y="47014"/>
                </a:lnTo>
                <a:lnTo>
                  <a:pt x="955075" y="46088"/>
                </a:lnTo>
                <a:lnTo>
                  <a:pt x="954502" y="45186"/>
                </a:lnTo>
                <a:lnTo>
                  <a:pt x="953898" y="44308"/>
                </a:lnTo>
                <a:lnTo>
                  <a:pt x="953263" y="43453"/>
                </a:lnTo>
                <a:lnTo>
                  <a:pt x="952597" y="42621"/>
                </a:lnTo>
                <a:lnTo>
                  <a:pt x="951900" y="41813"/>
                </a:lnTo>
                <a:lnTo>
                  <a:pt x="951172" y="41028"/>
                </a:lnTo>
                <a:lnTo>
                  <a:pt x="950418" y="40272"/>
                </a:lnTo>
                <a:lnTo>
                  <a:pt x="949643" y="39547"/>
                </a:lnTo>
                <a:lnTo>
                  <a:pt x="948848" y="38855"/>
                </a:lnTo>
                <a:lnTo>
                  <a:pt x="948031" y="38195"/>
                </a:lnTo>
                <a:lnTo>
                  <a:pt x="947194" y="37567"/>
                </a:lnTo>
                <a:lnTo>
                  <a:pt x="946335" y="36971"/>
                </a:lnTo>
                <a:lnTo>
                  <a:pt x="945456" y="36407"/>
                </a:lnTo>
                <a:lnTo>
                  <a:pt x="944556" y="35876"/>
                </a:lnTo>
                <a:lnTo>
                  <a:pt x="943635" y="35377"/>
                </a:lnTo>
                <a:lnTo>
                  <a:pt x="942694" y="34910"/>
                </a:lnTo>
                <a:lnTo>
                  <a:pt x="941731" y="34475"/>
                </a:lnTo>
                <a:lnTo>
                  <a:pt x="940748" y="34072"/>
                </a:lnTo>
                <a:lnTo>
                  <a:pt x="939743" y="33702"/>
                </a:lnTo>
                <a:lnTo>
                  <a:pt x="938718" y="33364"/>
                </a:lnTo>
                <a:lnTo>
                  <a:pt x="937672" y="33058"/>
                </a:lnTo>
                <a:lnTo>
                  <a:pt x="936605" y="32784"/>
                </a:lnTo>
                <a:lnTo>
                  <a:pt x="935517" y="32543"/>
                </a:lnTo>
                <a:lnTo>
                  <a:pt x="934408" y="32333"/>
                </a:lnTo>
                <a:lnTo>
                  <a:pt x="933278" y="32156"/>
                </a:lnTo>
                <a:lnTo>
                  <a:pt x="932128" y="32011"/>
                </a:lnTo>
                <a:lnTo>
                  <a:pt x="930957" y="31899"/>
                </a:lnTo>
                <a:lnTo>
                  <a:pt x="929764" y="31818"/>
                </a:lnTo>
                <a:lnTo>
                  <a:pt x="928551" y="31770"/>
                </a:lnTo>
                <a:lnTo>
                  <a:pt x="927317" y="31754"/>
                </a:lnTo>
                <a:lnTo>
                  <a:pt x="926344" y="31765"/>
                </a:lnTo>
                <a:lnTo>
                  <a:pt x="925377" y="31797"/>
                </a:lnTo>
                <a:lnTo>
                  <a:pt x="924415" y="31851"/>
                </a:lnTo>
                <a:lnTo>
                  <a:pt x="923459" y="31927"/>
                </a:lnTo>
                <a:lnTo>
                  <a:pt x="922509" y="32025"/>
                </a:lnTo>
                <a:lnTo>
                  <a:pt x="921565" y="32144"/>
                </a:lnTo>
                <a:lnTo>
                  <a:pt x="920626" y="32285"/>
                </a:lnTo>
                <a:lnTo>
                  <a:pt x="919693" y="32448"/>
                </a:lnTo>
                <a:lnTo>
                  <a:pt x="918766" y="32633"/>
                </a:lnTo>
                <a:lnTo>
                  <a:pt x="917844" y="32839"/>
                </a:lnTo>
                <a:lnTo>
                  <a:pt x="916929" y="33066"/>
                </a:lnTo>
                <a:lnTo>
                  <a:pt x="916018" y="33316"/>
                </a:lnTo>
                <a:lnTo>
                  <a:pt x="915114" y="33587"/>
                </a:lnTo>
                <a:lnTo>
                  <a:pt x="914216" y="33880"/>
                </a:lnTo>
                <a:lnTo>
                  <a:pt x="913323" y="34195"/>
                </a:lnTo>
                <a:lnTo>
                  <a:pt x="912436" y="34531"/>
                </a:lnTo>
                <a:lnTo>
                  <a:pt x="911554" y="34889"/>
                </a:lnTo>
                <a:lnTo>
                  <a:pt x="910679" y="35269"/>
                </a:lnTo>
                <a:lnTo>
                  <a:pt x="909809" y="35670"/>
                </a:lnTo>
                <a:lnTo>
                  <a:pt x="908945" y="36093"/>
                </a:lnTo>
                <a:lnTo>
                  <a:pt x="908086" y="36538"/>
                </a:lnTo>
                <a:lnTo>
                  <a:pt x="907233" y="37004"/>
                </a:lnTo>
                <a:lnTo>
                  <a:pt x="906386" y="37493"/>
                </a:lnTo>
                <a:lnTo>
                  <a:pt x="905545" y="38002"/>
                </a:lnTo>
                <a:lnTo>
                  <a:pt x="904713" y="38535"/>
                </a:lnTo>
                <a:lnTo>
                  <a:pt x="903894" y="39090"/>
                </a:lnTo>
                <a:lnTo>
                  <a:pt x="903088" y="39668"/>
                </a:lnTo>
                <a:lnTo>
                  <a:pt x="902295" y="40269"/>
                </a:lnTo>
                <a:lnTo>
                  <a:pt x="901515" y="40893"/>
                </a:lnTo>
                <a:lnTo>
                  <a:pt x="900748" y="41539"/>
                </a:lnTo>
                <a:lnTo>
                  <a:pt x="899994" y="42209"/>
                </a:lnTo>
                <a:lnTo>
                  <a:pt x="899253" y="42902"/>
                </a:lnTo>
                <a:lnTo>
                  <a:pt x="898525" y="43617"/>
                </a:lnTo>
                <a:lnTo>
                  <a:pt x="897810" y="44356"/>
                </a:lnTo>
                <a:lnTo>
                  <a:pt x="897107" y="45117"/>
                </a:lnTo>
                <a:lnTo>
                  <a:pt x="896418" y="45902"/>
                </a:lnTo>
                <a:lnTo>
                  <a:pt x="895742" y="46709"/>
                </a:lnTo>
                <a:lnTo>
                  <a:pt x="895078" y="47539"/>
                </a:lnTo>
                <a:lnTo>
                  <a:pt x="894428" y="48392"/>
                </a:lnTo>
                <a:lnTo>
                  <a:pt x="893790" y="49268"/>
                </a:lnTo>
                <a:lnTo>
                  <a:pt x="893166" y="50167"/>
                </a:lnTo>
                <a:lnTo>
                  <a:pt x="892554" y="51089"/>
                </a:lnTo>
                <a:lnTo>
                  <a:pt x="891956" y="52034"/>
                </a:lnTo>
                <a:lnTo>
                  <a:pt x="891370" y="53002"/>
                </a:lnTo>
                <a:lnTo>
                  <a:pt x="890798" y="53992"/>
                </a:lnTo>
                <a:lnTo>
                  <a:pt x="890238" y="55006"/>
                </a:lnTo>
                <a:lnTo>
                  <a:pt x="889691" y="56042"/>
                </a:lnTo>
                <a:lnTo>
                  <a:pt x="889157" y="57102"/>
                </a:lnTo>
                <a:lnTo>
                  <a:pt x="888641" y="58174"/>
                </a:lnTo>
                <a:lnTo>
                  <a:pt x="888147" y="59249"/>
                </a:lnTo>
                <a:lnTo>
                  <a:pt x="887675" y="60327"/>
                </a:lnTo>
                <a:lnTo>
                  <a:pt x="887224" y="61408"/>
                </a:lnTo>
                <a:lnTo>
                  <a:pt x="886796" y="62492"/>
                </a:lnTo>
                <a:lnTo>
                  <a:pt x="886389" y="63579"/>
                </a:lnTo>
                <a:lnTo>
                  <a:pt x="886005" y="64668"/>
                </a:lnTo>
                <a:lnTo>
                  <a:pt x="885642" y="65761"/>
                </a:lnTo>
                <a:lnTo>
                  <a:pt x="885302" y="66856"/>
                </a:lnTo>
                <a:lnTo>
                  <a:pt x="884983" y="67954"/>
                </a:lnTo>
                <a:lnTo>
                  <a:pt x="884687" y="69055"/>
                </a:lnTo>
                <a:lnTo>
                  <a:pt x="884412" y="70159"/>
                </a:lnTo>
                <a:lnTo>
                  <a:pt x="884159" y="71266"/>
                </a:lnTo>
                <a:lnTo>
                  <a:pt x="883929" y="72375"/>
                </a:lnTo>
                <a:lnTo>
                  <a:pt x="883720" y="73488"/>
                </a:lnTo>
                <a:lnTo>
                  <a:pt x="883533" y="74603"/>
                </a:lnTo>
                <a:lnTo>
                  <a:pt x="883369" y="75721"/>
                </a:lnTo>
                <a:lnTo>
                  <a:pt x="883226" y="76842"/>
                </a:lnTo>
                <a:lnTo>
                  <a:pt x="883105" y="77966"/>
                </a:lnTo>
                <a:lnTo>
                  <a:pt x="883006" y="79093"/>
                </a:lnTo>
                <a:lnTo>
                  <a:pt x="882929" y="80223"/>
                </a:lnTo>
                <a:lnTo>
                  <a:pt x="882874" y="81355"/>
                </a:lnTo>
                <a:lnTo>
                  <a:pt x="882841" y="82491"/>
                </a:lnTo>
                <a:lnTo>
                  <a:pt x="882830" y="83629"/>
                </a:lnTo>
                <a:lnTo>
                  <a:pt x="882837" y="84496"/>
                </a:lnTo>
                <a:lnTo>
                  <a:pt x="882858" y="85355"/>
                </a:lnTo>
                <a:lnTo>
                  <a:pt x="882894" y="86207"/>
                </a:lnTo>
                <a:lnTo>
                  <a:pt x="882943" y="87050"/>
                </a:lnTo>
                <a:lnTo>
                  <a:pt x="883006" y="87886"/>
                </a:lnTo>
                <a:lnTo>
                  <a:pt x="883083" y="88713"/>
                </a:lnTo>
                <a:lnTo>
                  <a:pt x="883175" y="89533"/>
                </a:lnTo>
                <a:lnTo>
                  <a:pt x="883280" y="90345"/>
                </a:lnTo>
                <a:lnTo>
                  <a:pt x="883399" y="91149"/>
                </a:lnTo>
                <a:lnTo>
                  <a:pt x="883533" y="91944"/>
                </a:lnTo>
                <a:lnTo>
                  <a:pt x="883681" y="92733"/>
                </a:lnTo>
                <a:lnTo>
                  <a:pt x="883842" y="93513"/>
                </a:lnTo>
                <a:lnTo>
                  <a:pt x="884018" y="94285"/>
                </a:lnTo>
                <a:lnTo>
                  <a:pt x="884208" y="95049"/>
                </a:lnTo>
                <a:lnTo>
                  <a:pt x="884411" y="95805"/>
                </a:lnTo>
                <a:lnTo>
                  <a:pt x="884629" y="96554"/>
                </a:lnTo>
                <a:lnTo>
                  <a:pt x="884861" y="97295"/>
                </a:lnTo>
                <a:lnTo>
                  <a:pt x="885107" y="98027"/>
                </a:lnTo>
                <a:lnTo>
                  <a:pt x="885367" y="98752"/>
                </a:lnTo>
                <a:lnTo>
                  <a:pt x="885641" y="99469"/>
                </a:lnTo>
                <a:lnTo>
                  <a:pt x="885929" y="100178"/>
                </a:lnTo>
                <a:lnTo>
                  <a:pt x="886232" y="100879"/>
                </a:lnTo>
                <a:lnTo>
                  <a:pt x="886548" y="101572"/>
                </a:lnTo>
                <a:lnTo>
                  <a:pt x="886878" y="102257"/>
                </a:lnTo>
                <a:lnTo>
                  <a:pt x="887222" y="102931"/>
                </a:lnTo>
                <a:lnTo>
                  <a:pt x="887578" y="103592"/>
                </a:lnTo>
                <a:lnTo>
                  <a:pt x="887948" y="104239"/>
                </a:lnTo>
                <a:lnTo>
                  <a:pt x="888330" y="104873"/>
                </a:lnTo>
                <a:lnTo>
                  <a:pt x="888725" y="105494"/>
                </a:lnTo>
                <a:lnTo>
                  <a:pt x="889133" y="106101"/>
                </a:lnTo>
                <a:lnTo>
                  <a:pt x="889554" y="106694"/>
                </a:lnTo>
                <a:lnTo>
                  <a:pt x="889987" y="107274"/>
                </a:lnTo>
                <a:lnTo>
                  <a:pt x="890433" y="107840"/>
                </a:lnTo>
                <a:lnTo>
                  <a:pt x="890893" y="108393"/>
                </a:lnTo>
                <a:lnTo>
                  <a:pt x="891365" y="108932"/>
                </a:lnTo>
                <a:lnTo>
                  <a:pt x="891849" y="109458"/>
                </a:lnTo>
                <a:lnTo>
                  <a:pt x="892347" y="109971"/>
                </a:lnTo>
                <a:lnTo>
                  <a:pt x="892858" y="110469"/>
                </a:lnTo>
                <a:lnTo>
                  <a:pt x="893381" y="110955"/>
                </a:lnTo>
                <a:lnTo>
                  <a:pt x="893917" y="111427"/>
                </a:lnTo>
                <a:lnTo>
                  <a:pt x="894466" y="111885"/>
                </a:lnTo>
                <a:lnTo>
                  <a:pt x="895028" y="112330"/>
                </a:lnTo>
                <a:lnTo>
                  <a:pt x="895602" y="112761"/>
                </a:lnTo>
                <a:lnTo>
                  <a:pt x="896190" y="113179"/>
                </a:lnTo>
                <a:lnTo>
                  <a:pt x="896790" y="113583"/>
                </a:lnTo>
                <a:lnTo>
                  <a:pt x="897403" y="113974"/>
                </a:lnTo>
                <a:lnTo>
                  <a:pt x="898029" y="114351"/>
                </a:lnTo>
                <a:lnTo>
                  <a:pt x="898668" y="114715"/>
                </a:lnTo>
                <a:lnTo>
                  <a:pt x="899316" y="115064"/>
                </a:lnTo>
                <a:lnTo>
                  <a:pt x="899969" y="115399"/>
                </a:lnTo>
                <a:lnTo>
                  <a:pt x="900627" y="115719"/>
                </a:lnTo>
                <a:lnTo>
                  <a:pt x="901291" y="116023"/>
                </a:lnTo>
                <a:lnTo>
                  <a:pt x="901960" y="116314"/>
                </a:lnTo>
                <a:lnTo>
                  <a:pt x="902635" y="116589"/>
                </a:lnTo>
                <a:lnTo>
                  <a:pt x="903314" y="116849"/>
                </a:lnTo>
                <a:lnTo>
                  <a:pt x="903999" y="117094"/>
                </a:lnTo>
                <a:lnTo>
                  <a:pt x="904690" y="117325"/>
                </a:lnTo>
                <a:lnTo>
                  <a:pt x="905386" y="117541"/>
                </a:lnTo>
                <a:lnTo>
                  <a:pt x="906087" y="117741"/>
                </a:lnTo>
                <a:lnTo>
                  <a:pt x="906793" y="117927"/>
                </a:lnTo>
                <a:lnTo>
                  <a:pt x="907505" y="118098"/>
                </a:lnTo>
                <a:lnTo>
                  <a:pt x="908222" y="118255"/>
                </a:lnTo>
                <a:lnTo>
                  <a:pt x="908944" y="118396"/>
                </a:lnTo>
                <a:lnTo>
                  <a:pt x="909672" y="118522"/>
                </a:lnTo>
                <a:lnTo>
                  <a:pt x="910405" y="118634"/>
                </a:lnTo>
                <a:lnTo>
                  <a:pt x="911143" y="118730"/>
                </a:lnTo>
                <a:lnTo>
                  <a:pt x="911887" y="118812"/>
                </a:lnTo>
                <a:lnTo>
                  <a:pt x="912635" y="118879"/>
                </a:lnTo>
                <a:lnTo>
                  <a:pt x="913390" y="118931"/>
                </a:lnTo>
                <a:lnTo>
                  <a:pt x="914149" y="118968"/>
                </a:lnTo>
                <a:lnTo>
                  <a:pt x="914914" y="118991"/>
                </a:lnTo>
                <a:lnTo>
                  <a:pt x="915684" y="118998"/>
                </a:lnTo>
                <a:lnTo>
                  <a:pt x="916915" y="118982"/>
                </a:lnTo>
                <a:lnTo>
                  <a:pt x="918132" y="118934"/>
                </a:lnTo>
                <a:lnTo>
                  <a:pt x="919334" y="118854"/>
                </a:lnTo>
                <a:lnTo>
                  <a:pt x="920522" y="118741"/>
                </a:lnTo>
                <a:lnTo>
                  <a:pt x="921695" y="118597"/>
                </a:lnTo>
                <a:lnTo>
                  <a:pt x="922854" y="118420"/>
                </a:lnTo>
                <a:lnTo>
                  <a:pt x="923999" y="118212"/>
                </a:lnTo>
                <a:lnTo>
                  <a:pt x="925129" y="117971"/>
                </a:lnTo>
                <a:lnTo>
                  <a:pt x="926246" y="117698"/>
                </a:lnTo>
                <a:lnTo>
                  <a:pt x="927347" y="117393"/>
                </a:lnTo>
                <a:lnTo>
                  <a:pt x="928435" y="117056"/>
                </a:lnTo>
                <a:lnTo>
                  <a:pt x="929508" y="116686"/>
                </a:lnTo>
                <a:lnTo>
                  <a:pt x="930567" y="116285"/>
                </a:lnTo>
                <a:lnTo>
                  <a:pt x="931611" y="115851"/>
                </a:lnTo>
                <a:lnTo>
                  <a:pt x="932641" y="115386"/>
                </a:lnTo>
                <a:lnTo>
                  <a:pt x="933657" y="114888"/>
                </a:lnTo>
                <a:lnTo>
                  <a:pt x="934659" y="114358"/>
                </a:lnTo>
                <a:lnTo>
                  <a:pt x="935646" y="113796"/>
                </a:lnTo>
                <a:lnTo>
                  <a:pt x="936619" y="113202"/>
                </a:lnTo>
                <a:lnTo>
                  <a:pt x="937577" y="112576"/>
                </a:lnTo>
                <a:lnTo>
                  <a:pt x="938522" y="111918"/>
                </a:lnTo>
                <a:lnTo>
                  <a:pt x="939452" y="111228"/>
                </a:lnTo>
                <a:lnTo>
                  <a:pt x="940367" y="110505"/>
                </a:lnTo>
                <a:lnTo>
                  <a:pt x="941268" y="109751"/>
                </a:lnTo>
                <a:lnTo>
                  <a:pt x="942149" y="108978"/>
                </a:lnTo>
                <a:lnTo>
                  <a:pt x="943003" y="108202"/>
                </a:lnTo>
                <a:lnTo>
                  <a:pt x="943829" y="107422"/>
                </a:lnTo>
                <a:lnTo>
                  <a:pt x="944629" y="106639"/>
                </a:lnTo>
                <a:lnTo>
                  <a:pt x="945403" y="105852"/>
                </a:lnTo>
                <a:lnTo>
                  <a:pt x="946149" y="105062"/>
                </a:lnTo>
                <a:lnTo>
                  <a:pt x="946868" y="104268"/>
                </a:lnTo>
                <a:lnTo>
                  <a:pt x="947561" y="103471"/>
                </a:lnTo>
                <a:lnTo>
                  <a:pt x="948226" y="102670"/>
                </a:lnTo>
                <a:lnTo>
                  <a:pt x="948865" y="101865"/>
                </a:lnTo>
                <a:lnTo>
                  <a:pt x="949477" y="101057"/>
                </a:lnTo>
                <a:lnTo>
                  <a:pt x="950061" y="100246"/>
                </a:lnTo>
                <a:lnTo>
                  <a:pt x="950620" y="99431"/>
                </a:lnTo>
                <a:lnTo>
                  <a:pt x="951151" y="98612"/>
                </a:lnTo>
                <a:lnTo>
                  <a:pt x="951655" y="97790"/>
                </a:lnTo>
                <a:lnTo>
                  <a:pt x="952132" y="96964"/>
                </a:lnTo>
                <a:lnTo>
                  <a:pt x="952583" y="96135"/>
                </a:lnTo>
                <a:lnTo>
                  <a:pt x="953006" y="95302"/>
                </a:lnTo>
                <a:lnTo>
                  <a:pt x="953403" y="94466"/>
                </a:lnTo>
                <a:lnTo>
                  <a:pt x="953773" y="93626"/>
                </a:lnTo>
                <a:lnTo>
                  <a:pt x="954116" y="92783"/>
                </a:lnTo>
                <a:lnTo>
                  <a:pt x="954432" y="91936"/>
                </a:lnTo>
                <a:lnTo>
                  <a:pt x="954721" y="91085"/>
                </a:lnTo>
                <a:lnTo>
                  <a:pt x="954984" y="90231"/>
                </a:lnTo>
                <a:lnTo>
                  <a:pt x="941150" y="88974"/>
                </a:lnTo>
                <a:lnTo>
                  <a:pt x="940817" y="89710"/>
                </a:lnTo>
                <a:lnTo>
                  <a:pt x="940474" y="90432"/>
                </a:lnTo>
                <a:lnTo>
                  <a:pt x="940119" y="91139"/>
                </a:lnTo>
                <a:lnTo>
                  <a:pt x="939753" y="91832"/>
                </a:lnTo>
                <a:lnTo>
                  <a:pt x="939376" y="92510"/>
                </a:lnTo>
                <a:close/>
                <a:moveTo>
                  <a:pt x="901512" y="62928"/>
                </a:moveTo>
                <a:lnTo>
                  <a:pt x="901893" y="61998"/>
                </a:lnTo>
                <a:lnTo>
                  <a:pt x="902287" y="61090"/>
                </a:lnTo>
                <a:lnTo>
                  <a:pt x="902694" y="60204"/>
                </a:lnTo>
                <a:lnTo>
                  <a:pt x="903114" y="59340"/>
                </a:lnTo>
                <a:lnTo>
                  <a:pt x="903548" y="58498"/>
                </a:lnTo>
                <a:lnTo>
                  <a:pt x="903995" y="57679"/>
                </a:lnTo>
                <a:lnTo>
                  <a:pt x="904455" y="56881"/>
                </a:lnTo>
                <a:lnTo>
                  <a:pt x="904928" y="56105"/>
                </a:lnTo>
                <a:lnTo>
                  <a:pt x="905415" y="55351"/>
                </a:lnTo>
                <a:lnTo>
                  <a:pt x="905914" y="54620"/>
                </a:lnTo>
                <a:lnTo>
                  <a:pt x="906427" y="53910"/>
                </a:lnTo>
                <a:lnTo>
                  <a:pt x="906954" y="53222"/>
                </a:lnTo>
                <a:lnTo>
                  <a:pt x="907493" y="52557"/>
                </a:lnTo>
                <a:lnTo>
                  <a:pt x="908046" y="51913"/>
                </a:lnTo>
                <a:lnTo>
                  <a:pt x="908612" y="51292"/>
                </a:lnTo>
                <a:lnTo>
                  <a:pt x="909191" y="50692"/>
                </a:lnTo>
                <a:lnTo>
                  <a:pt x="909783" y="50115"/>
                </a:lnTo>
                <a:lnTo>
                  <a:pt x="910389" y="49559"/>
                </a:lnTo>
                <a:lnTo>
                  <a:pt x="911008" y="49026"/>
                </a:lnTo>
                <a:lnTo>
                  <a:pt x="911636" y="48514"/>
                </a:lnTo>
                <a:lnTo>
                  <a:pt x="912270" y="48025"/>
                </a:lnTo>
                <a:lnTo>
                  <a:pt x="912910" y="47557"/>
                </a:lnTo>
                <a:lnTo>
                  <a:pt x="913555" y="47111"/>
                </a:lnTo>
                <a:lnTo>
                  <a:pt x="914205" y="46686"/>
                </a:lnTo>
                <a:lnTo>
                  <a:pt x="914862" y="46283"/>
                </a:lnTo>
                <a:lnTo>
                  <a:pt x="915524" y="45903"/>
                </a:lnTo>
                <a:lnTo>
                  <a:pt x="916191" y="45543"/>
                </a:lnTo>
                <a:lnTo>
                  <a:pt x="916864" y="45206"/>
                </a:lnTo>
                <a:lnTo>
                  <a:pt x="917543" y="44891"/>
                </a:lnTo>
                <a:lnTo>
                  <a:pt x="918227" y="44597"/>
                </a:lnTo>
                <a:lnTo>
                  <a:pt x="918917" y="44325"/>
                </a:lnTo>
                <a:lnTo>
                  <a:pt x="919612" y="44074"/>
                </a:lnTo>
                <a:lnTo>
                  <a:pt x="920313" y="43846"/>
                </a:lnTo>
                <a:lnTo>
                  <a:pt x="921020" y="43639"/>
                </a:lnTo>
                <a:lnTo>
                  <a:pt x="921732" y="43454"/>
                </a:lnTo>
                <a:lnTo>
                  <a:pt x="922450" y="43291"/>
                </a:lnTo>
                <a:lnTo>
                  <a:pt x="923173" y="43149"/>
                </a:lnTo>
                <a:lnTo>
                  <a:pt x="923902" y="43030"/>
                </a:lnTo>
                <a:lnTo>
                  <a:pt x="924637" y="42932"/>
                </a:lnTo>
                <a:lnTo>
                  <a:pt x="925377" y="42856"/>
                </a:lnTo>
                <a:lnTo>
                  <a:pt x="926123" y="42801"/>
                </a:lnTo>
                <a:lnTo>
                  <a:pt x="926874" y="42768"/>
                </a:lnTo>
                <a:lnTo>
                  <a:pt x="927631" y="42758"/>
                </a:lnTo>
                <a:lnTo>
                  <a:pt x="928327" y="42767"/>
                </a:lnTo>
                <a:lnTo>
                  <a:pt x="929012" y="42797"/>
                </a:lnTo>
                <a:lnTo>
                  <a:pt x="929686" y="42846"/>
                </a:lnTo>
                <a:lnTo>
                  <a:pt x="930350" y="42915"/>
                </a:lnTo>
                <a:lnTo>
                  <a:pt x="931003" y="43004"/>
                </a:lnTo>
                <a:lnTo>
                  <a:pt x="931645" y="43113"/>
                </a:lnTo>
                <a:lnTo>
                  <a:pt x="932277" y="43241"/>
                </a:lnTo>
                <a:lnTo>
                  <a:pt x="932898" y="43389"/>
                </a:lnTo>
                <a:lnTo>
                  <a:pt x="933508" y="43557"/>
                </a:lnTo>
                <a:lnTo>
                  <a:pt x="934108" y="43744"/>
                </a:lnTo>
                <a:lnTo>
                  <a:pt x="934697" y="43951"/>
                </a:lnTo>
                <a:lnTo>
                  <a:pt x="935275" y="44178"/>
                </a:lnTo>
                <a:lnTo>
                  <a:pt x="935843" y="44424"/>
                </a:lnTo>
                <a:lnTo>
                  <a:pt x="936400" y="44691"/>
                </a:lnTo>
                <a:lnTo>
                  <a:pt x="936947" y="44977"/>
                </a:lnTo>
                <a:lnTo>
                  <a:pt x="937482" y="45283"/>
                </a:lnTo>
                <a:lnTo>
                  <a:pt x="938008" y="45608"/>
                </a:lnTo>
                <a:lnTo>
                  <a:pt x="938522" y="45953"/>
                </a:lnTo>
                <a:lnTo>
                  <a:pt x="939026" y="46318"/>
                </a:lnTo>
                <a:lnTo>
                  <a:pt x="939519" y="46703"/>
                </a:lnTo>
                <a:lnTo>
                  <a:pt x="940002" y="47107"/>
                </a:lnTo>
                <a:lnTo>
                  <a:pt x="940474" y="47531"/>
                </a:lnTo>
                <a:lnTo>
                  <a:pt x="940935" y="47975"/>
                </a:lnTo>
                <a:lnTo>
                  <a:pt x="941386" y="48439"/>
                </a:lnTo>
                <a:lnTo>
                  <a:pt x="941822" y="48921"/>
                </a:lnTo>
                <a:lnTo>
                  <a:pt x="942240" y="49420"/>
                </a:lnTo>
                <a:lnTo>
                  <a:pt x="942639" y="49937"/>
                </a:lnTo>
                <a:lnTo>
                  <a:pt x="943019" y="50471"/>
                </a:lnTo>
                <a:lnTo>
                  <a:pt x="943381" y="51022"/>
                </a:lnTo>
                <a:lnTo>
                  <a:pt x="943724" y="51590"/>
                </a:lnTo>
                <a:lnTo>
                  <a:pt x="944049" y="52176"/>
                </a:lnTo>
                <a:lnTo>
                  <a:pt x="944355" y="52779"/>
                </a:lnTo>
                <a:lnTo>
                  <a:pt x="944643" y="53399"/>
                </a:lnTo>
                <a:lnTo>
                  <a:pt x="944912" y="54037"/>
                </a:lnTo>
                <a:lnTo>
                  <a:pt x="945163" y="54691"/>
                </a:lnTo>
                <a:lnTo>
                  <a:pt x="945395" y="55363"/>
                </a:lnTo>
                <a:lnTo>
                  <a:pt x="945608" y="56053"/>
                </a:lnTo>
                <a:lnTo>
                  <a:pt x="945803" y="56759"/>
                </a:lnTo>
                <a:lnTo>
                  <a:pt x="945979" y="57483"/>
                </a:lnTo>
                <a:lnTo>
                  <a:pt x="946137" y="58224"/>
                </a:lnTo>
                <a:lnTo>
                  <a:pt x="946276" y="58983"/>
                </a:lnTo>
                <a:lnTo>
                  <a:pt x="946397" y="59758"/>
                </a:lnTo>
                <a:lnTo>
                  <a:pt x="946499" y="60551"/>
                </a:lnTo>
                <a:lnTo>
                  <a:pt x="946582" y="61362"/>
                </a:lnTo>
                <a:lnTo>
                  <a:pt x="946647" y="62189"/>
                </a:lnTo>
                <a:lnTo>
                  <a:pt x="946694" y="63034"/>
                </a:lnTo>
                <a:lnTo>
                  <a:pt x="946722" y="63896"/>
                </a:lnTo>
                <a:lnTo>
                  <a:pt x="946731" y="64775"/>
                </a:lnTo>
                <a:lnTo>
                  <a:pt x="946731" y="64856"/>
                </a:lnTo>
                <a:lnTo>
                  <a:pt x="946730" y="64941"/>
                </a:lnTo>
                <a:lnTo>
                  <a:pt x="946730" y="65030"/>
                </a:lnTo>
                <a:lnTo>
                  <a:pt x="946729" y="65123"/>
                </a:lnTo>
                <a:lnTo>
                  <a:pt x="946727" y="65221"/>
                </a:lnTo>
                <a:lnTo>
                  <a:pt x="946726" y="65324"/>
                </a:lnTo>
                <a:lnTo>
                  <a:pt x="946724" y="65430"/>
                </a:lnTo>
                <a:lnTo>
                  <a:pt x="946722" y="65541"/>
                </a:lnTo>
                <a:lnTo>
                  <a:pt x="946720" y="65657"/>
                </a:lnTo>
                <a:lnTo>
                  <a:pt x="946717" y="65776"/>
                </a:lnTo>
                <a:lnTo>
                  <a:pt x="946714" y="65901"/>
                </a:lnTo>
                <a:lnTo>
                  <a:pt x="946711" y="66029"/>
                </a:lnTo>
                <a:lnTo>
                  <a:pt x="946708" y="66162"/>
                </a:lnTo>
                <a:lnTo>
                  <a:pt x="946704" y="66299"/>
                </a:lnTo>
                <a:lnTo>
                  <a:pt x="946700" y="66440"/>
                </a:lnTo>
                <a:lnTo>
                  <a:pt x="946696" y="66586"/>
                </a:lnTo>
                <a:lnTo>
                  <a:pt x="946691" y="66736"/>
                </a:lnTo>
                <a:lnTo>
                  <a:pt x="946687" y="66891"/>
                </a:lnTo>
                <a:lnTo>
                  <a:pt x="946682" y="67050"/>
                </a:lnTo>
                <a:lnTo>
                  <a:pt x="946676" y="67213"/>
                </a:lnTo>
                <a:lnTo>
                  <a:pt x="946671" y="67380"/>
                </a:lnTo>
                <a:lnTo>
                  <a:pt x="946665" y="67552"/>
                </a:lnTo>
                <a:lnTo>
                  <a:pt x="946659" y="67729"/>
                </a:lnTo>
                <a:lnTo>
                  <a:pt x="946652" y="67909"/>
                </a:lnTo>
                <a:lnTo>
                  <a:pt x="899808" y="67909"/>
                </a:lnTo>
                <a:lnTo>
                  <a:pt x="900122" y="66869"/>
                </a:lnTo>
                <a:lnTo>
                  <a:pt x="900450" y="65851"/>
                </a:lnTo>
                <a:lnTo>
                  <a:pt x="900791" y="64855"/>
                </a:lnTo>
                <a:lnTo>
                  <a:pt x="901145" y="63880"/>
                </a:lnTo>
                <a:lnTo>
                  <a:pt x="901512" y="62928"/>
                </a:lnTo>
                <a:close/>
                <a:moveTo>
                  <a:pt x="1270707" y="91832"/>
                </a:moveTo>
                <a:lnTo>
                  <a:pt x="1270330" y="92510"/>
                </a:lnTo>
                <a:lnTo>
                  <a:pt x="1269943" y="93174"/>
                </a:lnTo>
                <a:lnTo>
                  <a:pt x="1269544" y="93823"/>
                </a:lnTo>
                <a:lnTo>
                  <a:pt x="1269135" y="94457"/>
                </a:lnTo>
                <a:lnTo>
                  <a:pt x="1268715" y="95077"/>
                </a:lnTo>
                <a:lnTo>
                  <a:pt x="1268284" y="95683"/>
                </a:lnTo>
                <a:lnTo>
                  <a:pt x="1267841" y="96274"/>
                </a:lnTo>
                <a:lnTo>
                  <a:pt x="1267388" y="96850"/>
                </a:lnTo>
                <a:lnTo>
                  <a:pt x="1266924" y="97412"/>
                </a:lnTo>
                <a:lnTo>
                  <a:pt x="1266450" y="97959"/>
                </a:lnTo>
                <a:lnTo>
                  <a:pt x="1265964" y="98492"/>
                </a:lnTo>
                <a:lnTo>
                  <a:pt x="1265467" y="99010"/>
                </a:lnTo>
                <a:lnTo>
                  <a:pt x="1264959" y="99514"/>
                </a:lnTo>
                <a:lnTo>
                  <a:pt x="1264441" y="100003"/>
                </a:lnTo>
                <a:lnTo>
                  <a:pt x="1263912" y="100478"/>
                </a:lnTo>
                <a:lnTo>
                  <a:pt x="1263371" y="100938"/>
                </a:lnTo>
                <a:lnTo>
                  <a:pt x="1262820" y="101383"/>
                </a:lnTo>
                <a:lnTo>
                  <a:pt x="1262258" y="101814"/>
                </a:lnTo>
                <a:lnTo>
                  <a:pt x="1261685" y="102231"/>
                </a:lnTo>
                <a:lnTo>
                  <a:pt x="1261101" y="102633"/>
                </a:lnTo>
                <a:lnTo>
                  <a:pt x="1260511" y="103019"/>
                </a:lnTo>
                <a:lnTo>
                  <a:pt x="1259920" y="103389"/>
                </a:lnTo>
                <a:lnTo>
                  <a:pt x="1259328" y="103742"/>
                </a:lnTo>
                <a:lnTo>
                  <a:pt x="1258736" y="104079"/>
                </a:lnTo>
                <a:lnTo>
                  <a:pt x="1258143" y="104399"/>
                </a:lnTo>
                <a:lnTo>
                  <a:pt x="1257549" y="104703"/>
                </a:lnTo>
                <a:lnTo>
                  <a:pt x="1256954" y="104991"/>
                </a:lnTo>
                <a:lnTo>
                  <a:pt x="1256358" y="105262"/>
                </a:lnTo>
                <a:lnTo>
                  <a:pt x="1255762" y="105517"/>
                </a:lnTo>
                <a:lnTo>
                  <a:pt x="1255165" y="105755"/>
                </a:lnTo>
                <a:lnTo>
                  <a:pt x="1254567" y="105977"/>
                </a:lnTo>
                <a:lnTo>
                  <a:pt x="1253968" y="106182"/>
                </a:lnTo>
                <a:lnTo>
                  <a:pt x="1253368" y="106371"/>
                </a:lnTo>
                <a:lnTo>
                  <a:pt x="1252767" y="106544"/>
                </a:lnTo>
                <a:lnTo>
                  <a:pt x="1252166" y="106700"/>
                </a:lnTo>
                <a:lnTo>
                  <a:pt x="1251564" y="106840"/>
                </a:lnTo>
                <a:lnTo>
                  <a:pt x="1250961" y="106963"/>
                </a:lnTo>
                <a:lnTo>
                  <a:pt x="1250357" y="107070"/>
                </a:lnTo>
                <a:lnTo>
                  <a:pt x="1249752" y="107160"/>
                </a:lnTo>
                <a:lnTo>
                  <a:pt x="1249147" y="107234"/>
                </a:lnTo>
                <a:lnTo>
                  <a:pt x="1248541" y="107292"/>
                </a:lnTo>
                <a:lnTo>
                  <a:pt x="1247934" y="107333"/>
                </a:lnTo>
                <a:lnTo>
                  <a:pt x="1247326" y="107357"/>
                </a:lnTo>
                <a:lnTo>
                  <a:pt x="1246717" y="107366"/>
                </a:lnTo>
                <a:lnTo>
                  <a:pt x="1246073" y="107355"/>
                </a:lnTo>
                <a:lnTo>
                  <a:pt x="1245437" y="107323"/>
                </a:lnTo>
                <a:lnTo>
                  <a:pt x="1244809" y="107269"/>
                </a:lnTo>
                <a:lnTo>
                  <a:pt x="1244190" y="107194"/>
                </a:lnTo>
                <a:lnTo>
                  <a:pt x="1243579" y="107098"/>
                </a:lnTo>
                <a:lnTo>
                  <a:pt x="1242976" y="106980"/>
                </a:lnTo>
                <a:lnTo>
                  <a:pt x="1242382" y="106841"/>
                </a:lnTo>
                <a:lnTo>
                  <a:pt x="1241796" y="106680"/>
                </a:lnTo>
                <a:lnTo>
                  <a:pt x="1241218" y="106498"/>
                </a:lnTo>
                <a:lnTo>
                  <a:pt x="1240649" y="106294"/>
                </a:lnTo>
                <a:lnTo>
                  <a:pt x="1240088" y="106069"/>
                </a:lnTo>
                <a:lnTo>
                  <a:pt x="1239535" y="105823"/>
                </a:lnTo>
                <a:lnTo>
                  <a:pt x="1238991" y="105555"/>
                </a:lnTo>
                <a:lnTo>
                  <a:pt x="1238455" y="105266"/>
                </a:lnTo>
                <a:lnTo>
                  <a:pt x="1237927" y="104955"/>
                </a:lnTo>
                <a:lnTo>
                  <a:pt x="1237407" y="104623"/>
                </a:lnTo>
                <a:lnTo>
                  <a:pt x="1236896" y="104270"/>
                </a:lnTo>
                <a:lnTo>
                  <a:pt x="1236394" y="103895"/>
                </a:lnTo>
                <a:lnTo>
                  <a:pt x="1235899" y="103499"/>
                </a:lnTo>
                <a:lnTo>
                  <a:pt x="1235413" y="103081"/>
                </a:lnTo>
                <a:lnTo>
                  <a:pt x="1234935" y="102642"/>
                </a:lnTo>
                <a:lnTo>
                  <a:pt x="1234466" y="102181"/>
                </a:lnTo>
                <a:lnTo>
                  <a:pt x="1234005" y="101699"/>
                </a:lnTo>
                <a:lnTo>
                  <a:pt x="1233552" y="101196"/>
                </a:lnTo>
                <a:lnTo>
                  <a:pt x="1233112" y="100672"/>
                </a:lnTo>
                <a:lnTo>
                  <a:pt x="1232692" y="100129"/>
                </a:lnTo>
                <a:lnTo>
                  <a:pt x="1232290" y="99567"/>
                </a:lnTo>
                <a:lnTo>
                  <a:pt x="1231907" y="98985"/>
                </a:lnTo>
                <a:lnTo>
                  <a:pt x="1231542" y="98384"/>
                </a:lnTo>
                <a:lnTo>
                  <a:pt x="1231196" y="97764"/>
                </a:lnTo>
                <a:lnTo>
                  <a:pt x="1230869" y="97125"/>
                </a:lnTo>
                <a:lnTo>
                  <a:pt x="1230561" y="96467"/>
                </a:lnTo>
                <a:lnTo>
                  <a:pt x="1230271" y="95789"/>
                </a:lnTo>
                <a:lnTo>
                  <a:pt x="1230000" y="95092"/>
                </a:lnTo>
                <a:lnTo>
                  <a:pt x="1229747" y="94376"/>
                </a:lnTo>
                <a:lnTo>
                  <a:pt x="1229514" y="93640"/>
                </a:lnTo>
                <a:lnTo>
                  <a:pt x="1229299" y="92886"/>
                </a:lnTo>
                <a:lnTo>
                  <a:pt x="1229102" y="92112"/>
                </a:lnTo>
                <a:lnTo>
                  <a:pt x="1228925" y="91319"/>
                </a:lnTo>
                <a:lnTo>
                  <a:pt x="1228766" y="90506"/>
                </a:lnTo>
                <a:lnTo>
                  <a:pt x="1228626" y="89675"/>
                </a:lnTo>
                <a:lnTo>
                  <a:pt x="1228504" y="88824"/>
                </a:lnTo>
                <a:lnTo>
                  <a:pt x="1228401" y="87954"/>
                </a:lnTo>
                <a:lnTo>
                  <a:pt x="1228317" y="87064"/>
                </a:lnTo>
                <a:lnTo>
                  <a:pt x="1228252" y="86156"/>
                </a:lnTo>
                <a:lnTo>
                  <a:pt x="1228205" y="85228"/>
                </a:lnTo>
                <a:lnTo>
                  <a:pt x="1228177" y="84281"/>
                </a:lnTo>
                <a:lnTo>
                  <a:pt x="1228168" y="83314"/>
                </a:lnTo>
                <a:lnTo>
                  <a:pt x="1228168" y="83150"/>
                </a:lnTo>
                <a:lnTo>
                  <a:pt x="1228170" y="82984"/>
                </a:lnTo>
                <a:lnTo>
                  <a:pt x="1228173" y="82816"/>
                </a:lnTo>
                <a:lnTo>
                  <a:pt x="1228176" y="82646"/>
                </a:lnTo>
                <a:lnTo>
                  <a:pt x="1228181" y="82475"/>
                </a:lnTo>
                <a:lnTo>
                  <a:pt x="1228187" y="82303"/>
                </a:lnTo>
                <a:lnTo>
                  <a:pt x="1228194" y="82128"/>
                </a:lnTo>
                <a:lnTo>
                  <a:pt x="1228203" y="81952"/>
                </a:lnTo>
                <a:lnTo>
                  <a:pt x="1228212" y="81774"/>
                </a:lnTo>
                <a:lnTo>
                  <a:pt x="1228222" y="81595"/>
                </a:lnTo>
                <a:lnTo>
                  <a:pt x="1228234" y="81414"/>
                </a:lnTo>
                <a:lnTo>
                  <a:pt x="1228246" y="81232"/>
                </a:lnTo>
                <a:lnTo>
                  <a:pt x="1228260" y="81047"/>
                </a:lnTo>
                <a:lnTo>
                  <a:pt x="1228275" y="80862"/>
                </a:lnTo>
                <a:lnTo>
                  <a:pt x="1228291" y="80674"/>
                </a:lnTo>
                <a:lnTo>
                  <a:pt x="1228307" y="80485"/>
                </a:lnTo>
                <a:lnTo>
                  <a:pt x="1228325" y="80294"/>
                </a:lnTo>
                <a:lnTo>
                  <a:pt x="1228345" y="80102"/>
                </a:lnTo>
                <a:lnTo>
                  <a:pt x="1228365" y="79908"/>
                </a:lnTo>
                <a:lnTo>
                  <a:pt x="1228386" y="79712"/>
                </a:lnTo>
                <a:lnTo>
                  <a:pt x="1228408" y="79515"/>
                </a:lnTo>
                <a:lnTo>
                  <a:pt x="1228432" y="79316"/>
                </a:lnTo>
                <a:lnTo>
                  <a:pt x="1228456" y="79115"/>
                </a:lnTo>
                <a:lnTo>
                  <a:pt x="1228482" y="78913"/>
                </a:lnTo>
                <a:lnTo>
                  <a:pt x="1289946" y="78913"/>
                </a:lnTo>
                <a:lnTo>
                  <a:pt x="1290036" y="78376"/>
                </a:lnTo>
                <a:lnTo>
                  <a:pt x="1290122" y="77841"/>
                </a:lnTo>
                <a:lnTo>
                  <a:pt x="1290204" y="77307"/>
                </a:lnTo>
                <a:lnTo>
                  <a:pt x="1290282" y="76773"/>
                </a:lnTo>
                <a:lnTo>
                  <a:pt x="1290357" y="76241"/>
                </a:lnTo>
                <a:lnTo>
                  <a:pt x="1290428" y="75710"/>
                </a:lnTo>
                <a:lnTo>
                  <a:pt x="1290494" y="75180"/>
                </a:lnTo>
                <a:lnTo>
                  <a:pt x="1290558" y="74651"/>
                </a:lnTo>
                <a:lnTo>
                  <a:pt x="1290617" y="74123"/>
                </a:lnTo>
                <a:lnTo>
                  <a:pt x="1290672" y="73597"/>
                </a:lnTo>
                <a:lnTo>
                  <a:pt x="1290724" y="73071"/>
                </a:lnTo>
                <a:lnTo>
                  <a:pt x="1290771" y="72546"/>
                </a:lnTo>
                <a:lnTo>
                  <a:pt x="1290815" y="72023"/>
                </a:lnTo>
                <a:lnTo>
                  <a:pt x="1290856" y="71501"/>
                </a:lnTo>
                <a:lnTo>
                  <a:pt x="1290892" y="70979"/>
                </a:lnTo>
                <a:lnTo>
                  <a:pt x="1290924" y="70459"/>
                </a:lnTo>
                <a:lnTo>
                  <a:pt x="1290953" y="69940"/>
                </a:lnTo>
                <a:lnTo>
                  <a:pt x="1290978" y="69422"/>
                </a:lnTo>
                <a:lnTo>
                  <a:pt x="1290999" y="68905"/>
                </a:lnTo>
                <a:lnTo>
                  <a:pt x="1291016" y="68389"/>
                </a:lnTo>
                <a:lnTo>
                  <a:pt x="1291029" y="67875"/>
                </a:lnTo>
                <a:lnTo>
                  <a:pt x="1291039" y="67361"/>
                </a:lnTo>
                <a:lnTo>
                  <a:pt x="1291045" y="66849"/>
                </a:lnTo>
                <a:lnTo>
                  <a:pt x="1291047" y="66337"/>
                </a:lnTo>
                <a:lnTo>
                  <a:pt x="1291031" y="65013"/>
                </a:lnTo>
                <a:lnTo>
                  <a:pt x="1290985" y="63712"/>
                </a:lnTo>
                <a:lnTo>
                  <a:pt x="1290907" y="62434"/>
                </a:lnTo>
                <a:lnTo>
                  <a:pt x="1290799" y="61180"/>
                </a:lnTo>
                <a:lnTo>
                  <a:pt x="1290659" y="59950"/>
                </a:lnTo>
                <a:lnTo>
                  <a:pt x="1290489" y="58743"/>
                </a:lnTo>
                <a:lnTo>
                  <a:pt x="1290288" y="57559"/>
                </a:lnTo>
                <a:lnTo>
                  <a:pt x="1290055" y="56399"/>
                </a:lnTo>
                <a:lnTo>
                  <a:pt x="1289792" y="55262"/>
                </a:lnTo>
                <a:lnTo>
                  <a:pt x="1289498" y="54149"/>
                </a:lnTo>
                <a:lnTo>
                  <a:pt x="1289173" y="53059"/>
                </a:lnTo>
                <a:lnTo>
                  <a:pt x="1288816" y="51993"/>
                </a:lnTo>
                <a:lnTo>
                  <a:pt x="1288429" y="50950"/>
                </a:lnTo>
                <a:lnTo>
                  <a:pt x="1288011" y="49931"/>
                </a:lnTo>
                <a:lnTo>
                  <a:pt x="1287562" y="48935"/>
                </a:lnTo>
                <a:lnTo>
                  <a:pt x="1287082" y="47963"/>
                </a:lnTo>
                <a:lnTo>
                  <a:pt x="1286571" y="47014"/>
                </a:lnTo>
                <a:lnTo>
                  <a:pt x="1286029" y="46088"/>
                </a:lnTo>
                <a:lnTo>
                  <a:pt x="1285455" y="45186"/>
                </a:lnTo>
                <a:lnTo>
                  <a:pt x="1284851" y="44308"/>
                </a:lnTo>
                <a:lnTo>
                  <a:pt x="1284216" y="43453"/>
                </a:lnTo>
                <a:lnTo>
                  <a:pt x="1283551" y="42621"/>
                </a:lnTo>
                <a:lnTo>
                  <a:pt x="1282854" y="41813"/>
                </a:lnTo>
                <a:lnTo>
                  <a:pt x="1282126" y="41028"/>
                </a:lnTo>
                <a:lnTo>
                  <a:pt x="1281372" y="40272"/>
                </a:lnTo>
                <a:lnTo>
                  <a:pt x="1280597" y="39547"/>
                </a:lnTo>
                <a:lnTo>
                  <a:pt x="1279801" y="38855"/>
                </a:lnTo>
                <a:lnTo>
                  <a:pt x="1278985" y="38195"/>
                </a:lnTo>
                <a:lnTo>
                  <a:pt x="1278148" y="37567"/>
                </a:lnTo>
                <a:lnTo>
                  <a:pt x="1277289" y="36971"/>
                </a:lnTo>
                <a:lnTo>
                  <a:pt x="1276410" y="36407"/>
                </a:lnTo>
                <a:lnTo>
                  <a:pt x="1275510" y="35876"/>
                </a:lnTo>
                <a:lnTo>
                  <a:pt x="1274589" y="35377"/>
                </a:lnTo>
                <a:lnTo>
                  <a:pt x="1273648" y="34910"/>
                </a:lnTo>
                <a:lnTo>
                  <a:pt x="1272685" y="34475"/>
                </a:lnTo>
                <a:lnTo>
                  <a:pt x="1271701" y="34072"/>
                </a:lnTo>
                <a:lnTo>
                  <a:pt x="1270697" y="33702"/>
                </a:lnTo>
                <a:lnTo>
                  <a:pt x="1269672" y="33364"/>
                </a:lnTo>
                <a:lnTo>
                  <a:pt x="1268626" y="33058"/>
                </a:lnTo>
                <a:lnTo>
                  <a:pt x="1267559" y="32784"/>
                </a:lnTo>
                <a:lnTo>
                  <a:pt x="1266471" y="32543"/>
                </a:lnTo>
                <a:lnTo>
                  <a:pt x="1265362" y="32333"/>
                </a:lnTo>
                <a:lnTo>
                  <a:pt x="1264232" y="32156"/>
                </a:lnTo>
                <a:lnTo>
                  <a:pt x="1263082" y="32011"/>
                </a:lnTo>
                <a:lnTo>
                  <a:pt x="1261910" y="31899"/>
                </a:lnTo>
                <a:lnTo>
                  <a:pt x="1260718" y="31818"/>
                </a:lnTo>
                <a:lnTo>
                  <a:pt x="1259505" y="31770"/>
                </a:lnTo>
                <a:lnTo>
                  <a:pt x="1258271" y="31754"/>
                </a:lnTo>
                <a:lnTo>
                  <a:pt x="1257298" y="31765"/>
                </a:lnTo>
                <a:lnTo>
                  <a:pt x="1256331" y="31797"/>
                </a:lnTo>
                <a:lnTo>
                  <a:pt x="1255369" y="31851"/>
                </a:lnTo>
                <a:lnTo>
                  <a:pt x="1254413" y="31927"/>
                </a:lnTo>
                <a:lnTo>
                  <a:pt x="1253463" y="32025"/>
                </a:lnTo>
                <a:lnTo>
                  <a:pt x="1252519" y="32144"/>
                </a:lnTo>
                <a:lnTo>
                  <a:pt x="1251580" y="32285"/>
                </a:lnTo>
                <a:lnTo>
                  <a:pt x="1250647" y="32448"/>
                </a:lnTo>
                <a:lnTo>
                  <a:pt x="1249720" y="32633"/>
                </a:lnTo>
                <a:lnTo>
                  <a:pt x="1248798" y="32839"/>
                </a:lnTo>
                <a:lnTo>
                  <a:pt x="1247882" y="33066"/>
                </a:lnTo>
                <a:lnTo>
                  <a:pt x="1246972" y="33316"/>
                </a:lnTo>
                <a:lnTo>
                  <a:pt x="1246068" y="33587"/>
                </a:lnTo>
                <a:lnTo>
                  <a:pt x="1245170" y="33880"/>
                </a:lnTo>
                <a:lnTo>
                  <a:pt x="1244277" y="34195"/>
                </a:lnTo>
                <a:lnTo>
                  <a:pt x="1243390" y="34531"/>
                </a:lnTo>
                <a:lnTo>
                  <a:pt x="1242508" y="34889"/>
                </a:lnTo>
                <a:lnTo>
                  <a:pt x="1241633" y="35269"/>
                </a:lnTo>
                <a:lnTo>
                  <a:pt x="1240763" y="35670"/>
                </a:lnTo>
                <a:lnTo>
                  <a:pt x="1239899" y="36093"/>
                </a:lnTo>
                <a:lnTo>
                  <a:pt x="1239040" y="36538"/>
                </a:lnTo>
                <a:lnTo>
                  <a:pt x="1238187" y="37004"/>
                </a:lnTo>
                <a:lnTo>
                  <a:pt x="1237340" y="37493"/>
                </a:lnTo>
                <a:lnTo>
                  <a:pt x="1236499" y="38002"/>
                </a:lnTo>
                <a:lnTo>
                  <a:pt x="1235667" y="38535"/>
                </a:lnTo>
                <a:lnTo>
                  <a:pt x="1234848" y="39090"/>
                </a:lnTo>
                <a:lnTo>
                  <a:pt x="1234042" y="39668"/>
                </a:lnTo>
                <a:lnTo>
                  <a:pt x="1233249" y="40269"/>
                </a:lnTo>
                <a:lnTo>
                  <a:pt x="1232469" y="40893"/>
                </a:lnTo>
                <a:lnTo>
                  <a:pt x="1231702" y="41539"/>
                </a:lnTo>
                <a:lnTo>
                  <a:pt x="1230948" y="42209"/>
                </a:lnTo>
                <a:lnTo>
                  <a:pt x="1230207" y="42902"/>
                </a:lnTo>
                <a:lnTo>
                  <a:pt x="1229479" y="43617"/>
                </a:lnTo>
                <a:lnTo>
                  <a:pt x="1228763" y="44356"/>
                </a:lnTo>
                <a:lnTo>
                  <a:pt x="1228061" y="45117"/>
                </a:lnTo>
                <a:lnTo>
                  <a:pt x="1227372" y="45902"/>
                </a:lnTo>
                <a:lnTo>
                  <a:pt x="1226696" y="46709"/>
                </a:lnTo>
                <a:lnTo>
                  <a:pt x="1226032" y="47539"/>
                </a:lnTo>
                <a:lnTo>
                  <a:pt x="1225382" y="48392"/>
                </a:lnTo>
                <a:lnTo>
                  <a:pt x="1224744" y="49268"/>
                </a:lnTo>
                <a:lnTo>
                  <a:pt x="1224120" y="50167"/>
                </a:lnTo>
                <a:lnTo>
                  <a:pt x="1223508" y="51089"/>
                </a:lnTo>
                <a:lnTo>
                  <a:pt x="1222910" y="52034"/>
                </a:lnTo>
                <a:lnTo>
                  <a:pt x="1222324" y="53002"/>
                </a:lnTo>
                <a:lnTo>
                  <a:pt x="1221752" y="53992"/>
                </a:lnTo>
                <a:lnTo>
                  <a:pt x="1221192" y="55006"/>
                </a:lnTo>
                <a:lnTo>
                  <a:pt x="1220645" y="56042"/>
                </a:lnTo>
                <a:lnTo>
                  <a:pt x="1220111" y="57102"/>
                </a:lnTo>
                <a:lnTo>
                  <a:pt x="1219595" y="58174"/>
                </a:lnTo>
                <a:lnTo>
                  <a:pt x="1219101" y="59249"/>
                </a:lnTo>
                <a:lnTo>
                  <a:pt x="1218628" y="60327"/>
                </a:lnTo>
                <a:lnTo>
                  <a:pt x="1218178" y="61408"/>
                </a:lnTo>
                <a:lnTo>
                  <a:pt x="1217750" y="62492"/>
                </a:lnTo>
                <a:lnTo>
                  <a:pt x="1217343" y="63579"/>
                </a:lnTo>
                <a:lnTo>
                  <a:pt x="1216959" y="64668"/>
                </a:lnTo>
                <a:lnTo>
                  <a:pt x="1216596" y="65761"/>
                </a:lnTo>
                <a:lnTo>
                  <a:pt x="1216256" y="66856"/>
                </a:lnTo>
                <a:lnTo>
                  <a:pt x="1215937" y="67954"/>
                </a:lnTo>
                <a:lnTo>
                  <a:pt x="1215641" y="69055"/>
                </a:lnTo>
                <a:lnTo>
                  <a:pt x="1215366" y="70159"/>
                </a:lnTo>
                <a:lnTo>
                  <a:pt x="1215113" y="71266"/>
                </a:lnTo>
                <a:lnTo>
                  <a:pt x="1214883" y="72375"/>
                </a:lnTo>
                <a:lnTo>
                  <a:pt x="1214674" y="73488"/>
                </a:lnTo>
                <a:lnTo>
                  <a:pt x="1214487" y="74603"/>
                </a:lnTo>
                <a:lnTo>
                  <a:pt x="1214322" y="75721"/>
                </a:lnTo>
                <a:lnTo>
                  <a:pt x="1214180" y="76842"/>
                </a:lnTo>
                <a:lnTo>
                  <a:pt x="1214059" y="77966"/>
                </a:lnTo>
                <a:lnTo>
                  <a:pt x="1213960" y="79093"/>
                </a:lnTo>
                <a:lnTo>
                  <a:pt x="1213883" y="80223"/>
                </a:lnTo>
                <a:lnTo>
                  <a:pt x="1213828" y="81355"/>
                </a:lnTo>
                <a:lnTo>
                  <a:pt x="1213795" y="82491"/>
                </a:lnTo>
                <a:lnTo>
                  <a:pt x="1213784" y="83629"/>
                </a:lnTo>
                <a:lnTo>
                  <a:pt x="1213791" y="84496"/>
                </a:lnTo>
                <a:lnTo>
                  <a:pt x="1213812" y="85355"/>
                </a:lnTo>
                <a:lnTo>
                  <a:pt x="1213847" y="86207"/>
                </a:lnTo>
                <a:lnTo>
                  <a:pt x="1213897" y="87050"/>
                </a:lnTo>
                <a:lnTo>
                  <a:pt x="1213960" y="87886"/>
                </a:lnTo>
                <a:lnTo>
                  <a:pt x="1214037" y="88713"/>
                </a:lnTo>
                <a:lnTo>
                  <a:pt x="1214129" y="89533"/>
                </a:lnTo>
                <a:lnTo>
                  <a:pt x="1214234" y="90345"/>
                </a:lnTo>
                <a:lnTo>
                  <a:pt x="1214353" y="91149"/>
                </a:lnTo>
                <a:lnTo>
                  <a:pt x="1214487" y="91944"/>
                </a:lnTo>
                <a:lnTo>
                  <a:pt x="1214635" y="92733"/>
                </a:lnTo>
                <a:lnTo>
                  <a:pt x="1214796" y="93513"/>
                </a:lnTo>
                <a:lnTo>
                  <a:pt x="1214972" y="94285"/>
                </a:lnTo>
                <a:lnTo>
                  <a:pt x="1215162" y="95049"/>
                </a:lnTo>
                <a:lnTo>
                  <a:pt x="1215365" y="95805"/>
                </a:lnTo>
                <a:lnTo>
                  <a:pt x="1215583" y="96554"/>
                </a:lnTo>
                <a:lnTo>
                  <a:pt x="1215815" y="97295"/>
                </a:lnTo>
                <a:lnTo>
                  <a:pt x="1216061" y="98027"/>
                </a:lnTo>
                <a:lnTo>
                  <a:pt x="1216321" y="98752"/>
                </a:lnTo>
                <a:lnTo>
                  <a:pt x="1216595" y="99469"/>
                </a:lnTo>
                <a:lnTo>
                  <a:pt x="1216883" y="100178"/>
                </a:lnTo>
                <a:lnTo>
                  <a:pt x="1217185" y="100879"/>
                </a:lnTo>
                <a:lnTo>
                  <a:pt x="1217502" y="101572"/>
                </a:lnTo>
                <a:lnTo>
                  <a:pt x="1217832" y="102257"/>
                </a:lnTo>
                <a:lnTo>
                  <a:pt x="1218176" y="102931"/>
                </a:lnTo>
                <a:lnTo>
                  <a:pt x="1218532" y="103592"/>
                </a:lnTo>
                <a:lnTo>
                  <a:pt x="1218902" y="104239"/>
                </a:lnTo>
                <a:lnTo>
                  <a:pt x="1219284" y="104873"/>
                </a:lnTo>
                <a:lnTo>
                  <a:pt x="1219679" y="105494"/>
                </a:lnTo>
                <a:lnTo>
                  <a:pt x="1220087" y="106101"/>
                </a:lnTo>
                <a:lnTo>
                  <a:pt x="1220508" y="106694"/>
                </a:lnTo>
                <a:lnTo>
                  <a:pt x="1220941" y="107274"/>
                </a:lnTo>
                <a:lnTo>
                  <a:pt x="1221387" y="107840"/>
                </a:lnTo>
                <a:lnTo>
                  <a:pt x="1221847" y="108393"/>
                </a:lnTo>
                <a:lnTo>
                  <a:pt x="1222319" y="108932"/>
                </a:lnTo>
                <a:lnTo>
                  <a:pt x="1222803" y="109458"/>
                </a:lnTo>
                <a:lnTo>
                  <a:pt x="1223301" y="109971"/>
                </a:lnTo>
                <a:lnTo>
                  <a:pt x="1223812" y="110469"/>
                </a:lnTo>
                <a:lnTo>
                  <a:pt x="1224335" y="110955"/>
                </a:lnTo>
                <a:lnTo>
                  <a:pt x="1224871" y="111427"/>
                </a:lnTo>
                <a:lnTo>
                  <a:pt x="1225420" y="111885"/>
                </a:lnTo>
                <a:lnTo>
                  <a:pt x="1225982" y="112330"/>
                </a:lnTo>
                <a:lnTo>
                  <a:pt x="1226556" y="112761"/>
                </a:lnTo>
                <a:lnTo>
                  <a:pt x="1227144" y="113179"/>
                </a:lnTo>
                <a:lnTo>
                  <a:pt x="1227744" y="113583"/>
                </a:lnTo>
                <a:lnTo>
                  <a:pt x="1228357" y="113974"/>
                </a:lnTo>
                <a:lnTo>
                  <a:pt x="1228983" y="114351"/>
                </a:lnTo>
                <a:lnTo>
                  <a:pt x="1229622" y="114715"/>
                </a:lnTo>
                <a:lnTo>
                  <a:pt x="1230270" y="115064"/>
                </a:lnTo>
                <a:lnTo>
                  <a:pt x="1230923" y="115399"/>
                </a:lnTo>
                <a:lnTo>
                  <a:pt x="1231581" y="115719"/>
                </a:lnTo>
                <a:lnTo>
                  <a:pt x="1232245" y="116023"/>
                </a:lnTo>
                <a:lnTo>
                  <a:pt x="1232914" y="116314"/>
                </a:lnTo>
                <a:lnTo>
                  <a:pt x="1233589" y="116589"/>
                </a:lnTo>
                <a:lnTo>
                  <a:pt x="1234268" y="116849"/>
                </a:lnTo>
                <a:lnTo>
                  <a:pt x="1234953" y="117094"/>
                </a:lnTo>
                <a:lnTo>
                  <a:pt x="1235644" y="117325"/>
                </a:lnTo>
                <a:lnTo>
                  <a:pt x="1236340" y="117541"/>
                </a:lnTo>
                <a:lnTo>
                  <a:pt x="1237041" y="117741"/>
                </a:lnTo>
                <a:lnTo>
                  <a:pt x="1237747" y="117927"/>
                </a:lnTo>
                <a:lnTo>
                  <a:pt x="1238459" y="118098"/>
                </a:lnTo>
                <a:lnTo>
                  <a:pt x="1239176" y="118255"/>
                </a:lnTo>
                <a:lnTo>
                  <a:pt x="1239898" y="118396"/>
                </a:lnTo>
                <a:lnTo>
                  <a:pt x="1240626" y="118522"/>
                </a:lnTo>
                <a:lnTo>
                  <a:pt x="1241359" y="118634"/>
                </a:lnTo>
                <a:lnTo>
                  <a:pt x="1242097" y="118730"/>
                </a:lnTo>
                <a:lnTo>
                  <a:pt x="1242840" y="118812"/>
                </a:lnTo>
                <a:lnTo>
                  <a:pt x="1243589" y="118879"/>
                </a:lnTo>
                <a:lnTo>
                  <a:pt x="1244344" y="118931"/>
                </a:lnTo>
                <a:lnTo>
                  <a:pt x="1245103" y="118968"/>
                </a:lnTo>
                <a:lnTo>
                  <a:pt x="1245868" y="118991"/>
                </a:lnTo>
                <a:lnTo>
                  <a:pt x="1246638" y="118998"/>
                </a:lnTo>
                <a:lnTo>
                  <a:pt x="1247869" y="118982"/>
                </a:lnTo>
                <a:lnTo>
                  <a:pt x="1249086" y="118934"/>
                </a:lnTo>
                <a:lnTo>
                  <a:pt x="1250288" y="118854"/>
                </a:lnTo>
                <a:lnTo>
                  <a:pt x="1251475" y="118741"/>
                </a:lnTo>
                <a:lnTo>
                  <a:pt x="1252649" y="118597"/>
                </a:lnTo>
                <a:lnTo>
                  <a:pt x="1253808" y="118420"/>
                </a:lnTo>
                <a:lnTo>
                  <a:pt x="1254953" y="118212"/>
                </a:lnTo>
                <a:lnTo>
                  <a:pt x="1256083" y="117971"/>
                </a:lnTo>
                <a:lnTo>
                  <a:pt x="1257199" y="117698"/>
                </a:lnTo>
                <a:lnTo>
                  <a:pt x="1258301" y="117393"/>
                </a:lnTo>
                <a:lnTo>
                  <a:pt x="1259389" y="117056"/>
                </a:lnTo>
                <a:lnTo>
                  <a:pt x="1260462" y="116686"/>
                </a:lnTo>
                <a:lnTo>
                  <a:pt x="1261521" y="116285"/>
                </a:lnTo>
                <a:lnTo>
                  <a:pt x="1262565" y="115851"/>
                </a:lnTo>
                <a:lnTo>
                  <a:pt x="1263595" y="115386"/>
                </a:lnTo>
                <a:lnTo>
                  <a:pt x="1264611" y="114888"/>
                </a:lnTo>
                <a:lnTo>
                  <a:pt x="1265613" y="114358"/>
                </a:lnTo>
                <a:lnTo>
                  <a:pt x="1266600" y="113796"/>
                </a:lnTo>
                <a:lnTo>
                  <a:pt x="1267573" y="113202"/>
                </a:lnTo>
                <a:lnTo>
                  <a:pt x="1268531" y="112576"/>
                </a:lnTo>
                <a:lnTo>
                  <a:pt x="1269476" y="111918"/>
                </a:lnTo>
                <a:lnTo>
                  <a:pt x="1270405" y="111228"/>
                </a:lnTo>
                <a:lnTo>
                  <a:pt x="1271321" y="110505"/>
                </a:lnTo>
                <a:lnTo>
                  <a:pt x="1272222" y="109751"/>
                </a:lnTo>
                <a:lnTo>
                  <a:pt x="1273103" y="108978"/>
                </a:lnTo>
                <a:lnTo>
                  <a:pt x="1273957" y="108202"/>
                </a:lnTo>
                <a:lnTo>
                  <a:pt x="1274783" y="107422"/>
                </a:lnTo>
                <a:lnTo>
                  <a:pt x="1275583" y="106639"/>
                </a:lnTo>
                <a:lnTo>
                  <a:pt x="1276356" y="105852"/>
                </a:lnTo>
                <a:lnTo>
                  <a:pt x="1277103" y="105062"/>
                </a:lnTo>
                <a:lnTo>
                  <a:pt x="1277822" y="104268"/>
                </a:lnTo>
                <a:lnTo>
                  <a:pt x="1278514" y="103471"/>
                </a:lnTo>
                <a:lnTo>
                  <a:pt x="1279180" y="102670"/>
                </a:lnTo>
                <a:lnTo>
                  <a:pt x="1279819" y="101865"/>
                </a:lnTo>
                <a:lnTo>
                  <a:pt x="1280431" y="101057"/>
                </a:lnTo>
                <a:lnTo>
                  <a:pt x="1281015" y="100246"/>
                </a:lnTo>
                <a:lnTo>
                  <a:pt x="1281573" y="99431"/>
                </a:lnTo>
                <a:lnTo>
                  <a:pt x="1282105" y="98612"/>
                </a:lnTo>
                <a:lnTo>
                  <a:pt x="1282609" y="97790"/>
                </a:lnTo>
                <a:lnTo>
                  <a:pt x="1283086" y="96964"/>
                </a:lnTo>
                <a:lnTo>
                  <a:pt x="1283537" y="96135"/>
                </a:lnTo>
                <a:lnTo>
                  <a:pt x="1283960" y="95302"/>
                </a:lnTo>
                <a:lnTo>
                  <a:pt x="1284357" y="94466"/>
                </a:lnTo>
                <a:lnTo>
                  <a:pt x="1284727" y="93626"/>
                </a:lnTo>
                <a:lnTo>
                  <a:pt x="1285070" y="92783"/>
                </a:lnTo>
                <a:lnTo>
                  <a:pt x="1285386" y="91936"/>
                </a:lnTo>
                <a:lnTo>
                  <a:pt x="1285675" y="91085"/>
                </a:lnTo>
                <a:lnTo>
                  <a:pt x="1285938" y="90231"/>
                </a:lnTo>
                <a:lnTo>
                  <a:pt x="1272104" y="88974"/>
                </a:lnTo>
                <a:lnTo>
                  <a:pt x="1271771" y="89710"/>
                </a:lnTo>
                <a:lnTo>
                  <a:pt x="1271427" y="90432"/>
                </a:lnTo>
                <a:lnTo>
                  <a:pt x="1271073" y="91139"/>
                </a:lnTo>
                <a:lnTo>
                  <a:pt x="1270707" y="91832"/>
                </a:lnTo>
                <a:close/>
                <a:moveTo>
                  <a:pt x="1232099" y="63880"/>
                </a:moveTo>
                <a:lnTo>
                  <a:pt x="1232466" y="62928"/>
                </a:lnTo>
                <a:lnTo>
                  <a:pt x="1232847" y="61998"/>
                </a:lnTo>
                <a:lnTo>
                  <a:pt x="1233241" y="61090"/>
                </a:lnTo>
                <a:lnTo>
                  <a:pt x="1233648" y="60204"/>
                </a:lnTo>
                <a:lnTo>
                  <a:pt x="1234068" y="59340"/>
                </a:lnTo>
                <a:lnTo>
                  <a:pt x="1234502" y="58498"/>
                </a:lnTo>
                <a:lnTo>
                  <a:pt x="1234949" y="57679"/>
                </a:lnTo>
                <a:lnTo>
                  <a:pt x="1235409" y="56881"/>
                </a:lnTo>
                <a:lnTo>
                  <a:pt x="1235882" y="56105"/>
                </a:lnTo>
                <a:lnTo>
                  <a:pt x="1236368" y="55351"/>
                </a:lnTo>
                <a:lnTo>
                  <a:pt x="1236868" y="54620"/>
                </a:lnTo>
                <a:lnTo>
                  <a:pt x="1237381" y="53910"/>
                </a:lnTo>
                <a:lnTo>
                  <a:pt x="1237907" y="53222"/>
                </a:lnTo>
                <a:lnTo>
                  <a:pt x="1238447" y="52557"/>
                </a:lnTo>
                <a:lnTo>
                  <a:pt x="1239000" y="51913"/>
                </a:lnTo>
                <a:lnTo>
                  <a:pt x="1239566" y="51292"/>
                </a:lnTo>
                <a:lnTo>
                  <a:pt x="1240145" y="50692"/>
                </a:lnTo>
                <a:lnTo>
                  <a:pt x="1240737" y="50115"/>
                </a:lnTo>
                <a:lnTo>
                  <a:pt x="1241343" y="49559"/>
                </a:lnTo>
                <a:lnTo>
                  <a:pt x="1241962" y="49026"/>
                </a:lnTo>
                <a:lnTo>
                  <a:pt x="1242590" y="48514"/>
                </a:lnTo>
                <a:lnTo>
                  <a:pt x="1243224" y="48025"/>
                </a:lnTo>
                <a:lnTo>
                  <a:pt x="1243863" y="47557"/>
                </a:lnTo>
                <a:lnTo>
                  <a:pt x="1244509" y="47111"/>
                </a:lnTo>
                <a:lnTo>
                  <a:pt x="1245159" y="46686"/>
                </a:lnTo>
                <a:lnTo>
                  <a:pt x="1245816" y="46283"/>
                </a:lnTo>
                <a:lnTo>
                  <a:pt x="1246477" y="45903"/>
                </a:lnTo>
                <a:lnTo>
                  <a:pt x="1247145" y="45543"/>
                </a:lnTo>
                <a:lnTo>
                  <a:pt x="1247818" y="45206"/>
                </a:lnTo>
                <a:lnTo>
                  <a:pt x="1248497" y="44891"/>
                </a:lnTo>
                <a:lnTo>
                  <a:pt x="1249181" y="44597"/>
                </a:lnTo>
                <a:lnTo>
                  <a:pt x="1249871" y="44325"/>
                </a:lnTo>
                <a:lnTo>
                  <a:pt x="1250566" y="44074"/>
                </a:lnTo>
                <a:lnTo>
                  <a:pt x="1251267" y="43846"/>
                </a:lnTo>
                <a:lnTo>
                  <a:pt x="1251974" y="43639"/>
                </a:lnTo>
                <a:lnTo>
                  <a:pt x="1252686" y="43454"/>
                </a:lnTo>
                <a:lnTo>
                  <a:pt x="1253404" y="43291"/>
                </a:lnTo>
                <a:lnTo>
                  <a:pt x="1254127" y="43149"/>
                </a:lnTo>
                <a:lnTo>
                  <a:pt x="1254856" y="43030"/>
                </a:lnTo>
                <a:lnTo>
                  <a:pt x="1255591" y="42932"/>
                </a:lnTo>
                <a:lnTo>
                  <a:pt x="1256331" y="42856"/>
                </a:lnTo>
                <a:lnTo>
                  <a:pt x="1257077" y="42801"/>
                </a:lnTo>
                <a:lnTo>
                  <a:pt x="1257828" y="42768"/>
                </a:lnTo>
                <a:lnTo>
                  <a:pt x="1258585" y="42758"/>
                </a:lnTo>
                <a:lnTo>
                  <a:pt x="1259281" y="42767"/>
                </a:lnTo>
                <a:lnTo>
                  <a:pt x="1259966" y="42797"/>
                </a:lnTo>
                <a:lnTo>
                  <a:pt x="1260640" y="42846"/>
                </a:lnTo>
                <a:lnTo>
                  <a:pt x="1261304" y="42915"/>
                </a:lnTo>
                <a:lnTo>
                  <a:pt x="1261957" y="43004"/>
                </a:lnTo>
                <a:lnTo>
                  <a:pt x="1262599" y="43113"/>
                </a:lnTo>
                <a:lnTo>
                  <a:pt x="1263230" y="43241"/>
                </a:lnTo>
                <a:lnTo>
                  <a:pt x="1263851" y="43389"/>
                </a:lnTo>
                <a:lnTo>
                  <a:pt x="1264462" y="43557"/>
                </a:lnTo>
                <a:lnTo>
                  <a:pt x="1265062" y="43744"/>
                </a:lnTo>
                <a:lnTo>
                  <a:pt x="1265651" y="43951"/>
                </a:lnTo>
                <a:lnTo>
                  <a:pt x="1266229" y="44178"/>
                </a:lnTo>
                <a:lnTo>
                  <a:pt x="1266797" y="44424"/>
                </a:lnTo>
                <a:lnTo>
                  <a:pt x="1267354" y="44691"/>
                </a:lnTo>
                <a:lnTo>
                  <a:pt x="1267901" y="44977"/>
                </a:lnTo>
                <a:lnTo>
                  <a:pt x="1268436" y="45283"/>
                </a:lnTo>
                <a:lnTo>
                  <a:pt x="1268962" y="45608"/>
                </a:lnTo>
                <a:lnTo>
                  <a:pt x="1269476" y="45953"/>
                </a:lnTo>
                <a:lnTo>
                  <a:pt x="1269980" y="46318"/>
                </a:lnTo>
                <a:lnTo>
                  <a:pt x="1270473" y="46703"/>
                </a:lnTo>
                <a:lnTo>
                  <a:pt x="1270956" y="47107"/>
                </a:lnTo>
                <a:lnTo>
                  <a:pt x="1271428" y="47531"/>
                </a:lnTo>
                <a:lnTo>
                  <a:pt x="1271889" y="47975"/>
                </a:lnTo>
                <a:lnTo>
                  <a:pt x="1272340" y="48439"/>
                </a:lnTo>
                <a:lnTo>
                  <a:pt x="1272776" y="48921"/>
                </a:lnTo>
                <a:lnTo>
                  <a:pt x="1273194" y="49420"/>
                </a:lnTo>
                <a:lnTo>
                  <a:pt x="1273593" y="49937"/>
                </a:lnTo>
                <a:lnTo>
                  <a:pt x="1273973" y="50471"/>
                </a:lnTo>
                <a:lnTo>
                  <a:pt x="1274335" y="51022"/>
                </a:lnTo>
                <a:lnTo>
                  <a:pt x="1274678" y="51590"/>
                </a:lnTo>
                <a:lnTo>
                  <a:pt x="1275003" y="52176"/>
                </a:lnTo>
                <a:lnTo>
                  <a:pt x="1275309" y="52779"/>
                </a:lnTo>
                <a:lnTo>
                  <a:pt x="1275597" y="53399"/>
                </a:lnTo>
                <a:lnTo>
                  <a:pt x="1275866" y="54037"/>
                </a:lnTo>
                <a:lnTo>
                  <a:pt x="1276117" y="54691"/>
                </a:lnTo>
                <a:lnTo>
                  <a:pt x="1276349" y="55363"/>
                </a:lnTo>
                <a:lnTo>
                  <a:pt x="1276562" y="56053"/>
                </a:lnTo>
                <a:lnTo>
                  <a:pt x="1276757" y="56759"/>
                </a:lnTo>
                <a:lnTo>
                  <a:pt x="1276933" y="57483"/>
                </a:lnTo>
                <a:lnTo>
                  <a:pt x="1277091" y="58224"/>
                </a:lnTo>
                <a:lnTo>
                  <a:pt x="1277230" y="58983"/>
                </a:lnTo>
                <a:lnTo>
                  <a:pt x="1277351" y="59758"/>
                </a:lnTo>
                <a:lnTo>
                  <a:pt x="1277453" y="60551"/>
                </a:lnTo>
                <a:lnTo>
                  <a:pt x="1277536" y="61362"/>
                </a:lnTo>
                <a:lnTo>
                  <a:pt x="1277601" y="62189"/>
                </a:lnTo>
                <a:lnTo>
                  <a:pt x="1277648" y="63034"/>
                </a:lnTo>
                <a:lnTo>
                  <a:pt x="1277676" y="63896"/>
                </a:lnTo>
                <a:lnTo>
                  <a:pt x="1277685" y="64775"/>
                </a:lnTo>
                <a:lnTo>
                  <a:pt x="1277685" y="64856"/>
                </a:lnTo>
                <a:lnTo>
                  <a:pt x="1277684" y="64941"/>
                </a:lnTo>
                <a:lnTo>
                  <a:pt x="1277684" y="65030"/>
                </a:lnTo>
                <a:lnTo>
                  <a:pt x="1277683" y="65123"/>
                </a:lnTo>
                <a:lnTo>
                  <a:pt x="1277681" y="65221"/>
                </a:lnTo>
                <a:lnTo>
                  <a:pt x="1277680" y="65324"/>
                </a:lnTo>
                <a:lnTo>
                  <a:pt x="1277678" y="65430"/>
                </a:lnTo>
                <a:lnTo>
                  <a:pt x="1277676" y="65541"/>
                </a:lnTo>
                <a:lnTo>
                  <a:pt x="1277674" y="65657"/>
                </a:lnTo>
                <a:lnTo>
                  <a:pt x="1277671" y="65776"/>
                </a:lnTo>
                <a:lnTo>
                  <a:pt x="1277668" y="65901"/>
                </a:lnTo>
                <a:lnTo>
                  <a:pt x="1277665" y="66029"/>
                </a:lnTo>
                <a:lnTo>
                  <a:pt x="1277662" y="66162"/>
                </a:lnTo>
                <a:lnTo>
                  <a:pt x="1277658" y="66299"/>
                </a:lnTo>
                <a:lnTo>
                  <a:pt x="1277654" y="66440"/>
                </a:lnTo>
                <a:lnTo>
                  <a:pt x="1277650" y="66586"/>
                </a:lnTo>
                <a:lnTo>
                  <a:pt x="1277645" y="66736"/>
                </a:lnTo>
                <a:lnTo>
                  <a:pt x="1277641" y="66891"/>
                </a:lnTo>
                <a:lnTo>
                  <a:pt x="1277636" y="67050"/>
                </a:lnTo>
                <a:lnTo>
                  <a:pt x="1277630" y="67213"/>
                </a:lnTo>
                <a:lnTo>
                  <a:pt x="1277625" y="67380"/>
                </a:lnTo>
                <a:lnTo>
                  <a:pt x="1277619" y="67552"/>
                </a:lnTo>
                <a:lnTo>
                  <a:pt x="1277613" y="67729"/>
                </a:lnTo>
                <a:lnTo>
                  <a:pt x="1277606" y="67909"/>
                </a:lnTo>
                <a:lnTo>
                  <a:pt x="1230761" y="67909"/>
                </a:lnTo>
                <a:lnTo>
                  <a:pt x="1231076" y="66869"/>
                </a:lnTo>
                <a:lnTo>
                  <a:pt x="1231404" y="65851"/>
                </a:lnTo>
                <a:lnTo>
                  <a:pt x="1231745" y="64855"/>
                </a:lnTo>
                <a:lnTo>
                  <a:pt x="1232099" y="63880"/>
                </a:lnTo>
                <a:close/>
                <a:moveTo>
                  <a:pt x="1301868" y="94968"/>
                </a:moveTo>
                <a:lnTo>
                  <a:pt x="1302026" y="96136"/>
                </a:lnTo>
                <a:lnTo>
                  <a:pt x="1302221" y="97274"/>
                </a:lnTo>
                <a:lnTo>
                  <a:pt x="1302454" y="98380"/>
                </a:lnTo>
                <a:lnTo>
                  <a:pt x="1302723" y="99456"/>
                </a:lnTo>
                <a:lnTo>
                  <a:pt x="1303030" y="100500"/>
                </a:lnTo>
                <a:lnTo>
                  <a:pt x="1303374" y="101514"/>
                </a:lnTo>
                <a:lnTo>
                  <a:pt x="1303755" y="102496"/>
                </a:lnTo>
                <a:lnTo>
                  <a:pt x="1304173" y="103448"/>
                </a:lnTo>
                <a:lnTo>
                  <a:pt x="1304628" y="104368"/>
                </a:lnTo>
                <a:lnTo>
                  <a:pt x="1305121" y="105257"/>
                </a:lnTo>
                <a:lnTo>
                  <a:pt x="1305650" y="106116"/>
                </a:lnTo>
                <a:lnTo>
                  <a:pt x="1306217" y="106943"/>
                </a:lnTo>
                <a:lnTo>
                  <a:pt x="1306820" y="107739"/>
                </a:lnTo>
                <a:lnTo>
                  <a:pt x="1307461" y="108505"/>
                </a:lnTo>
                <a:lnTo>
                  <a:pt x="1308139" y="109239"/>
                </a:lnTo>
                <a:lnTo>
                  <a:pt x="1308854" y="109942"/>
                </a:lnTo>
                <a:lnTo>
                  <a:pt x="1309606" y="110614"/>
                </a:lnTo>
                <a:lnTo>
                  <a:pt x="1310395" y="111255"/>
                </a:lnTo>
                <a:lnTo>
                  <a:pt x="1311222" y="111865"/>
                </a:lnTo>
                <a:lnTo>
                  <a:pt x="1312074" y="112447"/>
                </a:lnTo>
                <a:lnTo>
                  <a:pt x="1312942" y="113005"/>
                </a:lnTo>
                <a:lnTo>
                  <a:pt x="1313824" y="113537"/>
                </a:lnTo>
                <a:lnTo>
                  <a:pt x="1314722" y="114045"/>
                </a:lnTo>
                <a:lnTo>
                  <a:pt x="1315634" y="114528"/>
                </a:lnTo>
                <a:lnTo>
                  <a:pt x="1316562" y="114986"/>
                </a:lnTo>
                <a:lnTo>
                  <a:pt x="1317504" y="115419"/>
                </a:lnTo>
                <a:lnTo>
                  <a:pt x="1318462" y="115828"/>
                </a:lnTo>
                <a:lnTo>
                  <a:pt x="1319434" y="116212"/>
                </a:lnTo>
                <a:lnTo>
                  <a:pt x="1320422" y="116571"/>
                </a:lnTo>
                <a:lnTo>
                  <a:pt x="1321424" y="116905"/>
                </a:lnTo>
                <a:lnTo>
                  <a:pt x="1322442" y="117215"/>
                </a:lnTo>
                <a:lnTo>
                  <a:pt x="1323474" y="117500"/>
                </a:lnTo>
                <a:lnTo>
                  <a:pt x="1324522" y="117760"/>
                </a:lnTo>
                <a:lnTo>
                  <a:pt x="1325584" y="117995"/>
                </a:lnTo>
                <a:lnTo>
                  <a:pt x="1326662" y="118206"/>
                </a:lnTo>
                <a:lnTo>
                  <a:pt x="1327755" y="118391"/>
                </a:lnTo>
                <a:lnTo>
                  <a:pt x="1328862" y="118552"/>
                </a:lnTo>
                <a:lnTo>
                  <a:pt x="1329985" y="118689"/>
                </a:lnTo>
                <a:lnTo>
                  <a:pt x="1331123" y="118800"/>
                </a:lnTo>
                <a:lnTo>
                  <a:pt x="1332275" y="118887"/>
                </a:lnTo>
                <a:lnTo>
                  <a:pt x="1333443" y="118949"/>
                </a:lnTo>
                <a:lnTo>
                  <a:pt x="1334626" y="118986"/>
                </a:lnTo>
                <a:lnTo>
                  <a:pt x="1335823" y="118998"/>
                </a:lnTo>
                <a:lnTo>
                  <a:pt x="1336703" y="118992"/>
                </a:lnTo>
                <a:lnTo>
                  <a:pt x="1337572" y="118973"/>
                </a:lnTo>
                <a:lnTo>
                  <a:pt x="1338432" y="118942"/>
                </a:lnTo>
                <a:lnTo>
                  <a:pt x="1339283" y="118899"/>
                </a:lnTo>
                <a:lnTo>
                  <a:pt x="1340123" y="118843"/>
                </a:lnTo>
                <a:lnTo>
                  <a:pt x="1340954" y="118775"/>
                </a:lnTo>
                <a:lnTo>
                  <a:pt x="1341775" y="118694"/>
                </a:lnTo>
                <a:lnTo>
                  <a:pt x="1342587" y="118601"/>
                </a:lnTo>
                <a:lnTo>
                  <a:pt x="1343389" y="118495"/>
                </a:lnTo>
                <a:lnTo>
                  <a:pt x="1344181" y="118377"/>
                </a:lnTo>
                <a:lnTo>
                  <a:pt x="1344964" y="118247"/>
                </a:lnTo>
                <a:lnTo>
                  <a:pt x="1345736" y="118104"/>
                </a:lnTo>
                <a:lnTo>
                  <a:pt x="1346500" y="117949"/>
                </a:lnTo>
                <a:lnTo>
                  <a:pt x="1347253" y="117781"/>
                </a:lnTo>
                <a:lnTo>
                  <a:pt x="1347997" y="117601"/>
                </a:lnTo>
                <a:lnTo>
                  <a:pt x="1348731" y="117409"/>
                </a:lnTo>
                <a:lnTo>
                  <a:pt x="1349455" y="117204"/>
                </a:lnTo>
                <a:lnTo>
                  <a:pt x="1350170" y="116987"/>
                </a:lnTo>
                <a:lnTo>
                  <a:pt x="1350875" y="116757"/>
                </a:lnTo>
                <a:lnTo>
                  <a:pt x="1351570" y="116515"/>
                </a:lnTo>
                <a:lnTo>
                  <a:pt x="1352256" y="116260"/>
                </a:lnTo>
                <a:lnTo>
                  <a:pt x="1352932" y="115993"/>
                </a:lnTo>
                <a:lnTo>
                  <a:pt x="1353598" y="115714"/>
                </a:lnTo>
                <a:lnTo>
                  <a:pt x="1354255" y="115422"/>
                </a:lnTo>
                <a:lnTo>
                  <a:pt x="1354899" y="115120"/>
                </a:lnTo>
                <a:lnTo>
                  <a:pt x="1355530" y="114809"/>
                </a:lnTo>
                <a:lnTo>
                  <a:pt x="1356147" y="114490"/>
                </a:lnTo>
                <a:lnTo>
                  <a:pt x="1356750" y="114163"/>
                </a:lnTo>
                <a:lnTo>
                  <a:pt x="1357339" y="113828"/>
                </a:lnTo>
                <a:lnTo>
                  <a:pt x="1357914" y="113484"/>
                </a:lnTo>
                <a:lnTo>
                  <a:pt x="1358476" y="113132"/>
                </a:lnTo>
                <a:lnTo>
                  <a:pt x="1359023" y="112771"/>
                </a:lnTo>
                <a:lnTo>
                  <a:pt x="1359556" y="112403"/>
                </a:lnTo>
                <a:lnTo>
                  <a:pt x="1360076" y="112026"/>
                </a:lnTo>
                <a:lnTo>
                  <a:pt x="1360581" y="111640"/>
                </a:lnTo>
                <a:lnTo>
                  <a:pt x="1361073" y="111246"/>
                </a:lnTo>
                <a:lnTo>
                  <a:pt x="1361551" y="110844"/>
                </a:lnTo>
                <a:lnTo>
                  <a:pt x="1362015" y="110434"/>
                </a:lnTo>
                <a:lnTo>
                  <a:pt x="1362464" y="110015"/>
                </a:lnTo>
                <a:lnTo>
                  <a:pt x="1362900" y="109588"/>
                </a:lnTo>
                <a:lnTo>
                  <a:pt x="1363322" y="109153"/>
                </a:lnTo>
                <a:lnTo>
                  <a:pt x="1363731" y="108709"/>
                </a:lnTo>
                <a:lnTo>
                  <a:pt x="1364125" y="108257"/>
                </a:lnTo>
                <a:lnTo>
                  <a:pt x="1364505" y="107797"/>
                </a:lnTo>
                <a:lnTo>
                  <a:pt x="1364871" y="107328"/>
                </a:lnTo>
                <a:lnTo>
                  <a:pt x="1365224" y="106851"/>
                </a:lnTo>
                <a:lnTo>
                  <a:pt x="1365562" y="106366"/>
                </a:lnTo>
                <a:lnTo>
                  <a:pt x="1365887" y="105872"/>
                </a:lnTo>
                <a:lnTo>
                  <a:pt x="1366198" y="105374"/>
                </a:lnTo>
                <a:lnTo>
                  <a:pt x="1366496" y="104875"/>
                </a:lnTo>
                <a:lnTo>
                  <a:pt x="1366781" y="104375"/>
                </a:lnTo>
                <a:lnTo>
                  <a:pt x="1367052" y="103875"/>
                </a:lnTo>
                <a:lnTo>
                  <a:pt x="1367310" y="103373"/>
                </a:lnTo>
                <a:lnTo>
                  <a:pt x="1367555" y="102871"/>
                </a:lnTo>
                <a:lnTo>
                  <a:pt x="1367787" y="102368"/>
                </a:lnTo>
                <a:lnTo>
                  <a:pt x="1368005" y="101864"/>
                </a:lnTo>
                <a:lnTo>
                  <a:pt x="1368210" y="101359"/>
                </a:lnTo>
                <a:lnTo>
                  <a:pt x="1368402" y="100853"/>
                </a:lnTo>
                <a:lnTo>
                  <a:pt x="1368581" y="100347"/>
                </a:lnTo>
                <a:lnTo>
                  <a:pt x="1368746" y="99840"/>
                </a:lnTo>
                <a:lnTo>
                  <a:pt x="1368898" y="99332"/>
                </a:lnTo>
                <a:lnTo>
                  <a:pt x="1369037" y="98823"/>
                </a:lnTo>
                <a:lnTo>
                  <a:pt x="1369163" y="98313"/>
                </a:lnTo>
                <a:lnTo>
                  <a:pt x="1369276" y="97803"/>
                </a:lnTo>
                <a:lnTo>
                  <a:pt x="1369375" y="97292"/>
                </a:lnTo>
                <a:lnTo>
                  <a:pt x="1369461" y="96779"/>
                </a:lnTo>
                <a:lnTo>
                  <a:pt x="1369534" y="96266"/>
                </a:lnTo>
                <a:lnTo>
                  <a:pt x="1369593" y="95753"/>
                </a:lnTo>
                <a:lnTo>
                  <a:pt x="1369640" y="95238"/>
                </a:lnTo>
                <a:lnTo>
                  <a:pt x="1369673" y="94723"/>
                </a:lnTo>
                <a:lnTo>
                  <a:pt x="1369693" y="94207"/>
                </a:lnTo>
                <a:lnTo>
                  <a:pt x="1369699" y="93689"/>
                </a:lnTo>
                <a:lnTo>
                  <a:pt x="1369687" y="92915"/>
                </a:lnTo>
                <a:lnTo>
                  <a:pt x="1369652" y="92150"/>
                </a:lnTo>
                <a:lnTo>
                  <a:pt x="1369594" y="91395"/>
                </a:lnTo>
                <a:lnTo>
                  <a:pt x="1369511" y="90650"/>
                </a:lnTo>
                <a:lnTo>
                  <a:pt x="1369406" y="89915"/>
                </a:lnTo>
                <a:lnTo>
                  <a:pt x="1369277" y="89190"/>
                </a:lnTo>
                <a:lnTo>
                  <a:pt x="1369124" y="88474"/>
                </a:lnTo>
                <a:lnTo>
                  <a:pt x="1368948" y="87768"/>
                </a:lnTo>
                <a:lnTo>
                  <a:pt x="1368749" y="87072"/>
                </a:lnTo>
                <a:lnTo>
                  <a:pt x="1368526" y="86386"/>
                </a:lnTo>
                <a:lnTo>
                  <a:pt x="1368279" y="85710"/>
                </a:lnTo>
                <a:lnTo>
                  <a:pt x="1368009" y="85044"/>
                </a:lnTo>
                <a:lnTo>
                  <a:pt x="1367716" y="84387"/>
                </a:lnTo>
                <a:lnTo>
                  <a:pt x="1367399" y="83740"/>
                </a:lnTo>
                <a:lnTo>
                  <a:pt x="1367059" y="83103"/>
                </a:lnTo>
                <a:lnTo>
                  <a:pt x="1366695" y="82476"/>
                </a:lnTo>
                <a:lnTo>
                  <a:pt x="1366308" y="81859"/>
                </a:lnTo>
                <a:lnTo>
                  <a:pt x="1365897" y="81251"/>
                </a:lnTo>
                <a:lnTo>
                  <a:pt x="1365463" y="80654"/>
                </a:lnTo>
                <a:lnTo>
                  <a:pt x="1365005" y="80066"/>
                </a:lnTo>
                <a:lnTo>
                  <a:pt x="1364524" y="79488"/>
                </a:lnTo>
                <a:lnTo>
                  <a:pt x="1364019" y="78919"/>
                </a:lnTo>
                <a:lnTo>
                  <a:pt x="1363491" y="78361"/>
                </a:lnTo>
                <a:lnTo>
                  <a:pt x="1362940" y="77813"/>
                </a:lnTo>
                <a:lnTo>
                  <a:pt x="1362565" y="77467"/>
                </a:lnTo>
                <a:lnTo>
                  <a:pt x="1362148" y="77111"/>
                </a:lnTo>
                <a:lnTo>
                  <a:pt x="1361689" y="76744"/>
                </a:lnTo>
                <a:lnTo>
                  <a:pt x="1361189" y="76367"/>
                </a:lnTo>
                <a:lnTo>
                  <a:pt x="1360646" y="75980"/>
                </a:lnTo>
                <a:lnTo>
                  <a:pt x="1360061" y="75582"/>
                </a:lnTo>
                <a:lnTo>
                  <a:pt x="1359434" y="75174"/>
                </a:lnTo>
                <a:lnTo>
                  <a:pt x="1358765" y="74756"/>
                </a:lnTo>
                <a:lnTo>
                  <a:pt x="1358054" y="74327"/>
                </a:lnTo>
                <a:lnTo>
                  <a:pt x="1357301" y="73888"/>
                </a:lnTo>
                <a:lnTo>
                  <a:pt x="1356506" y="73439"/>
                </a:lnTo>
                <a:lnTo>
                  <a:pt x="1355669" y="72979"/>
                </a:lnTo>
                <a:lnTo>
                  <a:pt x="1354790" y="72509"/>
                </a:lnTo>
                <a:lnTo>
                  <a:pt x="1353869" y="72028"/>
                </a:lnTo>
                <a:lnTo>
                  <a:pt x="1352906" y="71537"/>
                </a:lnTo>
                <a:lnTo>
                  <a:pt x="1351901" y="71036"/>
                </a:lnTo>
                <a:lnTo>
                  <a:pt x="1350854" y="70524"/>
                </a:lnTo>
                <a:lnTo>
                  <a:pt x="1349765" y="70002"/>
                </a:lnTo>
                <a:lnTo>
                  <a:pt x="1348633" y="69469"/>
                </a:lnTo>
                <a:lnTo>
                  <a:pt x="1347460" y="68927"/>
                </a:lnTo>
                <a:lnTo>
                  <a:pt x="1346245" y="68373"/>
                </a:lnTo>
                <a:lnTo>
                  <a:pt x="1344988" y="67810"/>
                </a:lnTo>
                <a:lnTo>
                  <a:pt x="1343688" y="67236"/>
                </a:lnTo>
                <a:lnTo>
                  <a:pt x="1342347" y="66652"/>
                </a:lnTo>
                <a:lnTo>
                  <a:pt x="1341541" y="66302"/>
                </a:lnTo>
                <a:lnTo>
                  <a:pt x="1340761" y="65959"/>
                </a:lnTo>
                <a:lnTo>
                  <a:pt x="1340007" y="65625"/>
                </a:lnTo>
                <a:lnTo>
                  <a:pt x="1339279" y="65298"/>
                </a:lnTo>
                <a:lnTo>
                  <a:pt x="1338577" y="64979"/>
                </a:lnTo>
                <a:lnTo>
                  <a:pt x="1337901" y="64667"/>
                </a:lnTo>
                <a:lnTo>
                  <a:pt x="1337251" y="64363"/>
                </a:lnTo>
                <a:lnTo>
                  <a:pt x="1336627" y="64067"/>
                </a:lnTo>
                <a:lnTo>
                  <a:pt x="1336028" y="63778"/>
                </a:lnTo>
                <a:lnTo>
                  <a:pt x="1335456" y="63497"/>
                </a:lnTo>
                <a:lnTo>
                  <a:pt x="1334909" y="63223"/>
                </a:lnTo>
                <a:lnTo>
                  <a:pt x="1334389" y="62957"/>
                </a:lnTo>
                <a:lnTo>
                  <a:pt x="1333894" y="62699"/>
                </a:lnTo>
                <a:lnTo>
                  <a:pt x="1333425" y="62449"/>
                </a:lnTo>
                <a:lnTo>
                  <a:pt x="1332983" y="62206"/>
                </a:lnTo>
                <a:lnTo>
                  <a:pt x="1332566" y="61971"/>
                </a:lnTo>
                <a:lnTo>
                  <a:pt x="1332175" y="61743"/>
                </a:lnTo>
                <a:lnTo>
                  <a:pt x="1331810" y="61523"/>
                </a:lnTo>
                <a:lnTo>
                  <a:pt x="1331471" y="61311"/>
                </a:lnTo>
                <a:lnTo>
                  <a:pt x="1331157" y="61106"/>
                </a:lnTo>
                <a:lnTo>
                  <a:pt x="1330870" y="60909"/>
                </a:lnTo>
                <a:lnTo>
                  <a:pt x="1330609" y="60720"/>
                </a:lnTo>
                <a:lnTo>
                  <a:pt x="1330374" y="60538"/>
                </a:lnTo>
                <a:lnTo>
                  <a:pt x="1330164" y="60364"/>
                </a:lnTo>
                <a:lnTo>
                  <a:pt x="1329875" y="60113"/>
                </a:lnTo>
                <a:lnTo>
                  <a:pt x="1329599" y="59859"/>
                </a:lnTo>
                <a:lnTo>
                  <a:pt x="1329335" y="59602"/>
                </a:lnTo>
                <a:lnTo>
                  <a:pt x="1329083" y="59342"/>
                </a:lnTo>
                <a:lnTo>
                  <a:pt x="1328844" y="59078"/>
                </a:lnTo>
                <a:lnTo>
                  <a:pt x="1328617" y="58811"/>
                </a:lnTo>
                <a:lnTo>
                  <a:pt x="1328402" y="58541"/>
                </a:lnTo>
                <a:lnTo>
                  <a:pt x="1328199" y="58268"/>
                </a:lnTo>
                <a:lnTo>
                  <a:pt x="1328009" y="57991"/>
                </a:lnTo>
                <a:lnTo>
                  <a:pt x="1327831" y="57711"/>
                </a:lnTo>
                <a:lnTo>
                  <a:pt x="1327665" y="57428"/>
                </a:lnTo>
                <a:lnTo>
                  <a:pt x="1327511" y="57141"/>
                </a:lnTo>
                <a:lnTo>
                  <a:pt x="1327370" y="56851"/>
                </a:lnTo>
                <a:lnTo>
                  <a:pt x="1327241" y="56558"/>
                </a:lnTo>
                <a:lnTo>
                  <a:pt x="1327125" y="56262"/>
                </a:lnTo>
                <a:lnTo>
                  <a:pt x="1327020" y="55962"/>
                </a:lnTo>
                <a:lnTo>
                  <a:pt x="1326928" y="55659"/>
                </a:lnTo>
                <a:lnTo>
                  <a:pt x="1326848" y="55353"/>
                </a:lnTo>
                <a:lnTo>
                  <a:pt x="1326781" y="55044"/>
                </a:lnTo>
                <a:lnTo>
                  <a:pt x="1326725" y="54731"/>
                </a:lnTo>
                <a:lnTo>
                  <a:pt x="1326682" y="54415"/>
                </a:lnTo>
                <a:lnTo>
                  <a:pt x="1326652" y="54095"/>
                </a:lnTo>
                <a:lnTo>
                  <a:pt x="1326633" y="53773"/>
                </a:lnTo>
                <a:lnTo>
                  <a:pt x="1326627" y="53447"/>
                </a:lnTo>
                <a:lnTo>
                  <a:pt x="1326634" y="53120"/>
                </a:lnTo>
                <a:lnTo>
                  <a:pt x="1326656" y="52796"/>
                </a:lnTo>
                <a:lnTo>
                  <a:pt x="1326691" y="52473"/>
                </a:lnTo>
                <a:lnTo>
                  <a:pt x="1326741" y="52152"/>
                </a:lnTo>
                <a:lnTo>
                  <a:pt x="1326805" y="51833"/>
                </a:lnTo>
                <a:lnTo>
                  <a:pt x="1326883" y="51516"/>
                </a:lnTo>
                <a:lnTo>
                  <a:pt x="1326975" y="51201"/>
                </a:lnTo>
                <a:lnTo>
                  <a:pt x="1327081" y="50888"/>
                </a:lnTo>
                <a:lnTo>
                  <a:pt x="1327202" y="50577"/>
                </a:lnTo>
                <a:lnTo>
                  <a:pt x="1327337" y="50268"/>
                </a:lnTo>
                <a:lnTo>
                  <a:pt x="1327486" y="49960"/>
                </a:lnTo>
                <a:lnTo>
                  <a:pt x="1327649" y="49655"/>
                </a:lnTo>
                <a:lnTo>
                  <a:pt x="1327826" y="49351"/>
                </a:lnTo>
                <a:lnTo>
                  <a:pt x="1328018" y="49049"/>
                </a:lnTo>
                <a:lnTo>
                  <a:pt x="1328224" y="48750"/>
                </a:lnTo>
                <a:lnTo>
                  <a:pt x="1328444" y="48452"/>
                </a:lnTo>
                <a:lnTo>
                  <a:pt x="1328678" y="48156"/>
                </a:lnTo>
                <a:lnTo>
                  <a:pt x="1328926" y="47862"/>
                </a:lnTo>
                <a:lnTo>
                  <a:pt x="1329189" y="47569"/>
                </a:lnTo>
                <a:lnTo>
                  <a:pt x="1329465" y="47279"/>
                </a:lnTo>
                <a:lnTo>
                  <a:pt x="1329756" y="46991"/>
                </a:lnTo>
                <a:lnTo>
                  <a:pt x="1330061" y="46704"/>
                </a:lnTo>
                <a:lnTo>
                  <a:pt x="1330381" y="46420"/>
                </a:lnTo>
                <a:lnTo>
                  <a:pt x="1330714" y="46137"/>
                </a:lnTo>
                <a:lnTo>
                  <a:pt x="1331061" y="45862"/>
                </a:lnTo>
                <a:lnTo>
                  <a:pt x="1331418" y="45598"/>
                </a:lnTo>
                <a:lnTo>
                  <a:pt x="1331788" y="45345"/>
                </a:lnTo>
                <a:lnTo>
                  <a:pt x="1332168" y="45105"/>
                </a:lnTo>
                <a:lnTo>
                  <a:pt x="1332561" y="44876"/>
                </a:lnTo>
                <a:lnTo>
                  <a:pt x="1332964" y="44659"/>
                </a:lnTo>
                <a:lnTo>
                  <a:pt x="1333379" y="44453"/>
                </a:lnTo>
                <a:lnTo>
                  <a:pt x="1333806" y="44260"/>
                </a:lnTo>
                <a:lnTo>
                  <a:pt x="1334244" y="44078"/>
                </a:lnTo>
                <a:lnTo>
                  <a:pt x="1334693" y="43908"/>
                </a:lnTo>
                <a:lnTo>
                  <a:pt x="1335154" y="43749"/>
                </a:lnTo>
                <a:lnTo>
                  <a:pt x="1335627" y="43603"/>
                </a:lnTo>
                <a:lnTo>
                  <a:pt x="1336111" y="43468"/>
                </a:lnTo>
                <a:lnTo>
                  <a:pt x="1336606" y="43344"/>
                </a:lnTo>
                <a:lnTo>
                  <a:pt x="1337113" y="43233"/>
                </a:lnTo>
                <a:lnTo>
                  <a:pt x="1337631" y="43133"/>
                </a:lnTo>
                <a:lnTo>
                  <a:pt x="1338161" y="43045"/>
                </a:lnTo>
                <a:lnTo>
                  <a:pt x="1338702" y="42969"/>
                </a:lnTo>
                <a:lnTo>
                  <a:pt x="1339254" y="42904"/>
                </a:lnTo>
                <a:lnTo>
                  <a:pt x="1339819" y="42851"/>
                </a:lnTo>
                <a:lnTo>
                  <a:pt x="1340394" y="42810"/>
                </a:lnTo>
                <a:lnTo>
                  <a:pt x="1340981" y="42781"/>
                </a:lnTo>
                <a:lnTo>
                  <a:pt x="1341580" y="42763"/>
                </a:lnTo>
                <a:lnTo>
                  <a:pt x="1342190" y="42758"/>
                </a:lnTo>
                <a:lnTo>
                  <a:pt x="1342949" y="42765"/>
                </a:lnTo>
                <a:lnTo>
                  <a:pt x="1343693" y="42788"/>
                </a:lnTo>
                <a:lnTo>
                  <a:pt x="1344424" y="42826"/>
                </a:lnTo>
                <a:lnTo>
                  <a:pt x="1345139" y="42880"/>
                </a:lnTo>
                <a:lnTo>
                  <a:pt x="1345841" y="42949"/>
                </a:lnTo>
                <a:lnTo>
                  <a:pt x="1346527" y="43033"/>
                </a:lnTo>
                <a:lnTo>
                  <a:pt x="1347200" y="43132"/>
                </a:lnTo>
                <a:lnTo>
                  <a:pt x="1347857" y="43247"/>
                </a:lnTo>
                <a:lnTo>
                  <a:pt x="1348501" y="43377"/>
                </a:lnTo>
                <a:lnTo>
                  <a:pt x="1349130" y="43522"/>
                </a:lnTo>
                <a:lnTo>
                  <a:pt x="1349744" y="43682"/>
                </a:lnTo>
                <a:lnTo>
                  <a:pt x="1350344" y="43858"/>
                </a:lnTo>
                <a:lnTo>
                  <a:pt x="1350930" y="44049"/>
                </a:lnTo>
                <a:lnTo>
                  <a:pt x="1351501" y="44255"/>
                </a:lnTo>
                <a:lnTo>
                  <a:pt x="1352057" y="44477"/>
                </a:lnTo>
                <a:lnTo>
                  <a:pt x="1352600" y="44714"/>
                </a:lnTo>
                <a:lnTo>
                  <a:pt x="1353127" y="44966"/>
                </a:lnTo>
                <a:lnTo>
                  <a:pt x="1353640" y="45233"/>
                </a:lnTo>
                <a:lnTo>
                  <a:pt x="1354139" y="45516"/>
                </a:lnTo>
                <a:lnTo>
                  <a:pt x="1354624" y="45814"/>
                </a:lnTo>
                <a:lnTo>
                  <a:pt x="1355093" y="46128"/>
                </a:lnTo>
                <a:lnTo>
                  <a:pt x="1355549" y="46456"/>
                </a:lnTo>
                <a:lnTo>
                  <a:pt x="1355990" y="46800"/>
                </a:lnTo>
                <a:lnTo>
                  <a:pt x="1356416" y="47159"/>
                </a:lnTo>
                <a:lnTo>
                  <a:pt x="1356827" y="47531"/>
                </a:lnTo>
                <a:lnTo>
                  <a:pt x="1357222" y="47915"/>
                </a:lnTo>
                <a:lnTo>
                  <a:pt x="1357600" y="48309"/>
                </a:lnTo>
                <a:lnTo>
                  <a:pt x="1357962" y="48714"/>
                </a:lnTo>
                <a:lnTo>
                  <a:pt x="1358307" y="49130"/>
                </a:lnTo>
                <a:lnTo>
                  <a:pt x="1358636" y="49556"/>
                </a:lnTo>
                <a:lnTo>
                  <a:pt x="1358949" y="49994"/>
                </a:lnTo>
                <a:lnTo>
                  <a:pt x="1359246" y="50443"/>
                </a:lnTo>
                <a:lnTo>
                  <a:pt x="1359526" y="50902"/>
                </a:lnTo>
                <a:lnTo>
                  <a:pt x="1359789" y="51373"/>
                </a:lnTo>
                <a:lnTo>
                  <a:pt x="1360036" y="51854"/>
                </a:lnTo>
                <a:lnTo>
                  <a:pt x="1360267" y="52347"/>
                </a:lnTo>
                <a:lnTo>
                  <a:pt x="1360482" y="52850"/>
                </a:lnTo>
                <a:lnTo>
                  <a:pt x="1360680" y="53364"/>
                </a:lnTo>
                <a:lnTo>
                  <a:pt x="1360862" y="53889"/>
                </a:lnTo>
                <a:lnTo>
                  <a:pt x="1361027" y="54425"/>
                </a:lnTo>
                <a:lnTo>
                  <a:pt x="1361176" y="54972"/>
                </a:lnTo>
                <a:lnTo>
                  <a:pt x="1361309" y="55530"/>
                </a:lnTo>
                <a:lnTo>
                  <a:pt x="1361425" y="56099"/>
                </a:lnTo>
                <a:lnTo>
                  <a:pt x="1361525" y="56678"/>
                </a:lnTo>
                <a:lnTo>
                  <a:pt x="1361608" y="57269"/>
                </a:lnTo>
                <a:lnTo>
                  <a:pt x="1361676" y="57870"/>
                </a:lnTo>
                <a:lnTo>
                  <a:pt x="1361726" y="58483"/>
                </a:lnTo>
                <a:lnTo>
                  <a:pt x="1361761" y="59106"/>
                </a:lnTo>
                <a:lnTo>
                  <a:pt x="1375673" y="58163"/>
                </a:lnTo>
                <a:lnTo>
                  <a:pt x="1375633" y="57182"/>
                </a:lnTo>
                <a:lnTo>
                  <a:pt x="1375565" y="56217"/>
                </a:lnTo>
                <a:lnTo>
                  <a:pt x="1375471" y="55268"/>
                </a:lnTo>
                <a:lnTo>
                  <a:pt x="1375348" y="54335"/>
                </a:lnTo>
                <a:lnTo>
                  <a:pt x="1375199" y="53417"/>
                </a:lnTo>
                <a:lnTo>
                  <a:pt x="1375022" y="52516"/>
                </a:lnTo>
                <a:lnTo>
                  <a:pt x="1374817" y="51631"/>
                </a:lnTo>
                <a:lnTo>
                  <a:pt x="1374585" y="50762"/>
                </a:lnTo>
                <a:lnTo>
                  <a:pt x="1374326" y="49908"/>
                </a:lnTo>
                <a:lnTo>
                  <a:pt x="1374039" y="49071"/>
                </a:lnTo>
                <a:lnTo>
                  <a:pt x="1373725" y="48249"/>
                </a:lnTo>
                <a:lnTo>
                  <a:pt x="1373383" y="47444"/>
                </a:lnTo>
                <a:lnTo>
                  <a:pt x="1373014" y="46655"/>
                </a:lnTo>
                <a:lnTo>
                  <a:pt x="1372618" y="45881"/>
                </a:lnTo>
                <a:lnTo>
                  <a:pt x="1372194" y="45124"/>
                </a:lnTo>
                <a:lnTo>
                  <a:pt x="1371743" y="44382"/>
                </a:lnTo>
                <a:lnTo>
                  <a:pt x="1371264" y="43656"/>
                </a:lnTo>
                <a:lnTo>
                  <a:pt x="1370758" y="42947"/>
                </a:lnTo>
                <a:lnTo>
                  <a:pt x="1370224" y="42253"/>
                </a:lnTo>
                <a:lnTo>
                  <a:pt x="1369663" y="41575"/>
                </a:lnTo>
                <a:lnTo>
                  <a:pt x="1369075" y="40914"/>
                </a:lnTo>
                <a:lnTo>
                  <a:pt x="1368459" y="40268"/>
                </a:lnTo>
                <a:lnTo>
                  <a:pt x="1367815" y="39638"/>
                </a:lnTo>
                <a:lnTo>
                  <a:pt x="1367145" y="39024"/>
                </a:lnTo>
                <a:lnTo>
                  <a:pt x="1366447" y="38431"/>
                </a:lnTo>
                <a:lnTo>
                  <a:pt x="1365724" y="37863"/>
                </a:lnTo>
                <a:lnTo>
                  <a:pt x="1364974" y="37320"/>
                </a:lnTo>
                <a:lnTo>
                  <a:pt x="1364198" y="36803"/>
                </a:lnTo>
                <a:lnTo>
                  <a:pt x="1363397" y="36310"/>
                </a:lnTo>
                <a:lnTo>
                  <a:pt x="1362569" y="35843"/>
                </a:lnTo>
                <a:lnTo>
                  <a:pt x="1361715" y="35402"/>
                </a:lnTo>
                <a:lnTo>
                  <a:pt x="1360835" y="34985"/>
                </a:lnTo>
                <a:lnTo>
                  <a:pt x="1359929" y="34594"/>
                </a:lnTo>
                <a:lnTo>
                  <a:pt x="1358997" y="34228"/>
                </a:lnTo>
                <a:lnTo>
                  <a:pt x="1358039" y="33887"/>
                </a:lnTo>
                <a:lnTo>
                  <a:pt x="1357055" y="33571"/>
                </a:lnTo>
                <a:lnTo>
                  <a:pt x="1356044" y="33281"/>
                </a:lnTo>
                <a:lnTo>
                  <a:pt x="1355008" y="33016"/>
                </a:lnTo>
                <a:lnTo>
                  <a:pt x="1353946" y="32776"/>
                </a:lnTo>
                <a:lnTo>
                  <a:pt x="1352857" y="32562"/>
                </a:lnTo>
                <a:lnTo>
                  <a:pt x="1351743" y="32372"/>
                </a:lnTo>
                <a:lnTo>
                  <a:pt x="1350602" y="32208"/>
                </a:lnTo>
                <a:lnTo>
                  <a:pt x="1349436" y="32069"/>
                </a:lnTo>
                <a:lnTo>
                  <a:pt x="1348243" y="31956"/>
                </a:lnTo>
                <a:lnTo>
                  <a:pt x="1347024" y="31867"/>
                </a:lnTo>
                <a:lnTo>
                  <a:pt x="1345779" y="31804"/>
                </a:lnTo>
                <a:lnTo>
                  <a:pt x="1344508" y="31766"/>
                </a:lnTo>
                <a:lnTo>
                  <a:pt x="1343211" y="31754"/>
                </a:lnTo>
                <a:lnTo>
                  <a:pt x="1342043" y="31766"/>
                </a:lnTo>
                <a:lnTo>
                  <a:pt x="1340897" y="31803"/>
                </a:lnTo>
                <a:lnTo>
                  <a:pt x="1339773" y="31864"/>
                </a:lnTo>
                <a:lnTo>
                  <a:pt x="1338670" y="31950"/>
                </a:lnTo>
                <a:lnTo>
                  <a:pt x="1337589" y="32061"/>
                </a:lnTo>
                <a:lnTo>
                  <a:pt x="1336531" y="32196"/>
                </a:lnTo>
                <a:lnTo>
                  <a:pt x="1335493" y="32356"/>
                </a:lnTo>
                <a:lnTo>
                  <a:pt x="1334478" y="32540"/>
                </a:lnTo>
                <a:lnTo>
                  <a:pt x="1333485" y="32749"/>
                </a:lnTo>
                <a:lnTo>
                  <a:pt x="1332513" y="32982"/>
                </a:lnTo>
                <a:lnTo>
                  <a:pt x="1331564" y="33240"/>
                </a:lnTo>
                <a:lnTo>
                  <a:pt x="1330636" y="33522"/>
                </a:lnTo>
                <a:lnTo>
                  <a:pt x="1329730" y="33829"/>
                </a:lnTo>
                <a:lnTo>
                  <a:pt x="1328845" y="34161"/>
                </a:lnTo>
                <a:lnTo>
                  <a:pt x="1327983" y="34517"/>
                </a:lnTo>
                <a:lnTo>
                  <a:pt x="1327142" y="34898"/>
                </a:lnTo>
                <a:lnTo>
                  <a:pt x="1326324" y="35303"/>
                </a:lnTo>
                <a:lnTo>
                  <a:pt x="1325527" y="35733"/>
                </a:lnTo>
                <a:lnTo>
                  <a:pt x="1324752" y="36187"/>
                </a:lnTo>
                <a:lnTo>
                  <a:pt x="1323998" y="36666"/>
                </a:lnTo>
                <a:lnTo>
                  <a:pt x="1323267" y="37170"/>
                </a:lnTo>
                <a:lnTo>
                  <a:pt x="1322557" y="37698"/>
                </a:lnTo>
                <a:lnTo>
                  <a:pt x="1321870" y="38250"/>
                </a:lnTo>
                <a:lnTo>
                  <a:pt x="1321204" y="38828"/>
                </a:lnTo>
                <a:lnTo>
                  <a:pt x="1320563" y="39422"/>
                </a:lnTo>
                <a:lnTo>
                  <a:pt x="1319948" y="40026"/>
                </a:lnTo>
                <a:lnTo>
                  <a:pt x="1319362" y="40640"/>
                </a:lnTo>
                <a:lnTo>
                  <a:pt x="1318802" y="41264"/>
                </a:lnTo>
                <a:lnTo>
                  <a:pt x="1318270" y="41898"/>
                </a:lnTo>
                <a:lnTo>
                  <a:pt x="1317765" y="42541"/>
                </a:lnTo>
                <a:lnTo>
                  <a:pt x="1317288" y="43195"/>
                </a:lnTo>
                <a:lnTo>
                  <a:pt x="1316837" y="43858"/>
                </a:lnTo>
                <a:lnTo>
                  <a:pt x="1316414" y="44531"/>
                </a:lnTo>
                <a:lnTo>
                  <a:pt x="1316019" y="45214"/>
                </a:lnTo>
                <a:lnTo>
                  <a:pt x="1315650" y="45906"/>
                </a:lnTo>
                <a:lnTo>
                  <a:pt x="1315309" y="46609"/>
                </a:lnTo>
                <a:lnTo>
                  <a:pt x="1314995" y="47321"/>
                </a:lnTo>
                <a:lnTo>
                  <a:pt x="1314709" y="48043"/>
                </a:lnTo>
                <a:lnTo>
                  <a:pt x="1314449" y="48775"/>
                </a:lnTo>
                <a:lnTo>
                  <a:pt x="1314217" y="49517"/>
                </a:lnTo>
                <a:lnTo>
                  <a:pt x="1314013" y="50269"/>
                </a:lnTo>
                <a:lnTo>
                  <a:pt x="1313835" y="51030"/>
                </a:lnTo>
                <a:lnTo>
                  <a:pt x="1313685" y="51801"/>
                </a:lnTo>
                <a:lnTo>
                  <a:pt x="1313562" y="52582"/>
                </a:lnTo>
                <a:lnTo>
                  <a:pt x="1313467" y="53373"/>
                </a:lnTo>
                <a:lnTo>
                  <a:pt x="1313399" y="54174"/>
                </a:lnTo>
                <a:lnTo>
                  <a:pt x="1313358" y="54985"/>
                </a:lnTo>
                <a:lnTo>
                  <a:pt x="1313344" y="55805"/>
                </a:lnTo>
                <a:lnTo>
                  <a:pt x="1313349" y="56274"/>
                </a:lnTo>
                <a:lnTo>
                  <a:pt x="1313363" y="56739"/>
                </a:lnTo>
                <a:lnTo>
                  <a:pt x="1313386" y="57199"/>
                </a:lnTo>
                <a:lnTo>
                  <a:pt x="1313418" y="57655"/>
                </a:lnTo>
                <a:lnTo>
                  <a:pt x="1313460" y="58107"/>
                </a:lnTo>
                <a:lnTo>
                  <a:pt x="1313511" y="58553"/>
                </a:lnTo>
                <a:lnTo>
                  <a:pt x="1313571" y="58996"/>
                </a:lnTo>
                <a:lnTo>
                  <a:pt x="1313641" y="59434"/>
                </a:lnTo>
                <a:lnTo>
                  <a:pt x="1313720" y="59867"/>
                </a:lnTo>
                <a:lnTo>
                  <a:pt x="1313808" y="60296"/>
                </a:lnTo>
                <a:lnTo>
                  <a:pt x="1313905" y="60720"/>
                </a:lnTo>
                <a:lnTo>
                  <a:pt x="1314012" y="61140"/>
                </a:lnTo>
                <a:lnTo>
                  <a:pt x="1314128" y="61555"/>
                </a:lnTo>
                <a:lnTo>
                  <a:pt x="1314253" y="61966"/>
                </a:lnTo>
                <a:lnTo>
                  <a:pt x="1314388" y="62372"/>
                </a:lnTo>
                <a:lnTo>
                  <a:pt x="1314532" y="62774"/>
                </a:lnTo>
                <a:lnTo>
                  <a:pt x="1314685" y="63171"/>
                </a:lnTo>
                <a:lnTo>
                  <a:pt x="1314847" y="63564"/>
                </a:lnTo>
                <a:lnTo>
                  <a:pt x="1315019" y="63952"/>
                </a:lnTo>
                <a:lnTo>
                  <a:pt x="1315200" y="64336"/>
                </a:lnTo>
                <a:lnTo>
                  <a:pt x="1315390" y="64715"/>
                </a:lnTo>
                <a:lnTo>
                  <a:pt x="1315590" y="65090"/>
                </a:lnTo>
                <a:lnTo>
                  <a:pt x="1315798" y="65461"/>
                </a:lnTo>
                <a:lnTo>
                  <a:pt x="1316016" y="65826"/>
                </a:lnTo>
                <a:lnTo>
                  <a:pt x="1316244" y="66188"/>
                </a:lnTo>
                <a:lnTo>
                  <a:pt x="1316480" y="66545"/>
                </a:lnTo>
                <a:lnTo>
                  <a:pt x="1316725" y="66899"/>
                </a:lnTo>
                <a:lnTo>
                  <a:pt x="1316979" y="67249"/>
                </a:lnTo>
                <a:lnTo>
                  <a:pt x="1317242" y="67594"/>
                </a:lnTo>
                <a:lnTo>
                  <a:pt x="1317515" y="67936"/>
                </a:lnTo>
                <a:lnTo>
                  <a:pt x="1317796" y="68274"/>
                </a:lnTo>
                <a:lnTo>
                  <a:pt x="1318086" y="68608"/>
                </a:lnTo>
                <a:lnTo>
                  <a:pt x="1318385" y="68938"/>
                </a:lnTo>
                <a:lnTo>
                  <a:pt x="1318694" y="69264"/>
                </a:lnTo>
                <a:lnTo>
                  <a:pt x="1319011" y="69586"/>
                </a:lnTo>
                <a:lnTo>
                  <a:pt x="1319337" y="69904"/>
                </a:lnTo>
                <a:lnTo>
                  <a:pt x="1319672" y="70218"/>
                </a:lnTo>
                <a:lnTo>
                  <a:pt x="1320017" y="70528"/>
                </a:lnTo>
                <a:lnTo>
                  <a:pt x="1320370" y="70834"/>
                </a:lnTo>
                <a:lnTo>
                  <a:pt x="1320732" y="71136"/>
                </a:lnTo>
                <a:lnTo>
                  <a:pt x="1321104" y="71434"/>
                </a:lnTo>
                <a:lnTo>
                  <a:pt x="1321484" y="71729"/>
                </a:lnTo>
                <a:lnTo>
                  <a:pt x="1321873" y="72019"/>
                </a:lnTo>
                <a:lnTo>
                  <a:pt x="1322271" y="72305"/>
                </a:lnTo>
                <a:lnTo>
                  <a:pt x="1322679" y="72588"/>
                </a:lnTo>
                <a:lnTo>
                  <a:pt x="1323095" y="72866"/>
                </a:lnTo>
                <a:lnTo>
                  <a:pt x="1323520" y="73141"/>
                </a:lnTo>
                <a:lnTo>
                  <a:pt x="1323955" y="73411"/>
                </a:lnTo>
                <a:lnTo>
                  <a:pt x="1324231" y="73580"/>
                </a:lnTo>
                <a:lnTo>
                  <a:pt x="1324535" y="73758"/>
                </a:lnTo>
                <a:lnTo>
                  <a:pt x="1324868" y="73947"/>
                </a:lnTo>
                <a:lnTo>
                  <a:pt x="1325229" y="74146"/>
                </a:lnTo>
                <a:lnTo>
                  <a:pt x="1325618" y="74354"/>
                </a:lnTo>
                <a:lnTo>
                  <a:pt x="1326035" y="74573"/>
                </a:lnTo>
                <a:lnTo>
                  <a:pt x="1326481" y="74801"/>
                </a:lnTo>
                <a:lnTo>
                  <a:pt x="1326955" y="75040"/>
                </a:lnTo>
                <a:lnTo>
                  <a:pt x="1327457" y="75288"/>
                </a:lnTo>
                <a:lnTo>
                  <a:pt x="1327987" y="75547"/>
                </a:lnTo>
                <a:lnTo>
                  <a:pt x="1328546" y="75815"/>
                </a:lnTo>
                <a:lnTo>
                  <a:pt x="1329132" y="76093"/>
                </a:lnTo>
                <a:lnTo>
                  <a:pt x="1329748" y="76381"/>
                </a:lnTo>
                <a:lnTo>
                  <a:pt x="1330391" y="76680"/>
                </a:lnTo>
                <a:lnTo>
                  <a:pt x="1331062" y="76988"/>
                </a:lnTo>
                <a:lnTo>
                  <a:pt x="1331762" y="77306"/>
                </a:lnTo>
                <a:lnTo>
                  <a:pt x="1332490" y="77634"/>
                </a:lnTo>
                <a:lnTo>
                  <a:pt x="1333247" y="77972"/>
                </a:lnTo>
                <a:lnTo>
                  <a:pt x="1334031" y="78320"/>
                </a:lnTo>
                <a:lnTo>
                  <a:pt x="1334844" y="78678"/>
                </a:lnTo>
                <a:lnTo>
                  <a:pt x="1335685" y="79046"/>
                </a:lnTo>
                <a:lnTo>
                  <a:pt x="1336554" y="79424"/>
                </a:lnTo>
                <a:lnTo>
                  <a:pt x="1337452" y="79812"/>
                </a:lnTo>
                <a:lnTo>
                  <a:pt x="1338378" y="80210"/>
                </a:lnTo>
                <a:lnTo>
                  <a:pt x="1339303" y="80610"/>
                </a:lnTo>
                <a:lnTo>
                  <a:pt x="1340199" y="81005"/>
                </a:lnTo>
                <a:lnTo>
                  <a:pt x="1341067" y="81394"/>
                </a:lnTo>
                <a:lnTo>
                  <a:pt x="1341905" y="81779"/>
                </a:lnTo>
                <a:lnTo>
                  <a:pt x="1342714" y="82157"/>
                </a:lnTo>
                <a:lnTo>
                  <a:pt x="1343494" y="82531"/>
                </a:lnTo>
                <a:lnTo>
                  <a:pt x="1344245" y="82899"/>
                </a:lnTo>
                <a:lnTo>
                  <a:pt x="1344967" y="83262"/>
                </a:lnTo>
                <a:lnTo>
                  <a:pt x="1345660" y="83620"/>
                </a:lnTo>
                <a:lnTo>
                  <a:pt x="1346323" y="83972"/>
                </a:lnTo>
                <a:lnTo>
                  <a:pt x="1346958" y="84319"/>
                </a:lnTo>
                <a:lnTo>
                  <a:pt x="1347564" y="84660"/>
                </a:lnTo>
                <a:lnTo>
                  <a:pt x="1348140" y="84997"/>
                </a:lnTo>
                <a:lnTo>
                  <a:pt x="1348688" y="85328"/>
                </a:lnTo>
                <a:lnTo>
                  <a:pt x="1349206" y="85653"/>
                </a:lnTo>
                <a:lnTo>
                  <a:pt x="1349696" y="85974"/>
                </a:lnTo>
                <a:lnTo>
                  <a:pt x="1350156" y="86289"/>
                </a:lnTo>
                <a:lnTo>
                  <a:pt x="1350587" y="86598"/>
                </a:lnTo>
                <a:lnTo>
                  <a:pt x="1350990" y="86903"/>
                </a:lnTo>
                <a:lnTo>
                  <a:pt x="1351363" y="87202"/>
                </a:lnTo>
                <a:lnTo>
                  <a:pt x="1351707" y="87496"/>
                </a:lnTo>
                <a:lnTo>
                  <a:pt x="1352022" y="87784"/>
                </a:lnTo>
                <a:lnTo>
                  <a:pt x="1352308" y="88067"/>
                </a:lnTo>
                <a:lnTo>
                  <a:pt x="1352565" y="88345"/>
                </a:lnTo>
                <a:lnTo>
                  <a:pt x="1352796" y="88621"/>
                </a:lnTo>
                <a:lnTo>
                  <a:pt x="1353017" y="88898"/>
                </a:lnTo>
                <a:lnTo>
                  <a:pt x="1353228" y="89176"/>
                </a:lnTo>
                <a:lnTo>
                  <a:pt x="1353429" y="89456"/>
                </a:lnTo>
                <a:lnTo>
                  <a:pt x="1353621" y="89737"/>
                </a:lnTo>
                <a:lnTo>
                  <a:pt x="1353803" y="90020"/>
                </a:lnTo>
                <a:lnTo>
                  <a:pt x="1353975" y="90304"/>
                </a:lnTo>
                <a:lnTo>
                  <a:pt x="1354137" y="90589"/>
                </a:lnTo>
                <a:lnTo>
                  <a:pt x="1354289" y="90876"/>
                </a:lnTo>
                <a:lnTo>
                  <a:pt x="1354431" y="91164"/>
                </a:lnTo>
                <a:lnTo>
                  <a:pt x="1354564" y="91453"/>
                </a:lnTo>
                <a:lnTo>
                  <a:pt x="1354687" y="91744"/>
                </a:lnTo>
                <a:lnTo>
                  <a:pt x="1354800" y="92036"/>
                </a:lnTo>
                <a:lnTo>
                  <a:pt x="1354903" y="92330"/>
                </a:lnTo>
                <a:lnTo>
                  <a:pt x="1354996" y="92625"/>
                </a:lnTo>
                <a:lnTo>
                  <a:pt x="1355080" y="92921"/>
                </a:lnTo>
                <a:lnTo>
                  <a:pt x="1355154" y="93219"/>
                </a:lnTo>
                <a:lnTo>
                  <a:pt x="1355217" y="93518"/>
                </a:lnTo>
                <a:lnTo>
                  <a:pt x="1355271" y="93818"/>
                </a:lnTo>
                <a:lnTo>
                  <a:pt x="1355316" y="94120"/>
                </a:lnTo>
                <a:lnTo>
                  <a:pt x="1355350" y="94423"/>
                </a:lnTo>
                <a:lnTo>
                  <a:pt x="1355375" y="94727"/>
                </a:lnTo>
                <a:lnTo>
                  <a:pt x="1355389" y="95033"/>
                </a:lnTo>
                <a:lnTo>
                  <a:pt x="1355394" y="95340"/>
                </a:lnTo>
                <a:lnTo>
                  <a:pt x="1355386" y="95763"/>
                </a:lnTo>
                <a:lnTo>
                  <a:pt x="1355361" y="96182"/>
                </a:lnTo>
                <a:lnTo>
                  <a:pt x="1355321" y="96596"/>
                </a:lnTo>
                <a:lnTo>
                  <a:pt x="1355263" y="97006"/>
                </a:lnTo>
                <a:lnTo>
                  <a:pt x="1355190" y="97411"/>
                </a:lnTo>
                <a:lnTo>
                  <a:pt x="1355099" y="97811"/>
                </a:lnTo>
                <a:lnTo>
                  <a:pt x="1354993" y="98207"/>
                </a:lnTo>
                <a:lnTo>
                  <a:pt x="1354870" y="98598"/>
                </a:lnTo>
                <a:lnTo>
                  <a:pt x="1354731" y="98984"/>
                </a:lnTo>
                <a:lnTo>
                  <a:pt x="1354575" y="99365"/>
                </a:lnTo>
                <a:lnTo>
                  <a:pt x="1354404" y="99743"/>
                </a:lnTo>
                <a:lnTo>
                  <a:pt x="1354215" y="100115"/>
                </a:lnTo>
                <a:lnTo>
                  <a:pt x="1354011" y="100483"/>
                </a:lnTo>
                <a:lnTo>
                  <a:pt x="1353789" y="100846"/>
                </a:lnTo>
                <a:lnTo>
                  <a:pt x="1353552" y="101204"/>
                </a:lnTo>
                <a:lnTo>
                  <a:pt x="1353298" y="101558"/>
                </a:lnTo>
                <a:lnTo>
                  <a:pt x="1353028" y="101907"/>
                </a:lnTo>
                <a:lnTo>
                  <a:pt x="1352742" y="102252"/>
                </a:lnTo>
                <a:lnTo>
                  <a:pt x="1352439" y="102592"/>
                </a:lnTo>
                <a:lnTo>
                  <a:pt x="1352119" y="102927"/>
                </a:lnTo>
                <a:lnTo>
                  <a:pt x="1351784" y="103258"/>
                </a:lnTo>
                <a:lnTo>
                  <a:pt x="1351432" y="103584"/>
                </a:lnTo>
                <a:lnTo>
                  <a:pt x="1351063" y="103905"/>
                </a:lnTo>
                <a:lnTo>
                  <a:pt x="1350678" y="104222"/>
                </a:lnTo>
                <a:lnTo>
                  <a:pt x="1350277" y="104530"/>
                </a:lnTo>
                <a:lnTo>
                  <a:pt x="1349860" y="104824"/>
                </a:lnTo>
                <a:lnTo>
                  <a:pt x="1349426" y="105106"/>
                </a:lnTo>
                <a:lnTo>
                  <a:pt x="1348975" y="105374"/>
                </a:lnTo>
                <a:lnTo>
                  <a:pt x="1348509" y="105630"/>
                </a:lnTo>
                <a:lnTo>
                  <a:pt x="1348026" y="105872"/>
                </a:lnTo>
                <a:lnTo>
                  <a:pt x="1347526" y="106101"/>
                </a:lnTo>
                <a:lnTo>
                  <a:pt x="1347010" y="106318"/>
                </a:lnTo>
                <a:lnTo>
                  <a:pt x="1346478" y="106521"/>
                </a:lnTo>
                <a:lnTo>
                  <a:pt x="1345930" y="106711"/>
                </a:lnTo>
                <a:lnTo>
                  <a:pt x="1345365" y="106887"/>
                </a:lnTo>
                <a:lnTo>
                  <a:pt x="1344783" y="107051"/>
                </a:lnTo>
                <a:lnTo>
                  <a:pt x="1344186" y="107202"/>
                </a:lnTo>
                <a:lnTo>
                  <a:pt x="1343572" y="107339"/>
                </a:lnTo>
                <a:lnTo>
                  <a:pt x="1342941" y="107464"/>
                </a:lnTo>
                <a:lnTo>
                  <a:pt x="1342294" y="107575"/>
                </a:lnTo>
                <a:lnTo>
                  <a:pt x="1341631" y="107673"/>
                </a:lnTo>
                <a:lnTo>
                  <a:pt x="1340952" y="107759"/>
                </a:lnTo>
                <a:lnTo>
                  <a:pt x="1340256" y="107831"/>
                </a:lnTo>
                <a:lnTo>
                  <a:pt x="1339544" y="107890"/>
                </a:lnTo>
                <a:lnTo>
                  <a:pt x="1338815" y="107935"/>
                </a:lnTo>
                <a:lnTo>
                  <a:pt x="1338070" y="107968"/>
                </a:lnTo>
                <a:lnTo>
                  <a:pt x="1337308" y="107988"/>
                </a:lnTo>
                <a:lnTo>
                  <a:pt x="1336531" y="107994"/>
                </a:lnTo>
                <a:lnTo>
                  <a:pt x="1335970" y="107990"/>
                </a:lnTo>
                <a:lnTo>
                  <a:pt x="1335416" y="107975"/>
                </a:lnTo>
                <a:lnTo>
                  <a:pt x="1334867" y="107951"/>
                </a:lnTo>
                <a:lnTo>
                  <a:pt x="1334324" y="107918"/>
                </a:lnTo>
                <a:lnTo>
                  <a:pt x="1333787" y="107875"/>
                </a:lnTo>
                <a:lnTo>
                  <a:pt x="1333256" y="107822"/>
                </a:lnTo>
                <a:lnTo>
                  <a:pt x="1332731" y="107760"/>
                </a:lnTo>
                <a:lnTo>
                  <a:pt x="1332212" y="107689"/>
                </a:lnTo>
                <a:lnTo>
                  <a:pt x="1331699" y="107608"/>
                </a:lnTo>
                <a:lnTo>
                  <a:pt x="1331191" y="107517"/>
                </a:lnTo>
                <a:lnTo>
                  <a:pt x="1330689" y="107417"/>
                </a:lnTo>
                <a:lnTo>
                  <a:pt x="1330194" y="107307"/>
                </a:lnTo>
                <a:lnTo>
                  <a:pt x="1329704" y="107187"/>
                </a:lnTo>
                <a:lnTo>
                  <a:pt x="1329220" y="107058"/>
                </a:lnTo>
                <a:lnTo>
                  <a:pt x="1328741" y="106920"/>
                </a:lnTo>
                <a:lnTo>
                  <a:pt x="1328269" y="106772"/>
                </a:lnTo>
                <a:lnTo>
                  <a:pt x="1327803" y="106614"/>
                </a:lnTo>
                <a:lnTo>
                  <a:pt x="1327342" y="106447"/>
                </a:lnTo>
                <a:lnTo>
                  <a:pt x="1326887" y="106270"/>
                </a:lnTo>
                <a:lnTo>
                  <a:pt x="1326438" y="106084"/>
                </a:lnTo>
                <a:lnTo>
                  <a:pt x="1325995" y="105888"/>
                </a:lnTo>
                <a:lnTo>
                  <a:pt x="1325558" y="105683"/>
                </a:lnTo>
                <a:lnTo>
                  <a:pt x="1325127" y="105468"/>
                </a:lnTo>
                <a:lnTo>
                  <a:pt x="1324701" y="105243"/>
                </a:lnTo>
                <a:lnTo>
                  <a:pt x="1324285" y="105011"/>
                </a:lnTo>
                <a:lnTo>
                  <a:pt x="1323879" y="104774"/>
                </a:lnTo>
                <a:lnTo>
                  <a:pt x="1323484" y="104531"/>
                </a:lnTo>
                <a:lnTo>
                  <a:pt x="1323100" y="104283"/>
                </a:lnTo>
                <a:lnTo>
                  <a:pt x="1322727" y="104029"/>
                </a:lnTo>
                <a:lnTo>
                  <a:pt x="1322366" y="103770"/>
                </a:lnTo>
                <a:lnTo>
                  <a:pt x="1322015" y="103505"/>
                </a:lnTo>
                <a:lnTo>
                  <a:pt x="1321675" y="103235"/>
                </a:lnTo>
                <a:lnTo>
                  <a:pt x="1321347" y="102959"/>
                </a:lnTo>
                <a:lnTo>
                  <a:pt x="1321029" y="102678"/>
                </a:lnTo>
                <a:lnTo>
                  <a:pt x="1320723" y="102392"/>
                </a:lnTo>
                <a:lnTo>
                  <a:pt x="1320428" y="102100"/>
                </a:lnTo>
                <a:lnTo>
                  <a:pt x="1320143" y="101802"/>
                </a:lnTo>
                <a:lnTo>
                  <a:pt x="1319870" y="101499"/>
                </a:lnTo>
                <a:lnTo>
                  <a:pt x="1319608" y="101191"/>
                </a:lnTo>
                <a:lnTo>
                  <a:pt x="1319357" y="100877"/>
                </a:lnTo>
                <a:lnTo>
                  <a:pt x="1319117" y="100558"/>
                </a:lnTo>
                <a:lnTo>
                  <a:pt x="1318888" y="100233"/>
                </a:lnTo>
                <a:lnTo>
                  <a:pt x="1318670" y="99903"/>
                </a:lnTo>
                <a:lnTo>
                  <a:pt x="1318463" y="99567"/>
                </a:lnTo>
                <a:lnTo>
                  <a:pt x="1318267" y="99226"/>
                </a:lnTo>
                <a:lnTo>
                  <a:pt x="1318082" y="98879"/>
                </a:lnTo>
                <a:lnTo>
                  <a:pt x="1317908" y="98527"/>
                </a:lnTo>
                <a:lnTo>
                  <a:pt x="1317746" y="98170"/>
                </a:lnTo>
                <a:lnTo>
                  <a:pt x="1317592" y="97806"/>
                </a:lnTo>
                <a:lnTo>
                  <a:pt x="1317444" y="97437"/>
                </a:lnTo>
                <a:lnTo>
                  <a:pt x="1317303" y="97061"/>
                </a:lnTo>
                <a:lnTo>
                  <a:pt x="1317169" y="96678"/>
                </a:lnTo>
                <a:lnTo>
                  <a:pt x="1317041" y="96290"/>
                </a:lnTo>
                <a:lnTo>
                  <a:pt x="1316920" y="95895"/>
                </a:lnTo>
                <a:lnTo>
                  <a:pt x="1316806" y="95494"/>
                </a:lnTo>
                <a:lnTo>
                  <a:pt x="1316698" y="95087"/>
                </a:lnTo>
                <a:lnTo>
                  <a:pt x="1316596" y="94673"/>
                </a:lnTo>
                <a:lnTo>
                  <a:pt x="1316501" y="94253"/>
                </a:lnTo>
                <a:lnTo>
                  <a:pt x="1316413" y="93827"/>
                </a:lnTo>
                <a:lnTo>
                  <a:pt x="1316331" y="93395"/>
                </a:lnTo>
                <a:lnTo>
                  <a:pt x="1316255" y="92956"/>
                </a:lnTo>
                <a:lnTo>
                  <a:pt x="1316187" y="92511"/>
                </a:lnTo>
                <a:lnTo>
                  <a:pt x="1316124" y="92060"/>
                </a:lnTo>
                <a:lnTo>
                  <a:pt x="1316069" y="91602"/>
                </a:lnTo>
                <a:lnTo>
                  <a:pt x="1316020" y="91138"/>
                </a:lnTo>
                <a:lnTo>
                  <a:pt x="1315977" y="90668"/>
                </a:lnTo>
                <a:lnTo>
                  <a:pt x="1315941" y="90192"/>
                </a:lnTo>
                <a:lnTo>
                  <a:pt x="1315912" y="89709"/>
                </a:lnTo>
                <a:lnTo>
                  <a:pt x="1315889" y="89220"/>
                </a:lnTo>
                <a:lnTo>
                  <a:pt x="1315872" y="88725"/>
                </a:lnTo>
                <a:lnTo>
                  <a:pt x="1315862" y="88224"/>
                </a:lnTo>
                <a:lnTo>
                  <a:pt x="1315859" y="87716"/>
                </a:lnTo>
                <a:lnTo>
                  <a:pt x="1301633" y="88659"/>
                </a:lnTo>
                <a:lnTo>
                  <a:pt x="1301606" y="89983"/>
                </a:lnTo>
                <a:lnTo>
                  <a:pt x="1301615" y="91276"/>
                </a:lnTo>
                <a:lnTo>
                  <a:pt x="1301662" y="92537"/>
                </a:lnTo>
                <a:lnTo>
                  <a:pt x="1301746" y="93768"/>
                </a:lnTo>
                <a:lnTo>
                  <a:pt x="1301868" y="94968"/>
                </a:lnTo>
                <a:close/>
                <a:moveTo>
                  <a:pt x="1380231" y="117112"/>
                </a:moveTo>
                <a:lnTo>
                  <a:pt x="1394458" y="117112"/>
                </a:lnTo>
                <a:lnTo>
                  <a:pt x="1411907" y="33640"/>
                </a:lnTo>
                <a:lnTo>
                  <a:pt x="1397680" y="33640"/>
                </a:lnTo>
                <a:lnTo>
                  <a:pt x="1380231" y="117112"/>
                </a:lnTo>
                <a:close/>
                <a:moveTo>
                  <a:pt x="1415584" y="125596"/>
                </a:moveTo>
                <a:lnTo>
                  <a:pt x="1415559" y="125781"/>
                </a:lnTo>
                <a:lnTo>
                  <a:pt x="1415535" y="125964"/>
                </a:lnTo>
                <a:lnTo>
                  <a:pt x="1415513" y="126147"/>
                </a:lnTo>
                <a:lnTo>
                  <a:pt x="1415491" y="126328"/>
                </a:lnTo>
                <a:lnTo>
                  <a:pt x="1415472" y="126508"/>
                </a:lnTo>
                <a:lnTo>
                  <a:pt x="1415453" y="126687"/>
                </a:lnTo>
                <a:lnTo>
                  <a:pt x="1415436" y="126865"/>
                </a:lnTo>
                <a:lnTo>
                  <a:pt x="1415420" y="127042"/>
                </a:lnTo>
                <a:lnTo>
                  <a:pt x="1415406" y="127217"/>
                </a:lnTo>
                <a:lnTo>
                  <a:pt x="1415393" y="127392"/>
                </a:lnTo>
                <a:lnTo>
                  <a:pt x="1415382" y="127565"/>
                </a:lnTo>
                <a:lnTo>
                  <a:pt x="1415371" y="127738"/>
                </a:lnTo>
                <a:lnTo>
                  <a:pt x="1415362" y="127909"/>
                </a:lnTo>
                <a:lnTo>
                  <a:pt x="1415355" y="128079"/>
                </a:lnTo>
                <a:lnTo>
                  <a:pt x="1415349" y="128248"/>
                </a:lnTo>
                <a:lnTo>
                  <a:pt x="1415344" y="128416"/>
                </a:lnTo>
                <a:lnTo>
                  <a:pt x="1415341" y="128583"/>
                </a:lnTo>
                <a:lnTo>
                  <a:pt x="1415339" y="128749"/>
                </a:lnTo>
                <a:lnTo>
                  <a:pt x="1415338" y="128914"/>
                </a:lnTo>
                <a:lnTo>
                  <a:pt x="1415344" y="129450"/>
                </a:lnTo>
                <a:lnTo>
                  <a:pt x="1415363" y="129981"/>
                </a:lnTo>
                <a:lnTo>
                  <a:pt x="1415394" y="130507"/>
                </a:lnTo>
                <a:lnTo>
                  <a:pt x="1415437" y="131028"/>
                </a:lnTo>
                <a:lnTo>
                  <a:pt x="1415493" y="131544"/>
                </a:lnTo>
                <a:lnTo>
                  <a:pt x="1415561" y="132055"/>
                </a:lnTo>
                <a:lnTo>
                  <a:pt x="1415642" y="132561"/>
                </a:lnTo>
                <a:lnTo>
                  <a:pt x="1415735" y="133062"/>
                </a:lnTo>
                <a:lnTo>
                  <a:pt x="1415841" y="133557"/>
                </a:lnTo>
                <a:lnTo>
                  <a:pt x="1415959" y="134048"/>
                </a:lnTo>
                <a:lnTo>
                  <a:pt x="1416089" y="134533"/>
                </a:lnTo>
                <a:lnTo>
                  <a:pt x="1416232" y="135014"/>
                </a:lnTo>
                <a:lnTo>
                  <a:pt x="1416387" y="135489"/>
                </a:lnTo>
                <a:lnTo>
                  <a:pt x="1416555" y="135960"/>
                </a:lnTo>
                <a:lnTo>
                  <a:pt x="1416735" y="136425"/>
                </a:lnTo>
                <a:lnTo>
                  <a:pt x="1416927" y="136885"/>
                </a:lnTo>
                <a:lnTo>
                  <a:pt x="1417132" y="137340"/>
                </a:lnTo>
                <a:lnTo>
                  <a:pt x="1417350" y="137790"/>
                </a:lnTo>
                <a:lnTo>
                  <a:pt x="1417579" y="138235"/>
                </a:lnTo>
                <a:lnTo>
                  <a:pt x="1417821" y="138675"/>
                </a:lnTo>
                <a:lnTo>
                  <a:pt x="1418076" y="139110"/>
                </a:lnTo>
                <a:lnTo>
                  <a:pt x="1418343" y="139540"/>
                </a:lnTo>
                <a:lnTo>
                  <a:pt x="1418622" y="139965"/>
                </a:lnTo>
                <a:lnTo>
                  <a:pt x="1418914" y="140384"/>
                </a:lnTo>
                <a:lnTo>
                  <a:pt x="1419219" y="140798"/>
                </a:lnTo>
                <a:lnTo>
                  <a:pt x="1419536" y="141202"/>
                </a:lnTo>
                <a:lnTo>
                  <a:pt x="1419866" y="141599"/>
                </a:lnTo>
                <a:lnTo>
                  <a:pt x="1420209" y="141987"/>
                </a:lnTo>
                <a:lnTo>
                  <a:pt x="1420565" y="142367"/>
                </a:lnTo>
                <a:lnTo>
                  <a:pt x="1420933" y="142738"/>
                </a:lnTo>
                <a:lnTo>
                  <a:pt x="1421315" y="143101"/>
                </a:lnTo>
                <a:lnTo>
                  <a:pt x="1421709" y="143456"/>
                </a:lnTo>
                <a:lnTo>
                  <a:pt x="1422116" y="143802"/>
                </a:lnTo>
                <a:lnTo>
                  <a:pt x="1422536" y="144140"/>
                </a:lnTo>
                <a:lnTo>
                  <a:pt x="1422968" y="144470"/>
                </a:lnTo>
                <a:lnTo>
                  <a:pt x="1423414" y="144791"/>
                </a:lnTo>
                <a:lnTo>
                  <a:pt x="1423872" y="145104"/>
                </a:lnTo>
                <a:lnTo>
                  <a:pt x="1424343" y="145408"/>
                </a:lnTo>
                <a:lnTo>
                  <a:pt x="1424827" y="145704"/>
                </a:lnTo>
                <a:lnTo>
                  <a:pt x="1425324" y="145992"/>
                </a:lnTo>
                <a:lnTo>
                  <a:pt x="1425834" y="146272"/>
                </a:lnTo>
                <a:lnTo>
                  <a:pt x="1426356" y="146543"/>
                </a:lnTo>
                <a:lnTo>
                  <a:pt x="1426892" y="146805"/>
                </a:lnTo>
                <a:lnTo>
                  <a:pt x="1427440" y="147060"/>
                </a:lnTo>
                <a:lnTo>
                  <a:pt x="1428001" y="147306"/>
                </a:lnTo>
                <a:lnTo>
                  <a:pt x="1428575" y="147543"/>
                </a:lnTo>
                <a:lnTo>
                  <a:pt x="1429161" y="147773"/>
                </a:lnTo>
                <a:lnTo>
                  <a:pt x="1429761" y="147994"/>
                </a:lnTo>
                <a:lnTo>
                  <a:pt x="1430371" y="148206"/>
                </a:lnTo>
                <a:lnTo>
                  <a:pt x="1430992" y="148409"/>
                </a:lnTo>
                <a:lnTo>
                  <a:pt x="1431622" y="148603"/>
                </a:lnTo>
                <a:lnTo>
                  <a:pt x="1432262" y="148788"/>
                </a:lnTo>
                <a:lnTo>
                  <a:pt x="1432911" y="148965"/>
                </a:lnTo>
                <a:lnTo>
                  <a:pt x="1433570" y="149132"/>
                </a:lnTo>
                <a:lnTo>
                  <a:pt x="1434239" y="149290"/>
                </a:lnTo>
                <a:lnTo>
                  <a:pt x="1434918" y="149439"/>
                </a:lnTo>
                <a:lnTo>
                  <a:pt x="1435606" y="149579"/>
                </a:lnTo>
                <a:lnTo>
                  <a:pt x="1436304" y="149710"/>
                </a:lnTo>
                <a:lnTo>
                  <a:pt x="1437011" y="149832"/>
                </a:lnTo>
                <a:lnTo>
                  <a:pt x="1437729" y="149945"/>
                </a:lnTo>
                <a:lnTo>
                  <a:pt x="1438456" y="150048"/>
                </a:lnTo>
                <a:lnTo>
                  <a:pt x="1439192" y="150143"/>
                </a:lnTo>
                <a:lnTo>
                  <a:pt x="1439939" y="150229"/>
                </a:lnTo>
                <a:lnTo>
                  <a:pt x="1440695" y="150306"/>
                </a:lnTo>
                <a:lnTo>
                  <a:pt x="1441460" y="150374"/>
                </a:lnTo>
                <a:lnTo>
                  <a:pt x="1442236" y="150432"/>
                </a:lnTo>
                <a:lnTo>
                  <a:pt x="1443021" y="150482"/>
                </a:lnTo>
                <a:lnTo>
                  <a:pt x="1443816" y="150523"/>
                </a:lnTo>
                <a:lnTo>
                  <a:pt x="1444620" y="150554"/>
                </a:lnTo>
                <a:lnTo>
                  <a:pt x="1445434" y="150577"/>
                </a:lnTo>
                <a:lnTo>
                  <a:pt x="1446258" y="150590"/>
                </a:lnTo>
                <a:lnTo>
                  <a:pt x="1447092" y="150595"/>
                </a:lnTo>
                <a:lnTo>
                  <a:pt x="1447959" y="150588"/>
                </a:lnTo>
                <a:lnTo>
                  <a:pt x="1448817" y="150566"/>
                </a:lnTo>
                <a:lnTo>
                  <a:pt x="1449666" y="150531"/>
                </a:lnTo>
                <a:lnTo>
                  <a:pt x="1450507" y="150481"/>
                </a:lnTo>
                <a:lnTo>
                  <a:pt x="1451340" y="150417"/>
                </a:lnTo>
                <a:lnTo>
                  <a:pt x="1452164" y="150339"/>
                </a:lnTo>
                <a:lnTo>
                  <a:pt x="1452979" y="150246"/>
                </a:lnTo>
                <a:lnTo>
                  <a:pt x="1453786" y="150140"/>
                </a:lnTo>
                <a:lnTo>
                  <a:pt x="1454584" y="150019"/>
                </a:lnTo>
                <a:lnTo>
                  <a:pt x="1455373" y="149884"/>
                </a:lnTo>
                <a:lnTo>
                  <a:pt x="1456154" y="149734"/>
                </a:lnTo>
                <a:lnTo>
                  <a:pt x="1456926" y="149571"/>
                </a:lnTo>
                <a:lnTo>
                  <a:pt x="1457690" y="149393"/>
                </a:lnTo>
                <a:lnTo>
                  <a:pt x="1458445" y="149201"/>
                </a:lnTo>
                <a:lnTo>
                  <a:pt x="1459192" y="148994"/>
                </a:lnTo>
                <a:lnTo>
                  <a:pt x="1459929" y="148774"/>
                </a:lnTo>
                <a:lnTo>
                  <a:pt x="1460659" y="148539"/>
                </a:lnTo>
                <a:lnTo>
                  <a:pt x="1461379" y="148290"/>
                </a:lnTo>
                <a:lnTo>
                  <a:pt x="1462092" y="148027"/>
                </a:lnTo>
                <a:lnTo>
                  <a:pt x="1462795" y="147750"/>
                </a:lnTo>
                <a:lnTo>
                  <a:pt x="1463490" y="147458"/>
                </a:lnTo>
                <a:lnTo>
                  <a:pt x="1464176" y="147152"/>
                </a:lnTo>
                <a:lnTo>
                  <a:pt x="1464854" y="146832"/>
                </a:lnTo>
                <a:lnTo>
                  <a:pt x="1465523" y="146498"/>
                </a:lnTo>
                <a:lnTo>
                  <a:pt x="1466182" y="146151"/>
                </a:lnTo>
                <a:lnTo>
                  <a:pt x="1466828" y="145792"/>
                </a:lnTo>
                <a:lnTo>
                  <a:pt x="1467463" y="145422"/>
                </a:lnTo>
                <a:lnTo>
                  <a:pt x="1468085" y="145040"/>
                </a:lnTo>
                <a:lnTo>
                  <a:pt x="1468695" y="144646"/>
                </a:lnTo>
                <a:lnTo>
                  <a:pt x="1469293" y="144241"/>
                </a:lnTo>
                <a:lnTo>
                  <a:pt x="1469879" y="143824"/>
                </a:lnTo>
                <a:lnTo>
                  <a:pt x="1470453" y="143396"/>
                </a:lnTo>
                <a:lnTo>
                  <a:pt x="1471015" y="142956"/>
                </a:lnTo>
                <a:lnTo>
                  <a:pt x="1471564" y="142504"/>
                </a:lnTo>
                <a:lnTo>
                  <a:pt x="1472101" y="142041"/>
                </a:lnTo>
                <a:lnTo>
                  <a:pt x="1472626" y="141566"/>
                </a:lnTo>
                <a:lnTo>
                  <a:pt x="1473139" y="141079"/>
                </a:lnTo>
                <a:lnTo>
                  <a:pt x="1473640" y="140581"/>
                </a:lnTo>
                <a:lnTo>
                  <a:pt x="1474129" y="140071"/>
                </a:lnTo>
                <a:lnTo>
                  <a:pt x="1474606" y="139550"/>
                </a:lnTo>
                <a:lnTo>
                  <a:pt x="1475070" y="139016"/>
                </a:lnTo>
                <a:lnTo>
                  <a:pt x="1475522" y="138472"/>
                </a:lnTo>
                <a:lnTo>
                  <a:pt x="1475962" y="137915"/>
                </a:lnTo>
                <a:lnTo>
                  <a:pt x="1476390" y="137347"/>
                </a:lnTo>
                <a:lnTo>
                  <a:pt x="1476806" y="136767"/>
                </a:lnTo>
                <a:lnTo>
                  <a:pt x="1477210" y="136176"/>
                </a:lnTo>
                <a:lnTo>
                  <a:pt x="1477602" y="135573"/>
                </a:lnTo>
                <a:lnTo>
                  <a:pt x="1477981" y="134959"/>
                </a:lnTo>
                <a:lnTo>
                  <a:pt x="1478351" y="134328"/>
                </a:lnTo>
                <a:lnTo>
                  <a:pt x="1478716" y="133677"/>
                </a:lnTo>
                <a:lnTo>
                  <a:pt x="1479074" y="133006"/>
                </a:lnTo>
                <a:lnTo>
                  <a:pt x="1479426" y="132315"/>
                </a:lnTo>
                <a:lnTo>
                  <a:pt x="1479773" y="131603"/>
                </a:lnTo>
                <a:lnTo>
                  <a:pt x="1480113" y="130871"/>
                </a:lnTo>
                <a:lnTo>
                  <a:pt x="1480447" y="130118"/>
                </a:lnTo>
                <a:lnTo>
                  <a:pt x="1480776" y="129345"/>
                </a:lnTo>
                <a:lnTo>
                  <a:pt x="1481098" y="128551"/>
                </a:lnTo>
                <a:lnTo>
                  <a:pt x="1481414" y="127738"/>
                </a:lnTo>
                <a:lnTo>
                  <a:pt x="1481724" y="126903"/>
                </a:lnTo>
                <a:lnTo>
                  <a:pt x="1482029" y="126049"/>
                </a:lnTo>
                <a:lnTo>
                  <a:pt x="1482327" y="125174"/>
                </a:lnTo>
                <a:lnTo>
                  <a:pt x="1482619" y="124278"/>
                </a:lnTo>
                <a:lnTo>
                  <a:pt x="1482906" y="123363"/>
                </a:lnTo>
                <a:lnTo>
                  <a:pt x="1483186" y="122427"/>
                </a:lnTo>
                <a:lnTo>
                  <a:pt x="1483460" y="121470"/>
                </a:lnTo>
                <a:lnTo>
                  <a:pt x="1483728" y="120493"/>
                </a:lnTo>
                <a:lnTo>
                  <a:pt x="1483991" y="119496"/>
                </a:lnTo>
                <a:lnTo>
                  <a:pt x="1484247" y="118478"/>
                </a:lnTo>
                <a:lnTo>
                  <a:pt x="1484497" y="117440"/>
                </a:lnTo>
                <a:lnTo>
                  <a:pt x="1484742" y="116382"/>
                </a:lnTo>
                <a:lnTo>
                  <a:pt x="1484980" y="115303"/>
                </a:lnTo>
                <a:lnTo>
                  <a:pt x="1485212" y="114204"/>
                </a:lnTo>
                <a:lnTo>
                  <a:pt x="1502032" y="33640"/>
                </a:lnTo>
                <a:lnTo>
                  <a:pt x="1488985" y="33640"/>
                </a:lnTo>
                <a:lnTo>
                  <a:pt x="1486155" y="47346"/>
                </a:lnTo>
                <a:lnTo>
                  <a:pt x="1485402" y="46074"/>
                </a:lnTo>
                <a:lnTo>
                  <a:pt x="1484623" y="44855"/>
                </a:lnTo>
                <a:lnTo>
                  <a:pt x="1483817" y="43691"/>
                </a:lnTo>
                <a:lnTo>
                  <a:pt x="1482985" y="42582"/>
                </a:lnTo>
                <a:lnTo>
                  <a:pt x="1482127" y="41526"/>
                </a:lnTo>
                <a:lnTo>
                  <a:pt x="1481243" y="40524"/>
                </a:lnTo>
                <a:lnTo>
                  <a:pt x="1480332" y="39577"/>
                </a:lnTo>
                <a:lnTo>
                  <a:pt x="1479396" y="38684"/>
                </a:lnTo>
                <a:lnTo>
                  <a:pt x="1478433" y="37844"/>
                </a:lnTo>
                <a:lnTo>
                  <a:pt x="1477444" y="37059"/>
                </a:lnTo>
                <a:lnTo>
                  <a:pt x="1476429" y="36329"/>
                </a:lnTo>
                <a:lnTo>
                  <a:pt x="1475387" y="35652"/>
                </a:lnTo>
                <a:lnTo>
                  <a:pt x="1474320" y="35029"/>
                </a:lnTo>
                <a:lnTo>
                  <a:pt x="1473226" y="34461"/>
                </a:lnTo>
                <a:lnTo>
                  <a:pt x="1472106" y="33946"/>
                </a:lnTo>
                <a:lnTo>
                  <a:pt x="1470959" y="33486"/>
                </a:lnTo>
                <a:lnTo>
                  <a:pt x="1469787" y="33080"/>
                </a:lnTo>
                <a:lnTo>
                  <a:pt x="1468588" y="32728"/>
                </a:lnTo>
                <a:lnTo>
                  <a:pt x="1467364" y="32431"/>
                </a:lnTo>
                <a:lnTo>
                  <a:pt x="1466113" y="32187"/>
                </a:lnTo>
                <a:lnTo>
                  <a:pt x="1464835" y="31997"/>
                </a:lnTo>
                <a:lnTo>
                  <a:pt x="1463532" y="31862"/>
                </a:lnTo>
                <a:lnTo>
                  <a:pt x="1462202" y="31781"/>
                </a:lnTo>
                <a:lnTo>
                  <a:pt x="1460846" y="31754"/>
                </a:lnTo>
                <a:lnTo>
                  <a:pt x="1460029" y="31764"/>
                </a:lnTo>
                <a:lnTo>
                  <a:pt x="1459213" y="31796"/>
                </a:lnTo>
                <a:lnTo>
                  <a:pt x="1458399" y="31848"/>
                </a:lnTo>
                <a:lnTo>
                  <a:pt x="1457587" y="31921"/>
                </a:lnTo>
                <a:lnTo>
                  <a:pt x="1456777" y="32015"/>
                </a:lnTo>
                <a:lnTo>
                  <a:pt x="1455968" y="32130"/>
                </a:lnTo>
                <a:lnTo>
                  <a:pt x="1455162" y="32265"/>
                </a:lnTo>
                <a:lnTo>
                  <a:pt x="1454358" y="32422"/>
                </a:lnTo>
                <a:lnTo>
                  <a:pt x="1453555" y="32599"/>
                </a:lnTo>
                <a:lnTo>
                  <a:pt x="1452755" y="32798"/>
                </a:lnTo>
                <a:lnTo>
                  <a:pt x="1451956" y="33017"/>
                </a:lnTo>
                <a:lnTo>
                  <a:pt x="1451159" y="33257"/>
                </a:lnTo>
                <a:lnTo>
                  <a:pt x="1450364" y="33518"/>
                </a:lnTo>
                <a:lnTo>
                  <a:pt x="1449571" y="33800"/>
                </a:lnTo>
                <a:lnTo>
                  <a:pt x="1448780" y="34103"/>
                </a:lnTo>
                <a:lnTo>
                  <a:pt x="1447991" y="34426"/>
                </a:lnTo>
                <a:lnTo>
                  <a:pt x="1447204" y="34771"/>
                </a:lnTo>
                <a:lnTo>
                  <a:pt x="1446419" y="35136"/>
                </a:lnTo>
                <a:lnTo>
                  <a:pt x="1445635" y="35522"/>
                </a:lnTo>
                <a:lnTo>
                  <a:pt x="1444854" y="35929"/>
                </a:lnTo>
                <a:lnTo>
                  <a:pt x="1444074" y="36357"/>
                </a:lnTo>
                <a:lnTo>
                  <a:pt x="1443297" y="36806"/>
                </a:lnTo>
                <a:lnTo>
                  <a:pt x="1442521" y="37276"/>
                </a:lnTo>
                <a:lnTo>
                  <a:pt x="1441747" y="37767"/>
                </a:lnTo>
                <a:lnTo>
                  <a:pt x="1440979" y="38278"/>
                </a:lnTo>
                <a:lnTo>
                  <a:pt x="1440219" y="38809"/>
                </a:lnTo>
                <a:lnTo>
                  <a:pt x="1439468" y="39360"/>
                </a:lnTo>
                <a:lnTo>
                  <a:pt x="1438726" y="39931"/>
                </a:lnTo>
                <a:lnTo>
                  <a:pt x="1437993" y="40523"/>
                </a:lnTo>
                <a:lnTo>
                  <a:pt x="1437269" y="41134"/>
                </a:lnTo>
                <a:lnTo>
                  <a:pt x="1436554" y="41766"/>
                </a:lnTo>
                <a:lnTo>
                  <a:pt x="1435848" y="42417"/>
                </a:lnTo>
                <a:lnTo>
                  <a:pt x="1435150" y="43089"/>
                </a:lnTo>
                <a:lnTo>
                  <a:pt x="1434462" y="43780"/>
                </a:lnTo>
                <a:lnTo>
                  <a:pt x="1433782" y="44492"/>
                </a:lnTo>
                <a:lnTo>
                  <a:pt x="1433111" y="45224"/>
                </a:lnTo>
                <a:lnTo>
                  <a:pt x="1432449" y="45975"/>
                </a:lnTo>
                <a:lnTo>
                  <a:pt x="1431796" y="46747"/>
                </a:lnTo>
                <a:lnTo>
                  <a:pt x="1431152" y="47539"/>
                </a:lnTo>
                <a:lnTo>
                  <a:pt x="1430516" y="48351"/>
                </a:lnTo>
                <a:lnTo>
                  <a:pt x="1429890" y="49183"/>
                </a:lnTo>
                <a:lnTo>
                  <a:pt x="1429272" y="50035"/>
                </a:lnTo>
                <a:lnTo>
                  <a:pt x="1428663" y="50908"/>
                </a:lnTo>
                <a:lnTo>
                  <a:pt x="1428063" y="51800"/>
                </a:lnTo>
                <a:lnTo>
                  <a:pt x="1427472" y="52712"/>
                </a:lnTo>
                <a:lnTo>
                  <a:pt x="1426890" y="53644"/>
                </a:lnTo>
                <a:lnTo>
                  <a:pt x="1426317" y="54597"/>
                </a:lnTo>
                <a:lnTo>
                  <a:pt x="1425752" y="55569"/>
                </a:lnTo>
                <a:lnTo>
                  <a:pt x="1425204" y="56556"/>
                </a:lnTo>
                <a:lnTo>
                  <a:pt x="1424679" y="57550"/>
                </a:lnTo>
                <a:lnTo>
                  <a:pt x="1424177" y="58552"/>
                </a:lnTo>
                <a:lnTo>
                  <a:pt x="1423699" y="59562"/>
                </a:lnTo>
                <a:lnTo>
                  <a:pt x="1423244" y="60581"/>
                </a:lnTo>
                <a:lnTo>
                  <a:pt x="1422812" y="61607"/>
                </a:lnTo>
                <a:lnTo>
                  <a:pt x="1422404" y="62640"/>
                </a:lnTo>
                <a:lnTo>
                  <a:pt x="1422019" y="63682"/>
                </a:lnTo>
                <a:lnTo>
                  <a:pt x="1421657" y="64732"/>
                </a:lnTo>
                <a:lnTo>
                  <a:pt x="1421319" y="65790"/>
                </a:lnTo>
                <a:lnTo>
                  <a:pt x="1421004" y="66855"/>
                </a:lnTo>
                <a:lnTo>
                  <a:pt x="1420712" y="67929"/>
                </a:lnTo>
                <a:lnTo>
                  <a:pt x="1420444" y="69010"/>
                </a:lnTo>
                <a:lnTo>
                  <a:pt x="1420199" y="70100"/>
                </a:lnTo>
                <a:lnTo>
                  <a:pt x="1419977" y="71197"/>
                </a:lnTo>
                <a:lnTo>
                  <a:pt x="1419779" y="72302"/>
                </a:lnTo>
                <a:lnTo>
                  <a:pt x="1419604" y="73415"/>
                </a:lnTo>
                <a:lnTo>
                  <a:pt x="1419452" y="74536"/>
                </a:lnTo>
                <a:lnTo>
                  <a:pt x="1419324" y="75665"/>
                </a:lnTo>
                <a:lnTo>
                  <a:pt x="1419219" y="76802"/>
                </a:lnTo>
                <a:lnTo>
                  <a:pt x="1419137" y="77946"/>
                </a:lnTo>
                <a:lnTo>
                  <a:pt x="1419079" y="79099"/>
                </a:lnTo>
                <a:lnTo>
                  <a:pt x="1419044" y="80260"/>
                </a:lnTo>
                <a:lnTo>
                  <a:pt x="1419032" y="81428"/>
                </a:lnTo>
                <a:lnTo>
                  <a:pt x="1419047" y="82836"/>
                </a:lnTo>
                <a:lnTo>
                  <a:pt x="1419091" y="84217"/>
                </a:lnTo>
                <a:lnTo>
                  <a:pt x="1419165" y="85571"/>
                </a:lnTo>
                <a:lnTo>
                  <a:pt x="1419269" y="86898"/>
                </a:lnTo>
                <a:lnTo>
                  <a:pt x="1419402" y="88199"/>
                </a:lnTo>
                <a:lnTo>
                  <a:pt x="1419565" y="89472"/>
                </a:lnTo>
                <a:lnTo>
                  <a:pt x="1419757" y="90719"/>
                </a:lnTo>
                <a:lnTo>
                  <a:pt x="1419980" y="91938"/>
                </a:lnTo>
                <a:lnTo>
                  <a:pt x="1420231" y="93131"/>
                </a:lnTo>
                <a:lnTo>
                  <a:pt x="1420513" y="94297"/>
                </a:lnTo>
                <a:lnTo>
                  <a:pt x="1420823" y="95436"/>
                </a:lnTo>
                <a:lnTo>
                  <a:pt x="1421164" y="96548"/>
                </a:lnTo>
                <a:lnTo>
                  <a:pt x="1421534" y="97634"/>
                </a:lnTo>
                <a:lnTo>
                  <a:pt x="1421934" y="98692"/>
                </a:lnTo>
                <a:lnTo>
                  <a:pt x="1422363" y="99724"/>
                </a:lnTo>
                <a:lnTo>
                  <a:pt x="1422822" y="100728"/>
                </a:lnTo>
                <a:lnTo>
                  <a:pt x="1423311" y="101706"/>
                </a:lnTo>
                <a:lnTo>
                  <a:pt x="1423829" y="102657"/>
                </a:lnTo>
                <a:lnTo>
                  <a:pt x="1424377" y="103581"/>
                </a:lnTo>
                <a:lnTo>
                  <a:pt x="1424954" y="104478"/>
                </a:lnTo>
                <a:lnTo>
                  <a:pt x="1425561" y="105348"/>
                </a:lnTo>
                <a:lnTo>
                  <a:pt x="1426198" y="106192"/>
                </a:lnTo>
                <a:lnTo>
                  <a:pt x="1426864" y="107008"/>
                </a:lnTo>
                <a:lnTo>
                  <a:pt x="1427560" y="107798"/>
                </a:lnTo>
                <a:lnTo>
                  <a:pt x="1428278" y="108558"/>
                </a:lnTo>
                <a:lnTo>
                  <a:pt x="1429010" y="109286"/>
                </a:lnTo>
                <a:lnTo>
                  <a:pt x="1429756" y="109981"/>
                </a:lnTo>
                <a:lnTo>
                  <a:pt x="1430517" y="110644"/>
                </a:lnTo>
                <a:lnTo>
                  <a:pt x="1431292" y="111274"/>
                </a:lnTo>
                <a:lnTo>
                  <a:pt x="1432082" y="111873"/>
                </a:lnTo>
                <a:lnTo>
                  <a:pt x="1432886" y="112439"/>
                </a:lnTo>
                <a:lnTo>
                  <a:pt x="1433704" y="112972"/>
                </a:lnTo>
                <a:lnTo>
                  <a:pt x="1434536" y="113474"/>
                </a:lnTo>
                <a:lnTo>
                  <a:pt x="1435383" y="113943"/>
                </a:lnTo>
                <a:lnTo>
                  <a:pt x="1436244" y="114379"/>
                </a:lnTo>
                <a:lnTo>
                  <a:pt x="1437120" y="114783"/>
                </a:lnTo>
                <a:lnTo>
                  <a:pt x="1438009" y="115155"/>
                </a:lnTo>
                <a:lnTo>
                  <a:pt x="1438913" y="115495"/>
                </a:lnTo>
                <a:lnTo>
                  <a:pt x="1439832" y="115802"/>
                </a:lnTo>
                <a:lnTo>
                  <a:pt x="1440765" y="116077"/>
                </a:lnTo>
                <a:lnTo>
                  <a:pt x="1441712" y="116320"/>
                </a:lnTo>
                <a:lnTo>
                  <a:pt x="1442673" y="116530"/>
                </a:lnTo>
                <a:lnTo>
                  <a:pt x="1443649" y="116708"/>
                </a:lnTo>
                <a:lnTo>
                  <a:pt x="1444639" y="116853"/>
                </a:lnTo>
                <a:lnTo>
                  <a:pt x="1445643" y="116966"/>
                </a:lnTo>
                <a:lnTo>
                  <a:pt x="1446662" y="117047"/>
                </a:lnTo>
                <a:lnTo>
                  <a:pt x="1447695" y="117096"/>
                </a:lnTo>
                <a:lnTo>
                  <a:pt x="1448742" y="117112"/>
                </a:lnTo>
                <a:lnTo>
                  <a:pt x="1449781" y="117092"/>
                </a:lnTo>
                <a:lnTo>
                  <a:pt x="1450815" y="117034"/>
                </a:lnTo>
                <a:lnTo>
                  <a:pt x="1451844" y="116936"/>
                </a:lnTo>
                <a:lnTo>
                  <a:pt x="1452869" y="116800"/>
                </a:lnTo>
                <a:lnTo>
                  <a:pt x="1453888" y="116624"/>
                </a:lnTo>
                <a:lnTo>
                  <a:pt x="1454902" y="116409"/>
                </a:lnTo>
                <a:lnTo>
                  <a:pt x="1455912" y="116156"/>
                </a:lnTo>
                <a:lnTo>
                  <a:pt x="1456917" y="115863"/>
                </a:lnTo>
                <a:lnTo>
                  <a:pt x="1457916" y="115531"/>
                </a:lnTo>
                <a:lnTo>
                  <a:pt x="1458911" y="115161"/>
                </a:lnTo>
                <a:lnTo>
                  <a:pt x="1459901" y="114751"/>
                </a:lnTo>
                <a:lnTo>
                  <a:pt x="1460886" y="114302"/>
                </a:lnTo>
                <a:lnTo>
                  <a:pt x="1461866" y="113814"/>
                </a:lnTo>
                <a:lnTo>
                  <a:pt x="1462841" y="113287"/>
                </a:lnTo>
                <a:lnTo>
                  <a:pt x="1463811" y="112721"/>
                </a:lnTo>
                <a:lnTo>
                  <a:pt x="1464776" y="112116"/>
                </a:lnTo>
                <a:lnTo>
                  <a:pt x="1465737" y="111473"/>
                </a:lnTo>
                <a:lnTo>
                  <a:pt x="1466692" y="110790"/>
                </a:lnTo>
                <a:lnTo>
                  <a:pt x="1467643" y="110068"/>
                </a:lnTo>
                <a:lnTo>
                  <a:pt x="1468588" y="109307"/>
                </a:lnTo>
                <a:lnTo>
                  <a:pt x="1469529" y="108507"/>
                </a:lnTo>
                <a:lnTo>
                  <a:pt x="1470465" y="107667"/>
                </a:lnTo>
                <a:lnTo>
                  <a:pt x="1471396" y="106789"/>
                </a:lnTo>
                <a:lnTo>
                  <a:pt x="1472322" y="105872"/>
                </a:lnTo>
                <a:lnTo>
                  <a:pt x="1470907" y="112632"/>
                </a:lnTo>
                <a:lnTo>
                  <a:pt x="1470644" y="113864"/>
                </a:lnTo>
                <a:lnTo>
                  <a:pt x="1470379" y="115061"/>
                </a:lnTo>
                <a:lnTo>
                  <a:pt x="1470112" y="116220"/>
                </a:lnTo>
                <a:lnTo>
                  <a:pt x="1469844" y="117343"/>
                </a:lnTo>
                <a:lnTo>
                  <a:pt x="1469573" y="118430"/>
                </a:lnTo>
                <a:lnTo>
                  <a:pt x="1469301" y="119480"/>
                </a:lnTo>
                <a:lnTo>
                  <a:pt x="1469026" y="120493"/>
                </a:lnTo>
                <a:lnTo>
                  <a:pt x="1468750" y="121470"/>
                </a:lnTo>
                <a:lnTo>
                  <a:pt x="1468472" y="122410"/>
                </a:lnTo>
                <a:lnTo>
                  <a:pt x="1468192" y="123313"/>
                </a:lnTo>
                <a:lnTo>
                  <a:pt x="1467910" y="124181"/>
                </a:lnTo>
                <a:lnTo>
                  <a:pt x="1467626" y="125011"/>
                </a:lnTo>
                <a:lnTo>
                  <a:pt x="1467340" y="125805"/>
                </a:lnTo>
                <a:lnTo>
                  <a:pt x="1467052" y="126562"/>
                </a:lnTo>
                <a:lnTo>
                  <a:pt x="1466762" y="127283"/>
                </a:lnTo>
                <a:lnTo>
                  <a:pt x="1466471" y="127967"/>
                </a:lnTo>
                <a:lnTo>
                  <a:pt x="1466177" y="128615"/>
                </a:lnTo>
                <a:lnTo>
                  <a:pt x="1465882" y="129226"/>
                </a:lnTo>
                <a:lnTo>
                  <a:pt x="1465584" y="129800"/>
                </a:lnTo>
                <a:lnTo>
                  <a:pt x="1465285" y="130338"/>
                </a:lnTo>
                <a:lnTo>
                  <a:pt x="1464984" y="130840"/>
                </a:lnTo>
                <a:lnTo>
                  <a:pt x="1464681" y="131304"/>
                </a:lnTo>
                <a:lnTo>
                  <a:pt x="1464376" y="131733"/>
                </a:lnTo>
                <a:lnTo>
                  <a:pt x="1464069" y="132124"/>
                </a:lnTo>
                <a:lnTo>
                  <a:pt x="1463585" y="132669"/>
                </a:lnTo>
                <a:lnTo>
                  <a:pt x="1463076" y="133191"/>
                </a:lnTo>
                <a:lnTo>
                  <a:pt x="1462541" y="133690"/>
                </a:lnTo>
                <a:lnTo>
                  <a:pt x="1461982" y="134166"/>
                </a:lnTo>
                <a:lnTo>
                  <a:pt x="1461397" y="134618"/>
                </a:lnTo>
                <a:lnTo>
                  <a:pt x="1460788" y="135047"/>
                </a:lnTo>
                <a:lnTo>
                  <a:pt x="1460153" y="135453"/>
                </a:lnTo>
                <a:lnTo>
                  <a:pt x="1459493" y="135836"/>
                </a:lnTo>
                <a:lnTo>
                  <a:pt x="1458808" y="136195"/>
                </a:lnTo>
                <a:lnTo>
                  <a:pt x="1458098" y="136532"/>
                </a:lnTo>
                <a:lnTo>
                  <a:pt x="1457362" y="136845"/>
                </a:lnTo>
                <a:lnTo>
                  <a:pt x="1456602" y="137135"/>
                </a:lnTo>
                <a:lnTo>
                  <a:pt x="1455817" y="137402"/>
                </a:lnTo>
                <a:lnTo>
                  <a:pt x="1455006" y="137645"/>
                </a:lnTo>
                <a:lnTo>
                  <a:pt x="1454170" y="137866"/>
                </a:lnTo>
                <a:lnTo>
                  <a:pt x="1453310" y="138063"/>
                </a:lnTo>
                <a:lnTo>
                  <a:pt x="1452424" y="138237"/>
                </a:lnTo>
                <a:lnTo>
                  <a:pt x="1451513" y="138387"/>
                </a:lnTo>
                <a:lnTo>
                  <a:pt x="1450577" y="138515"/>
                </a:lnTo>
                <a:lnTo>
                  <a:pt x="1449616" y="138619"/>
                </a:lnTo>
                <a:lnTo>
                  <a:pt x="1448629" y="138701"/>
                </a:lnTo>
                <a:lnTo>
                  <a:pt x="1447618" y="138759"/>
                </a:lnTo>
                <a:lnTo>
                  <a:pt x="1446581" y="138793"/>
                </a:lnTo>
                <a:lnTo>
                  <a:pt x="1445520" y="138805"/>
                </a:lnTo>
                <a:lnTo>
                  <a:pt x="1445013" y="138802"/>
                </a:lnTo>
                <a:lnTo>
                  <a:pt x="1444514" y="138793"/>
                </a:lnTo>
                <a:lnTo>
                  <a:pt x="1444023" y="138778"/>
                </a:lnTo>
                <a:lnTo>
                  <a:pt x="1443539" y="138757"/>
                </a:lnTo>
                <a:lnTo>
                  <a:pt x="1443064" y="138730"/>
                </a:lnTo>
                <a:lnTo>
                  <a:pt x="1442597" y="138696"/>
                </a:lnTo>
                <a:lnTo>
                  <a:pt x="1442137" y="138657"/>
                </a:lnTo>
                <a:lnTo>
                  <a:pt x="1441686" y="138612"/>
                </a:lnTo>
                <a:lnTo>
                  <a:pt x="1441242" y="138561"/>
                </a:lnTo>
                <a:lnTo>
                  <a:pt x="1440807" y="138503"/>
                </a:lnTo>
                <a:lnTo>
                  <a:pt x="1440379" y="138440"/>
                </a:lnTo>
                <a:lnTo>
                  <a:pt x="1439959" y="138370"/>
                </a:lnTo>
                <a:lnTo>
                  <a:pt x="1439547" y="138295"/>
                </a:lnTo>
                <a:lnTo>
                  <a:pt x="1439143" y="138213"/>
                </a:lnTo>
                <a:lnTo>
                  <a:pt x="1438747" y="138126"/>
                </a:lnTo>
                <a:lnTo>
                  <a:pt x="1438359" y="138032"/>
                </a:lnTo>
                <a:lnTo>
                  <a:pt x="1437978" y="137933"/>
                </a:lnTo>
                <a:lnTo>
                  <a:pt x="1437606" y="137827"/>
                </a:lnTo>
                <a:lnTo>
                  <a:pt x="1437241" y="137715"/>
                </a:lnTo>
                <a:lnTo>
                  <a:pt x="1436885" y="137597"/>
                </a:lnTo>
                <a:lnTo>
                  <a:pt x="1436536" y="137474"/>
                </a:lnTo>
                <a:lnTo>
                  <a:pt x="1436195" y="137344"/>
                </a:lnTo>
                <a:lnTo>
                  <a:pt x="1435863" y="137208"/>
                </a:lnTo>
                <a:lnTo>
                  <a:pt x="1435538" y="137066"/>
                </a:lnTo>
                <a:lnTo>
                  <a:pt x="1435298" y="136952"/>
                </a:lnTo>
                <a:lnTo>
                  <a:pt x="1435064" y="136834"/>
                </a:lnTo>
                <a:lnTo>
                  <a:pt x="1434835" y="136712"/>
                </a:lnTo>
                <a:lnTo>
                  <a:pt x="1434612" y="136587"/>
                </a:lnTo>
                <a:lnTo>
                  <a:pt x="1434394" y="136457"/>
                </a:lnTo>
                <a:lnTo>
                  <a:pt x="1434182" y="136324"/>
                </a:lnTo>
                <a:lnTo>
                  <a:pt x="1433975" y="136187"/>
                </a:lnTo>
                <a:lnTo>
                  <a:pt x="1433774" y="136046"/>
                </a:lnTo>
                <a:lnTo>
                  <a:pt x="1433578" y="135901"/>
                </a:lnTo>
                <a:lnTo>
                  <a:pt x="1433387" y="135752"/>
                </a:lnTo>
                <a:lnTo>
                  <a:pt x="1433202" y="135600"/>
                </a:lnTo>
                <a:lnTo>
                  <a:pt x="1433023" y="135444"/>
                </a:lnTo>
                <a:lnTo>
                  <a:pt x="1432848" y="135284"/>
                </a:lnTo>
                <a:lnTo>
                  <a:pt x="1432680" y="135120"/>
                </a:lnTo>
                <a:lnTo>
                  <a:pt x="1432517" y="134952"/>
                </a:lnTo>
                <a:lnTo>
                  <a:pt x="1432359" y="134780"/>
                </a:lnTo>
                <a:lnTo>
                  <a:pt x="1432207" y="134605"/>
                </a:lnTo>
                <a:lnTo>
                  <a:pt x="1432060" y="134425"/>
                </a:lnTo>
                <a:lnTo>
                  <a:pt x="1431918" y="134242"/>
                </a:lnTo>
                <a:lnTo>
                  <a:pt x="1431782" y="134055"/>
                </a:lnTo>
                <a:lnTo>
                  <a:pt x="1431652" y="133864"/>
                </a:lnTo>
                <a:lnTo>
                  <a:pt x="1431527" y="133670"/>
                </a:lnTo>
                <a:lnTo>
                  <a:pt x="1431407" y="133471"/>
                </a:lnTo>
                <a:lnTo>
                  <a:pt x="1431293" y="133269"/>
                </a:lnTo>
                <a:lnTo>
                  <a:pt x="1431185" y="133060"/>
                </a:lnTo>
                <a:lnTo>
                  <a:pt x="1431081" y="132843"/>
                </a:lnTo>
                <a:lnTo>
                  <a:pt x="1430983" y="132618"/>
                </a:lnTo>
                <a:lnTo>
                  <a:pt x="1430889" y="132384"/>
                </a:lnTo>
                <a:lnTo>
                  <a:pt x="1430801" y="132141"/>
                </a:lnTo>
                <a:lnTo>
                  <a:pt x="1430719" y="131890"/>
                </a:lnTo>
                <a:lnTo>
                  <a:pt x="1430641" y="131630"/>
                </a:lnTo>
                <a:lnTo>
                  <a:pt x="1430569" y="131362"/>
                </a:lnTo>
                <a:lnTo>
                  <a:pt x="1430501" y="131086"/>
                </a:lnTo>
                <a:lnTo>
                  <a:pt x="1430439" y="130800"/>
                </a:lnTo>
                <a:lnTo>
                  <a:pt x="1430382" y="130507"/>
                </a:lnTo>
                <a:lnTo>
                  <a:pt x="1430331" y="130205"/>
                </a:lnTo>
                <a:lnTo>
                  <a:pt x="1430284" y="129894"/>
                </a:lnTo>
                <a:lnTo>
                  <a:pt x="1430243" y="129575"/>
                </a:lnTo>
                <a:lnTo>
                  <a:pt x="1430207" y="129247"/>
                </a:lnTo>
                <a:lnTo>
                  <a:pt x="1430176" y="128911"/>
                </a:lnTo>
                <a:lnTo>
                  <a:pt x="1430150" y="128566"/>
                </a:lnTo>
                <a:lnTo>
                  <a:pt x="1430129" y="128213"/>
                </a:lnTo>
                <a:lnTo>
                  <a:pt x="1430114" y="127851"/>
                </a:lnTo>
                <a:lnTo>
                  <a:pt x="1430104" y="127481"/>
                </a:lnTo>
                <a:lnTo>
                  <a:pt x="1430098" y="127102"/>
                </a:lnTo>
                <a:lnTo>
                  <a:pt x="1430099" y="126715"/>
                </a:lnTo>
                <a:lnTo>
                  <a:pt x="1430104" y="126319"/>
                </a:lnTo>
                <a:lnTo>
                  <a:pt x="1430114" y="125915"/>
                </a:lnTo>
                <a:lnTo>
                  <a:pt x="1415731" y="124657"/>
                </a:lnTo>
                <a:lnTo>
                  <a:pt x="1415699" y="124847"/>
                </a:lnTo>
                <a:lnTo>
                  <a:pt x="1415668" y="125036"/>
                </a:lnTo>
                <a:lnTo>
                  <a:pt x="1415639" y="125224"/>
                </a:lnTo>
                <a:lnTo>
                  <a:pt x="1415611" y="125411"/>
                </a:lnTo>
                <a:lnTo>
                  <a:pt x="1415584" y="125596"/>
                </a:lnTo>
                <a:close/>
                <a:moveTo>
                  <a:pt x="1433588" y="78300"/>
                </a:moveTo>
                <a:lnTo>
                  <a:pt x="1433629" y="77886"/>
                </a:lnTo>
                <a:lnTo>
                  <a:pt x="1433678" y="77459"/>
                </a:lnTo>
                <a:lnTo>
                  <a:pt x="1433734" y="77018"/>
                </a:lnTo>
                <a:lnTo>
                  <a:pt x="1433798" y="76564"/>
                </a:lnTo>
                <a:lnTo>
                  <a:pt x="1433869" y="76096"/>
                </a:lnTo>
                <a:lnTo>
                  <a:pt x="1433948" y="75615"/>
                </a:lnTo>
                <a:lnTo>
                  <a:pt x="1434035" y="75121"/>
                </a:lnTo>
                <a:lnTo>
                  <a:pt x="1434128" y="74613"/>
                </a:lnTo>
                <a:lnTo>
                  <a:pt x="1434230" y="74092"/>
                </a:lnTo>
                <a:lnTo>
                  <a:pt x="1434338" y="73557"/>
                </a:lnTo>
                <a:lnTo>
                  <a:pt x="1434455" y="73009"/>
                </a:lnTo>
                <a:lnTo>
                  <a:pt x="1434579" y="72448"/>
                </a:lnTo>
                <a:lnTo>
                  <a:pt x="1434710" y="71873"/>
                </a:lnTo>
                <a:lnTo>
                  <a:pt x="1434849" y="71285"/>
                </a:lnTo>
                <a:lnTo>
                  <a:pt x="1434995" y="70684"/>
                </a:lnTo>
                <a:lnTo>
                  <a:pt x="1435149" y="70069"/>
                </a:lnTo>
                <a:lnTo>
                  <a:pt x="1435310" y="69441"/>
                </a:lnTo>
                <a:lnTo>
                  <a:pt x="1435479" y="68800"/>
                </a:lnTo>
                <a:lnTo>
                  <a:pt x="1435656" y="68145"/>
                </a:lnTo>
                <a:lnTo>
                  <a:pt x="1435839" y="67487"/>
                </a:lnTo>
                <a:lnTo>
                  <a:pt x="1436030" y="66837"/>
                </a:lnTo>
                <a:lnTo>
                  <a:pt x="1436228" y="66195"/>
                </a:lnTo>
                <a:lnTo>
                  <a:pt x="1436433" y="65561"/>
                </a:lnTo>
                <a:lnTo>
                  <a:pt x="1436645" y="64934"/>
                </a:lnTo>
                <a:lnTo>
                  <a:pt x="1436864" y="64316"/>
                </a:lnTo>
                <a:lnTo>
                  <a:pt x="1437090" y="63705"/>
                </a:lnTo>
                <a:lnTo>
                  <a:pt x="1437324" y="63102"/>
                </a:lnTo>
                <a:lnTo>
                  <a:pt x="1437564" y="62506"/>
                </a:lnTo>
                <a:lnTo>
                  <a:pt x="1437812" y="61918"/>
                </a:lnTo>
                <a:lnTo>
                  <a:pt x="1438066" y="61339"/>
                </a:lnTo>
                <a:lnTo>
                  <a:pt x="1438328" y="60767"/>
                </a:lnTo>
                <a:lnTo>
                  <a:pt x="1438597" y="60202"/>
                </a:lnTo>
                <a:lnTo>
                  <a:pt x="1438873" y="59646"/>
                </a:lnTo>
                <a:lnTo>
                  <a:pt x="1439156" y="59097"/>
                </a:lnTo>
                <a:lnTo>
                  <a:pt x="1439446" y="58556"/>
                </a:lnTo>
                <a:lnTo>
                  <a:pt x="1439743" y="58023"/>
                </a:lnTo>
                <a:lnTo>
                  <a:pt x="1440047" y="57497"/>
                </a:lnTo>
                <a:lnTo>
                  <a:pt x="1440359" y="56980"/>
                </a:lnTo>
                <a:lnTo>
                  <a:pt x="1440677" y="56470"/>
                </a:lnTo>
                <a:lnTo>
                  <a:pt x="1441003" y="55968"/>
                </a:lnTo>
                <a:lnTo>
                  <a:pt x="1441335" y="55473"/>
                </a:lnTo>
                <a:lnTo>
                  <a:pt x="1441675" y="54987"/>
                </a:lnTo>
                <a:lnTo>
                  <a:pt x="1442022" y="54508"/>
                </a:lnTo>
                <a:lnTo>
                  <a:pt x="1442374" y="54038"/>
                </a:lnTo>
                <a:lnTo>
                  <a:pt x="1442728" y="53579"/>
                </a:lnTo>
                <a:lnTo>
                  <a:pt x="1443084" y="53129"/>
                </a:lnTo>
                <a:lnTo>
                  <a:pt x="1443442" y="52689"/>
                </a:lnTo>
                <a:lnTo>
                  <a:pt x="1443803" y="52260"/>
                </a:lnTo>
                <a:lnTo>
                  <a:pt x="1444166" y="51841"/>
                </a:lnTo>
                <a:lnTo>
                  <a:pt x="1444532" y="51431"/>
                </a:lnTo>
                <a:lnTo>
                  <a:pt x="1444900" y="51032"/>
                </a:lnTo>
                <a:lnTo>
                  <a:pt x="1445270" y="50643"/>
                </a:lnTo>
                <a:lnTo>
                  <a:pt x="1445642" y="50264"/>
                </a:lnTo>
                <a:lnTo>
                  <a:pt x="1446017" y="49895"/>
                </a:lnTo>
                <a:lnTo>
                  <a:pt x="1446394" y="49537"/>
                </a:lnTo>
                <a:lnTo>
                  <a:pt x="1446774" y="49188"/>
                </a:lnTo>
                <a:lnTo>
                  <a:pt x="1447155" y="48850"/>
                </a:lnTo>
                <a:lnTo>
                  <a:pt x="1447539" y="48521"/>
                </a:lnTo>
                <a:lnTo>
                  <a:pt x="1447926" y="48203"/>
                </a:lnTo>
                <a:lnTo>
                  <a:pt x="1448314" y="47894"/>
                </a:lnTo>
                <a:lnTo>
                  <a:pt x="1448705" y="47596"/>
                </a:lnTo>
                <a:lnTo>
                  <a:pt x="1449099" y="47308"/>
                </a:lnTo>
                <a:lnTo>
                  <a:pt x="1449494" y="47030"/>
                </a:lnTo>
                <a:lnTo>
                  <a:pt x="1449892" y="46762"/>
                </a:lnTo>
                <a:lnTo>
                  <a:pt x="1450293" y="46505"/>
                </a:lnTo>
                <a:lnTo>
                  <a:pt x="1450695" y="46257"/>
                </a:lnTo>
                <a:lnTo>
                  <a:pt x="1451100" y="46019"/>
                </a:lnTo>
                <a:lnTo>
                  <a:pt x="1451507" y="45792"/>
                </a:lnTo>
                <a:lnTo>
                  <a:pt x="1451915" y="45574"/>
                </a:lnTo>
                <a:lnTo>
                  <a:pt x="1452323" y="45365"/>
                </a:lnTo>
                <a:lnTo>
                  <a:pt x="1452733" y="45167"/>
                </a:lnTo>
                <a:lnTo>
                  <a:pt x="1453144" y="44978"/>
                </a:lnTo>
                <a:lnTo>
                  <a:pt x="1453556" y="44799"/>
                </a:lnTo>
                <a:lnTo>
                  <a:pt x="1453970" y="44629"/>
                </a:lnTo>
                <a:lnTo>
                  <a:pt x="1454384" y="44469"/>
                </a:lnTo>
                <a:lnTo>
                  <a:pt x="1454799" y="44319"/>
                </a:lnTo>
                <a:lnTo>
                  <a:pt x="1455216" y="44179"/>
                </a:lnTo>
                <a:lnTo>
                  <a:pt x="1455633" y="44048"/>
                </a:lnTo>
                <a:lnTo>
                  <a:pt x="1456052" y="43927"/>
                </a:lnTo>
                <a:lnTo>
                  <a:pt x="1456472" y="43815"/>
                </a:lnTo>
                <a:lnTo>
                  <a:pt x="1456893" y="43714"/>
                </a:lnTo>
                <a:lnTo>
                  <a:pt x="1457314" y="43622"/>
                </a:lnTo>
                <a:lnTo>
                  <a:pt x="1457737" y="43539"/>
                </a:lnTo>
                <a:lnTo>
                  <a:pt x="1458162" y="43467"/>
                </a:lnTo>
                <a:lnTo>
                  <a:pt x="1458587" y="43404"/>
                </a:lnTo>
                <a:lnTo>
                  <a:pt x="1459013" y="43350"/>
                </a:lnTo>
                <a:lnTo>
                  <a:pt x="1459440" y="43307"/>
                </a:lnTo>
                <a:lnTo>
                  <a:pt x="1459869" y="43273"/>
                </a:lnTo>
                <a:lnTo>
                  <a:pt x="1460298" y="43249"/>
                </a:lnTo>
                <a:lnTo>
                  <a:pt x="1460729" y="43234"/>
                </a:lnTo>
                <a:lnTo>
                  <a:pt x="1461161" y="43229"/>
                </a:lnTo>
                <a:lnTo>
                  <a:pt x="1461857" y="43240"/>
                </a:lnTo>
                <a:lnTo>
                  <a:pt x="1462544" y="43272"/>
                </a:lnTo>
                <a:lnTo>
                  <a:pt x="1463221" y="43324"/>
                </a:lnTo>
                <a:lnTo>
                  <a:pt x="1463889" y="43398"/>
                </a:lnTo>
                <a:lnTo>
                  <a:pt x="1464547" y="43494"/>
                </a:lnTo>
                <a:lnTo>
                  <a:pt x="1465196" y="43610"/>
                </a:lnTo>
                <a:lnTo>
                  <a:pt x="1465836" y="43748"/>
                </a:lnTo>
                <a:lnTo>
                  <a:pt x="1466466" y="43906"/>
                </a:lnTo>
                <a:lnTo>
                  <a:pt x="1467087" y="44086"/>
                </a:lnTo>
                <a:lnTo>
                  <a:pt x="1467698" y="44287"/>
                </a:lnTo>
                <a:lnTo>
                  <a:pt x="1468300" y="44509"/>
                </a:lnTo>
                <a:lnTo>
                  <a:pt x="1468893" y="44753"/>
                </a:lnTo>
                <a:lnTo>
                  <a:pt x="1469476" y="45017"/>
                </a:lnTo>
                <a:lnTo>
                  <a:pt x="1470050" y="45303"/>
                </a:lnTo>
                <a:lnTo>
                  <a:pt x="1470614" y="45610"/>
                </a:lnTo>
                <a:lnTo>
                  <a:pt x="1471169" y="45938"/>
                </a:lnTo>
                <a:lnTo>
                  <a:pt x="1471715" y="46287"/>
                </a:lnTo>
                <a:lnTo>
                  <a:pt x="1472251" y="46657"/>
                </a:lnTo>
                <a:lnTo>
                  <a:pt x="1472777" y="47048"/>
                </a:lnTo>
                <a:lnTo>
                  <a:pt x="1473295" y="47461"/>
                </a:lnTo>
                <a:lnTo>
                  <a:pt x="1473802" y="47895"/>
                </a:lnTo>
                <a:lnTo>
                  <a:pt x="1474301" y="48350"/>
                </a:lnTo>
                <a:lnTo>
                  <a:pt x="1474790" y="48826"/>
                </a:lnTo>
                <a:lnTo>
                  <a:pt x="1475269" y="49323"/>
                </a:lnTo>
                <a:lnTo>
                  <a:pt x="1475734" y="49838"/>
                </a:lnTo>
                <a:lnTo>
                  <a:pt x="1476179" y="50368"/>
                </a:lnTo>
                <a:lnTo>
                  <a:pt x="1476605" y="50912"/>
                </a:lnTo>
                <a:lnTo>
                  <a:pt x="1477010" y="51471"/>
                </a:lnTo>
                <a:lnTo>
                  <a:pt x="1477396" y="52045"/>
                </a:lnTo>
                <a:lnTo>
                  <a:pt x="1477762" y="52633"/>
                </a:lnTo>
                <a:lnTo>
                  <a:pt x="1478109" y="53236"/>
                </a:lnTo>
                <a:lnTo>
                  <a:pt x="1478435" y="53853"/>
                </a:lnTo>
                <a:lnTo>
                  <a:pt x="1478742" y="54485"/>
                </a:lnTo>
                <a:lnTo>
                  <a:pt x="1479029" y="55131"/>
                </a:lnTo>
                <a:lnTo>
                  <a:pt x="1479296" y="55792"/>
                </a:lnTo>
                <a:lnTo>
                  <a:pt x="1479543" y="56468"/>
                </a:lnTo>
                <a:lnTo>
                  <a:pt x="1479771" y="57158"/>
                </a:lnTo>
                <a:lnTo>
                  <a:pt x="1479978" y="57863"/>
                </a:lnTo>
                <a:lnTo>
                  <a:pt x="1480166" y="58583"/>
                </a:lnTo>
                <a:lnTo>
                  <a:pt x="1480335" y="59317"/>
                </a:lnTo>
                <a:lnTo>
                  <a:pt x="1480483" y="60066"/>
                </a:lnTo>
                <a:lnTo>
                  <a:pt x="1480612" y="60829"/>
                </a:lnTo>
                <a:lnTo>
                  <a:pt x="1480720" y="61607"/>
                </a:lnTo>
                <a:lnTo>
                  <a:pt x="1480809" y="62400"/>
                </a:lnTo>
                <a:lnTo>
                  <a:pt x="1480879" y="63207"/>
                </a:lnTo>
                <a:lnTo>
                  <a:pt x="1480928" y="64028"/>
                </a:lnTo>
                <a:lnTo>
                  <a:pt x="1480958" y="64865"/>
                </a:lnTo>
                <a:lnTo>
                  <a:pt x="1480968" y="65716"/>
                </a:lnTo>
                <a:lnTo>
                  <a:pt x="1480960" y="66497"/>
                </a:lnTo>
                <a:lnTo>
                  <a:pt x="1480938" y="67281"/>
                </a:lnTo>
                <a:lnTo>
                  <a:pt x="1480901" y="68068"/>
                </a:lnTo>
                <a:lnTo>
                  <a:pt x="1480849" y="68859"/>
                </a:lnTo>
                <a:lnTo>
                  <a:pt x="1480782" y="69653"/>
                </a:lnTo>
                <a:lnTo>
                  <a:pt x="1480700" y="70450"/>
                </a:lnTo>
                <a:lnTo>
                  <a:pt x="1480603" y="71251"/>
                </a:lnTo>
                <a:lnTo>
                  <a:pt x="1480492" y="72055"/>
                </a:lnTo>
                <a:lnTo>
                  <a:pt x="1480365" y="72862"/>
                </a:lnTo>
                <a:lnTo>
                  <a:pt x="1480224" y="73672"/>
                </a:lnTo>
                <a:lnTo>
                  <a:pt x="1480068" y="74486"/>
                </a:lnTo>
                <a:lnTo>
                  <a:pt x="1479897" y="75303"/>
                </a:lnTo>
                <a:lnTo>
                  <a:pt x="1479711" y="76123"/>
                </a:lnTo>
                <a:lnTo>
                  <a:pt x="1479510" y="76947"/>
                </a:lnTo>
                <a:lnTo>
                  <a:pt x="1479294" y="77774"/>
                </a:lnTo>
                <a:lnTo>
                  <a:pt x="1479064" y="78604"/>
                </a:lnTo>
                <a:lnTo>
                  <a:pt x="1478818" y="79437"/>
                </a:lnTo>
                <a:lnTo>
                  <a:pt x="1478558" y="80274"/>
                </a:lnTo>
                <a:lnTo>
                  <a:pt x="1478283" y="81114"/>
                </a:lnTo>
                <a:lnTo>
                  <a:pt x="1477993" y="81957"/>
                </a:lnTo>
                <a:lnTo>
                  <a:pt x="1477688" y="82804"/>
                </a:lnTo>
                <a:lnTo>
                  <a:pt x="1477368" y="83653"/>
                </a:lnTo>
                <a:lnTo>
                  <a:pt x="1477034" y="84507"/>
                </a:lnTo>
                <a:lnTo>
                  <a:pt x="1476684" y="85363"/>
                </a:lnTo>
                <a:lnTo>
                  <a:pt x="1476323" y="86211"/>
                </a:lnTo>
                <a:lnTo>
                  <a:pt x="1475952" y="87041"/>
                </a:lnTo>
                <a:lnTo>
                  <a:pt x="1475572" y="87852"/>
                </a:lnTo>
                <a:lnTo>
                  <a:pt x="1475183" y="88645"/>
                </a:lnTo>
                <a:lnTo>
                  <a:pt x="1474785" y="89419"/>
                </a:lnTo>
                <a:lnTo>
                  <a:pt x="1474378" y="90174"/>
                </a:lnTo>
                <a:lnTo>
                  <a:pt x="1473961" y="90910"/>
                </a:lnTo>
                <a:lnTo>
                  <a:pt x="1473536" y="91628"/>
                </a:lnTo>
                <a:lnTo>
                  <a:pt x="1473101" y="92327"/>
                </a:lnTo>
                <a:lnTo>
                  <a:pt x="1472657" y="93007"/>
                </a:lnTo>
                <a:lnTo>
                  <a:pt x="1472204" y="93669"/>
                </a:lnTo>
                <a:lnTo>
                  <a:pt x="1471742" y="94312"/>
                </a:lnTo>
                <a:lnTo>
                  <a:pt x="1471271" y="94936"/>
                </a:lnTo>
                <a:lnTo>
                  <a:pt x="1470791" y="95541"/>
                </a:lnTo>
                <a:lnTo>
                  <a:pt x="1470301" y="96128"/>
                </a:lnTo>
                <a:lnTo>
                  <a:pt x="1469802" y="96696"/>
                </a:lnTo>
                <a:lnTo>
                  <a:pt x="1469295" y="97246"/>
                </a:lnTo>
                <a:lnTo>
                  <a:pt x="1468778" y="97777"/>
                </a:lnTo>
                <a:lnTo>
                  <a:pt x="1468251" y="98289"/>
                </a:lnTo>
                <a:lnTo>
                  <a:pt x="1467716" y="98782"/>
                </a:lnTo>
                <a:lnTo>
                  <a:pt x="1467172" y="99257"/>
                </a:lnTo>
                <a:lnTo>
                  <a:pt x="1466618" y="99713"/>
                </a:lnTo>
                <a:lnTo>
                  <a:pt x="1466056" y="100151"/>
                </a:lnTo>
                <a:lnTo>
                  <a:pt x="1465484" y="100569"/>
                </a:lnTo>
                <a:lnTo>
                  <a:pt x="1464907" y="100970"/>
                </a:lnTo>
                <a:lnTo>
                  <a:pt x="1464330" y="101354"/>
                </a:lnTo>
                <a:lnTo>
                  <a:pt x="1463753" y="101720"/>
                </a:lnTo>
                <a:lnTo>
                  <a:pt x="1463176" y="102070"/>
                </a:lnTo>
                <a:lnTo>
                  <a:pt x="1462598" y="102402"/>
                </a:lnTo>
                <a:lnTo>
                  <a:pt x="1462021" y="102717"/>
                </a:lnTo>
                <a:lnTo>
                  <a:pt x="1461442" y="103016"/>
                </a:lnTo>
                <a:lnTo>
                  <a:pt x="1460864" y="103297"/>
                </a:lnTo>
                <a:lnTo>
                  <a:pt x="1460285" y="103561"/>
                </a:lnTo>
                <a:lnTo>
                  <a:pt x="1459706" y="103809"/>
                </a:lnTo>
                <a:lnTo>
                  <a:pt x="1459127" y="104039"/>
                </a:lnTo>
                <a:lnTo>
                  <a:pt x="1458547" y="104252"/>
                </a:lnTo>
                <a:lnTo>
                  <a:pt x="1457968" y="104448"/>
                </a:lnTo>
                <a:lnTo>
                  <a:pt x="1457388" y="104627"/>
                </a:lnTo>
                <a:lnTo>
                  <a:pt x="1456807" y="104789"/>
                </a:lnTo>
                <a:lnTo>
                  <a:pt x="1456227" y="104934"/>
                </a:lnTo>
                <a:lnTo>
                  <a:pt x="1455646" y="105062"/>
                </a:lnTo>
                <a:lnTo>
                  <a:pt x="1455065" y="105172"/>
                </a:lnTo>
                <a:lnTo>
                  <a:pt x="1454483" y="105266"/>
                </a:lnTo>
                <a:lnTo>
                  <a:pt x="1453901" y="105343"/>
                </a:lnTo>
                <a:lnTo>
                  <a:pt x="1453319" y="105403"/>
                </a:lnTo>
                <a:lnTo>
                  <a:pt x="1452737" y="105445"/>
                </a:lnTo>
                <a:lnTo>
                  <a:pt x="1452155" y="105471"/>
                </a:lnTo>
                <a:lnTo>
                  <a:pt x="1451572" y="105479"/>
                </a:lnTo>
                <a:lnTo>
                  <a:pt x="1451128" y="105474"/>
                </a:lnTo>
                <a:lnTo>
                  <a:pt x="1450688" y="105457"/>
                </a:lnTo>
                <a:lnTo>
                  <a:pt x="1450251" y="105430"/>
                </a:lnTo>
                <a:lnTo>
                  <a:pt x="1449818" y="105391"/>
                </a:lnTo>
                <a:lnTo>
                  <a:pt x="1449388" y="105341"/>
                </a:lnTo>
                <a:lnTo>
                  <a:pt x="1448961" y="105280"/>
                </a:lnTo>
                <a:lnTo>
                  <a:pt x="1448538" y="105208"/>
                </a:lnTo>
                <a:lnTo>
                  <a:pt x="1448118" y="105126"/>
                </a:lnTo>
                <a:lnTo>
                  <a:pt x="1447701" y="105032"/>
                </a:lnTo>
                <a:lnTo>
                  <a:pt x="1447288" y="104927"/>
                </a:lnTo>
                <a:lnTo>
                  <a:pt x="1446879" y="104811"/>
                </a:lnTo>
                <a:lnTo>
                  <a:pt x="1446473" y="104683"/>
                </a:lnTo>
                <a:lnTo>
                  <a:pt x="1446070" y="104545"/>
                </a:lnTo>
                <a:lnTo>
                  <a:pt x="1445671" y="104396"/>
                </a:lnTo>
                <a:lnTo>
                  <a:pt x="1445275" y="104236"/>
                </a:lnTo>
                <a:lnTo>
                  <a:pt x="1444882" y="104064"/>
                </a:lnTo>
                <a:lnTo>
                  <a:pt x="1444493" y="103882"/>
                </a:lnTo>
                <a:lnTo>
                  <a:pt x="1444107" y="103689"/>
                </a:lnTo>
                <a:lnTo>
                  <a:pt x="1443725" y="103484"/>
                </a:lnTo>
                <a:lnTo>
                  <a:pt x="1443346" y="103269"/>
                </a:lnTo>
                <a:lnTo>
                  <a:pt x="1442971" y="103042"/>
                </a:lnTo>
                <a:lnTo>
                  <a:pt x="1442599" y="102804"/>
                </a:lnTo>
                <a:lnTo>
                  <a:pt x="1442230" y="102556"/>
                </a:lnTo>
                <a:lnTo>
                  <a:pt x="1441865" y="102296"/>
                </a:lnTo>
                <a:lnTo>
                  <a:pt x="1441505" y="102026"/>
                </a:lnTo>
                <a:lnTo>
                  <a:pt x="1441152" y="101746"/>
                </a:lnTo>
                <a:lnTo>
                  <a:pt x="1440806" y="101455"/>
                </a:lnTo>
                <a:lnTo>
                  <a:pt x="1440467" y="101155"/>
                </a:lnTo>
                <a:lnTo>
                  <a:pt x="1440134" y="100845"/>
                </a:lnTo>
                <a:lnTo>
                  <a:pt x="1439809" y="100525"/>
                </a:lnTo>
                <a:lnTo>
                  <a:pt x="1439491" y="100195"/>
                </a:lnTo>
                <a:lnTo>
                  <a:pt x="1439179" y="99855"/>
                </a:lnTo>
                <a:lnTo>
                  <a:pt x="1438875" y="99505"/>
                </a:lnTo>
                <a:lnTo>
                  <a:pt x="1438578" y="99145"/>
                </a:lnTo>
                <a:lnTo>
                  <a:pt x="1438287" y="98775"/>
                </a:lnTo>
                <a:lnTo>
                  <a:pt x="1438004" y="98396"/>
                </a:lnTo>
                <a:lnTo>
                  <a:pt x="1437727" y="98006"/>
                </a:lnTo>
                <a:lnTo>
                  <a:pt x="1437458" y="97606"/>
                </a:lnTo>
                <a:lnTo>
                  <a:pt x="1437195" y="97196"/>
                </a:lnTo>
                <a:lnTo>
                  <a:pt x="1436939" y="96777"/>
                </a:lnTo>
                <a:lnTo>
                  <a:pt x="1436691" y="96347"/>
                </a:lnTo>
                <a:lnTo>
                  <a:pt x="1436449" y="95907"/>
                </a:lnTo>
                <a:lnTo>
                  <a:pt x="1436214" y="95458"/>
                </a:lnTo>
                <a:lnTo>
                  <a:pt x="1435986" y="94998"/>
                </a:lnTo>
                <a:lnTo>
                  <a:pt x="1435766" y="94529"/>
                </a:lnTo>
                <a:lnTo>
                  <a:pt x="1435552" y="94049"/>
                </a:lnTo>
                <a:lnTo>
                  <a:pt x="1435345" y="93560"/>
                </a:lnTo>
                <a:lnTo>
                  <a:pt x="1435145" y="93061"/>
                </a:lnTo>
                <a:lnTo>
                  <a:pt x="1435010" y="92693"/>
                </a:lnTo>
                <a:lnTo>
                  <a:pt x="1434881" y="92311"/>
                </a:lnTo>
                <a:lnTo>
                  <a:pt x="1434758" y="91914"/>
                </a:lnTo>
                <a:lnTo>
                  <a:pt x="1434640" y="91502"/>
                </a:lnTo>
                <a:lnTo>
                  <a:pt x="1434529" y="91075"/>
                </a:lnTo>
                <a:lnTo>
                  <a:pt x="1434423" y="90634"/>
                </a:lnTo>
                <a:lnTo>
                  <a:pt x="1434322" y="90178"/>
                </a:lnTo>
                <a:lnTo>
                  <a:pt x="1434228" y="89707"/>
                </a:lnTo>
                <a:lnTo>
                  <a:pt x="1434139" y="89222"/>
                </a:lnTo>
                <a:lnTo>
                  <a:pt x="1434056" y="88721"/>
                </a:lnTo>
                <a:lnTo>
                  <a:pt x="1433978" y="88206"/>
                </a:lnTo>
                <a:lnTo>
                  <a:pt x="1433907" y="87677"/>
                </a:lnTo>
                <a:lnTo>
                  <a:pt x="1433841" y="87132"/>
                </a:lnTo>
                <a:lnTo>
                  <a:pt x="1433781" y="86573"/>
                </a:lnTo>
                <a:lnTo>
                  <a:pt x="1433726" y="85999"/>
                </a:lnTo>
                <a:lnTo>
                  <a:pt x="1433678" y="85410"/>
                </a:lnTo>
                <a:lnTo>
                  <a:pt x="1433635" y="84807"/>
                </a:lnTo>
                <a:lnTo>
                  <a:pt x="1433597" y="84189"/>
                </a:lnTo>
                <a:lnTo>
                  <a:pt x="1433566" y="83556"/>
                </a:lnTo>
                <a:lnTo>
                  <a:pt x="1433540" y="82908"/>
                </a:lnTo>
                <a:lnTo>
                  <a:pt x="1433520" y="82246"/>
                </a:lnTo>
                <a:lnTo>
                  <a:pt x="1433506" y="81569"/>
                </a:lnTo>
                <a:lnTo>
                  <a:pt x="1433497" y="80877"/>
                </a:lnTo>
                <a:lnTo>
                  <a:pt x="1433494" y="80171"/>
                </a:lnTo>
                <a:lnTo>
                  <a:pt x="1433498" y="79823"/>
                </a:lnTo>
                <a:lnTo>
                  <a:pt x="1433509" y="79463"/>
                </a:lnTo>
                <a:lnTo>
                  <a:pt x="1433528" y="79089"/>
                </a:lnTo>
                <a:lnTo>
                  <a:pt x="1433554" y="78701"/>
                </a:lnTo>
                <a:lnTo>
                  <a:pt x="1433588" y="78300"/>
                </a:lnTo>
                <a:close/>
                <a:moveTo>
                  <a:pt x="965973" y="150013"/>
                </a:moveTo>
                <a:lnTo>
                  <a:pt x="966371" y="150121"/>
                </a:lnTo>
                <a:lnTo>
                  <a:pt x="966769" y="150223"/>
                </a:lnTo>
                <a:lnTo>
                  <a:pt x="967168" y="150320"/>
                </a:lnTo>
                <a:lnTo>
                  <a:pt x="967568" y="150410"/>
                </a:lnTo>
                <a:lnTo>
                  <a:pt x="967969" y="150495"/>
                </a:lnTo>
                <a:lnTo>
                  <a:pt x="968370" y="150573"/>
                </a:lnTo>
                <a:lnTo>
                  <a:pt x="968773" y="150646"/>
                </a:lnTo>
                <a:lnTo>
                  <a:pt x="969176" y="150713"/>
                </a:lnTo>
                <a:lnTo>
                  <a:pt x="969580" y="150775"/>
                </a:lnTo>
                <a:lnTo>
                  <a:pt x="969985" y="150830"/>
                </a:lnTo>
                <a:lnTo>
                  <a:pt x="970391" y="150880"/>
                </a:lnTo>
                <a:lnTo>
                  <a:pt x="970797" y="150923"/>
                </a:lnTo>
                <a:lnTo>
                  <a:pt x="971204" y="150961"/>
                </a:lnTo>
                <a:lnTo>
                  <a:pt x="971613" y="150994"/>
                </a:lnTo>
                <a:lnTo>
                  <a:pt x="972022" y="151020"/>
                </a:lnTo>
                <a:lnTo>
                  <a:pt x="972431" y="151040"/>
                </a:lnTo>
                <a:lnTo>
                  <a:pt x="972842" y="151055"/>
                </a:lnTo>
                <a:lnTo>
                  <a:pt x="973253" y="151064"/>
                </a:lnTo>
                <a:lnTo>
                  <a:pt x="973666" y="151066"/>
                </a:lnTo>
                <a:lnTo>
                  <a:pt x="974311" y="151059"/>
                </a:lnTo>
                <a:lnTo>
                  <a:pt x="974950" y="151035"/>
                </a:lnTo>
                <a:lnTo>
                  <a:pt x="975583" y="150996"/>
                </a:lnTo>
                <a:lnTo>
                  <a:pt x="976209" y="150941"/>
                </a:lnTo>
                <a:lnTo>
                  <a:pt x="976829" y="150871"/>
                </a:lnTo>
                <a:lnTo>
                  <a:pt x="977443" y="150785"/>
                </a:lnTo>
                <a:lnTo>
                  <a:pt x="978051" y="150683"/>
                </a:lnTo>
                <a:lnTo>
                  <a:pt x="978652" y="150565"/>
                </a:lnTo>
                <a:lnTo>
                  <a:pt x="979247" y="150432"/>
                </a:lnTo>
                <a:lnTo>
                  <a:pt x="979836" y="150284"/>
                </a:lnTo>
                <a:lnTo>
                  <a:pt x="980419" y="150119"/>
                </a:lnTo>
                <a:lnTo>
                  <a:pt x="980995" y="149939"/>
                </a:lnTo>
                <a:lnTo>
                  <a:pt x="981565" y="149743"/>
                </a:lnTo>
                <a:lnTo>
                  <a:pt x="982129" y="149532"/>
                </a:lnTo>
                <a:lnTo>
                  <a:pt x="982686" y="149305"/>
                </a:lnTo>
                <a:lnTo>
                  <a:pt x="983237" y="149062"/>
                </a:lnTo>
                <a:lnTo>
                  <a:pt x="983782" y="148804"/>
                </a:lnTo>
                <a:lnTo>
                  <a:pt x="984321" y="148530"/>
                </a:lnTo>
                <a:lnTo>
                  <a:pt x="984853" y="148240"/>
                </a:lnTo>
                <a:lnTo>
                  <a:pt x="985379" y="147935"/>
                </a:lnTo>
                <a:lnTo>
                  <a:pt x="985899" y="147614"/>
                </a:lnTo>
                <a:lnTo>
                  <a:pt x="986412" y="147277"/>
                </a:lnTo>
                <a:lnTo>
                  <a:pt x="986919" y="146925"/>
                </a:lnTo>
                <a:lnTo>
                  <a:pt x="987420" y="146557"/>
                </a:lnTo>
                <a:lnTo>
                  <a:pt x="987921" y="146165"/>
                </a:lnTo>
                <a:lnTo>
                  <a:pt x="988428" y="145740"/>
                </a:lnTo>
                <a:lnTo>
                  <a:pt x="988941" y="145283"/>
                </a:lnTo>
                <a:lnTo>
                  <a:pt x="989460" y="144793"/>
                </a:lnTo>
                <a:lnTo>
                  <a:pt x="989984" y="144270"/>
                </a:lnTo>
                <a:lnTo>
                  <a:pt x="990515" y="143715"/>
                </a:lnTo>
                <a:lnTo>
                  <a:pt x="991052" y="143127"/>
                </a:lnTo>
                <a:lnTo>
                  <a:pt x="991595" y="142506"/>
                </a:lnTo>
                <a:lnTo>
                  <a:pt x="992144" y="141853"/>
                </a:lnTo>
                <a:lnTo>
                  <a:pt x="992698" y="141167"/>
                </a:lnTo>
                <a:lnTo>
                  <a:pt x="993259" y="140448"/>
                </a:lnTo>
                <a:lnTo>
                  <a:pt x="993826" y="139697"/>
                </a:lnTo>
                <a:lnTo>
                  <a:pt x="994399" y="138913"/>
                </a:lnTo>
                <a:lnTo>
                  <a:pt x="994978" y="138096"/>
                </a:lnTo>
                <a:lnTo>
                  <a:pt x="995563" y="137246"/>
                </a:lnTo>
                <a:lnTo>
                  <a:pt x="996154" y="136364"/>
                </a:lnTo>
                <a:lnTo>
                  <a:pt x="996750" y="135449"/>
                </a:lnTo>
                <a:lnTo>
                  <a:pt x="997353" y="134502"/>
                </a:lnTo>
                <a:lnTo>
                  <a:pt x="997962" y="133522"/>
                </a:lnTo>
                <a:lnTo>
                  <a:pt x="998577" y="132509"/>
                </a:lnTo>
                <a:lnTo>
                  <a:pt x="999198" y="131463"/>
                </a:lnTo>
                <a:lnTo>
                  <a:pt x="999825" y="130385"/>
                </a:lnTo>
                <a:lnTo>
                  <a:pt x="1000458" y="129274"/>
                </a:lnTo>
                <a:lnTo>
                  <a:pt x="1001097" y="128130"/>
                </a:lnTo>
                <a:lnTo>
                  <a:pt x="1054308" y="33640"/>
                </a:lnTo>
                <a:lnTo>
                  <a:pt x="1039453" y="33640"/>
                </a:lnTo>
                <a:lnTo>
                  <a:pt x="1002118" y="100906"/>
                </a:lnTo>
                <a:lnTo>
                  <a:pt x="1002006" y="99863"/>
                </a:lnTo>
                <a:lnTo>
                  <a:pt x="1001892" y="98821"/>
                </a:lnTo>
                <a:lnTo>
                  <a:pt x="1001776" y="97778"/>
                </a:lnTo>
                <a:lnTo>
                  <a:pt x="1001658" y="96736"/>
                </a:lnTo>
                <a:lnTo>
                  <a:pt x="1001538" y="95694"/>
                </a:lnTo>
                <a:lnTo>
                  <a:pt x="1001416" y="94651"/>
                </a:lnTo>
                <a:lnTo>
                  <a:pt x="1001292" y="93609"/>
                </a:lnTo>
                <a:lnTo>
                  <a:pt x="1001166" y="92566"/>
                </a:lnTo>
                <a:lnTo>
                  <a:pt x="1001039" y="91524"/>
                </a:lnTo>
                <a:lnTo>
                  <a:pt x="1000909" y="90481"/>
                </a:lnTo>
                <a:lnTo>
                  <a:pt x="1000778" y="89439"/>
                </a:lnTo>
                <a:lnTo>
                  <a:pt x="1000645" y="88396"/>
                </a:lnTo>
                <a:lnTo>
                  <a:pt x="1000509" y="87354"/>
                </a:lnTo>
                <a:lnTo>
                  <a:pt x="1000372" y="86311"/>
                </a:lnTo>
                <a:lnTo>
                  <a:pt x="1000233" y="85269"/>
                </a:lnTo>
                <a:lnTo>
                  <a:pt x="1000092" y="84227"/>
                </a:lnTo>
                <a:lnTo>
                  <a:pt x="999949" y="83184"/>
                </a:lnTo>
                <a:lnTo>
                  <a:pt x="999805" y="82142"/>
                </a:lnTo>
                <a:lnTo>
                  <a:pt x="999658" y="81099"/>
                </a:lnTo>
                <a:lnTo>
                  <a:pt x="999509" y="80057"/>
                </a:lnTo>
                <a:lnTo>
                  <a:pt x="999359" y="79014"/>
                </a:lnTo>
                <a:lnTo>
                  <a:pt x="999206" y="77972"/>
                </a:lnTo>
                <a:lnTo>
                  <a:pt x="999052" y="76929"/>
                </a:lnTo>
                <a:lnTo>
                  <a:pt x="998896" y="75887"/>
                </a:lnTo>
                <a:lnTo>
                  <a:pt x="992608" y="33640"/>
                </a:lnTo>
                <a:lnTo>
                  <a:pt x="978617" y="33640"/>
                </a:lnTo>
                <a:lnTo>
                  <a:pt x="992529" y="117387"/>
                </a:lnTo>
                <a:lnTo>
                  <a:pt x="987971" y="125505"/>
                </a:lnTo>
                <a:lnTo>
                  <a:pt x="987631" y="126086"/>
                </a:lnTo>
                <a:lnTo>
                  <a:pt x="987294" y="126651"/>
                </a:lnTo>
                <a:lnTo>
                  <a:pt x="986959" y="127201"/>
                </a:lnTo>
                <a:lnTo>
                  <a:pt x="986626" y="127735"/>
                </a:lnTo>
                <a:lnTo>
                  <a:pt x="986295" y="128254"/>
                </a:lnTo>
                <a:lnTo>
                  <a:pt x="985966" y="128757"/>
                </a:lnTo>
                <a:lnTo>
                  <a:pt x="985640" y="129244"/>
                </a:lnTo>
                <a:lnTo>
                  <a:pt x="985316" y="129715"/>
                </a:lnTo>
                <a:lnTo>
                  <a:pt x="984994" y="130171"/>
                </a:lnTo>
                <a:lnTo>
                  <a:pt x="984674" y="130612"/>
                </a:lnTo>
                <a:lnTo>
                  <a:pt x="984356" y="131037"/>
                </a:lnTo>
                <a:lnTo>
                  <a:pt x="984041" y="131446"/>
                </a:lnTo>
                <a:lnTo>
                  <a:pt x="983727" y="131839"/>
                </a:lnTo>
                <a:lnTo>
                  <a:pt x="983416" y="132217"/>
                </a:lnTo>
                <a:lnTo>
                  <a:pt x="983107" y="132579"/>
                </a:lnTo>
                <a:lnTo>
                  <a:pt x="982801" y="132926"/>
                </a:lnTo>
                <a:lnTo>
                  <a:pt x="982496" y="133257"/>
                </a:lnTo>
                <a:lnTo>
                  <a:pt x="982194" y="133572"/>
                </a:lnTo>
                <a:lnTo>
                  <a:pt x="981893" y="133872"/>
                </a:lnTo>
                <a:lnTo>
                  <a:pt x="981595" y="134156"/>
                </a:lnTo>
                <a:lnTo>
                  <a:pt x="981299" y="134424"/>
                </a:lnTo>
                <a:lnTo>
                  <a:pt x="981006" y="134677"/>
                </a:lnTo>
                <a:lnTo>
                  <a:pt x="980714" y="134914"/>
                </a:lnTo>
                <a:lnTo>
                  <a:pt x="980425" y="135135"/>
                </a:lnTo>
                <a:lnTo>
                  <a:pt x="980200" y="135294"/>
                </a:lnTo>
                <a:lnTo>
                  <a:pt x="979968" y="135445"/>
                </a:lnTo>
                <a:lnTo>
                  <a:pt x="979731" y="135590"/>
                </a:lnTo>
                <a:lnTo>
                  <a:pt x="979488" y="135728"/>
                </a:lnTo>
                <a:lnTo>
                  <a:pt x="979240" y="135860"/>
                </a:lnTo>
                <a:lnTo>
                  <a:pt x="978986" y="135984"/>
                </a:lnTo>
                <a:lnTo>
                  <a:pt x="978726" y="136102"/>
                </a:lnTo>
                <a:lnTo>
                  <a:pt x="978460" y="136213"/>
                </a:lnTo>
                <a:lnTo>
                  <a:pt x="978189" y="136318"/>
                </a:lnTo>
                <a:lnTo>
                  <a:pt x="977912" y="136416"/>
                </a:lnTo>
                <a:lnTo>
                  <a:pt x="977629" y="136507"/>
                </a:lnTo>
                <a:lnTo>
                  <a:pt x="977340" y="136591"/>
                </a:lnTo>
                <a:lnTo>
                  <a:pt x="977046" y="136668"/>
                </a:lnTo>
                <a:lnTo>
                  <a:pt x="976746" y="136739"/>
                </a:lnTo>
                <a:lnTo>
                  <a:pt x="976440" y="136803"/>
                </a:lnTo>
                <a:lnTo>
                  <a:pt x="976128" y="136860"/>
                </a:lnTo>
                <a:lnTo>
                  <a:pt x="975811" y="136911"/>
                </a:lnTo>
                <a:lnTo>
                  <a:pt x="975488" y="136955"/>
                </a:lnTo>
                <a:lnTo>
                  <a:pt x="975159" y="136992"/>
                </a:lnTo>
                <a:lnTo>
                  <a:pt x="974825" y="137022"/>
                </a:lnTo>
                <a:lnTo>
                  <a:pt x="974485" y="137046"/>
                </a:lnTo>
                <a:lnTo>
                  <a:pt x="974139" y="137062"/>
                </a:lnTo>
                <a:lnTo>
                  <a:pt x="973787" y="137073"/>
                </a:lnTo>
                <a:lnTo>
                  <a:pt x="973430" y="137076"/>
                </a:lnTo>
                <a:lnTo>
                  <a:pt x="973082" y="137074"/>
                </a:lnTo>
                <a:lnTo>
                  <a:pt x="972734" y="137067"/>
                </a:lnTo>
                <a:lnTo>
                  <a:pt x="972385" y="137056"/>
                </a:lnTo>
                <a:lnTo>
                  <a:pt x="972035" y="137041"/>
                </a:lnTo>
                <a:lnTo>
                  <a:pt x="971684" y="137022"/>
                </a:lnTo>
                <a:lnTo>
                  <a:pt x="971332" y="136998"/>
                </a:lnTo>
                <a:lnTo>
                  <a:pt x="970980" y="136970"/>
                </a:lnTo>
                <a:lnTo>
                  <a:pt x="970626" y="136938"/>
                </a:lnTo>
                <a:lnTo>
                  <a:pt x="970272" y="136901"/>
                </a:lnTo>
                <a:lnTo>
                  <a:pt x="969917" y="136860"/>
                </a:lnTo>
                <a:lnTo>
                  <a:pt x="969562" y="136815"/>
                </a:lnTo>
                <a:lnTo>
                  <a:pt x="969205" y="136765"/>
                </a:lnTo>
                <a:lnTo>
                  <a:pt x="968848" y="136711"/>
                </a:lnTo>
                <a:lnTo>
                  <a:pt x="968490" y="136653"/>
                </a:lnTo>
                <a:lnTo>
                  <a:pt x="968131" y="136590"/>
                </a:lnTo>
                <a:lnTo>
                  <a:pt x="967771" y="136524"/>
                </a:lnTo>
                <a:lnTo>
                  <a:pt x="967410" y="136452"/>
                </a:lnTo>
                <a:lnTo>
                  <a:pt x="967049" y="136377"/>
                </a:lnTo>
                <a:lnTo>
                  <a:pt x="966686" y="136297"/>
                </a:lnTo>
                <a:lnTo>
                  <a:pt x="966323" y="136213"/>
                </a:lnTo>
                <a:lnTo>
                  <a:pt x="965959" y="136124"/>
                </a:lnTo>
                <a:lnTo>
                  <a:pt x="965595" y="136032"/>
                </a:lnTo>
                <a:lnTo>
                  <a:pt x="965229" y="135934"/>
                </a:lnTo>
                <a:lnTo>
                  <a:pt x="964863" y="135833"/>
                </a:lnTo>
                <a:lnTo>
                  <a:pt x="963998" y="149386"/>
                </a:lnTo>
                <a:lnTo>
                  <a:pt x="964391" y="149523"/>
                </a:lnTo>
                <a:lnTo>
                  <a:pt x="964786" y="149655"/>
                </a:lnTo>
                <a:lnTo>
                  <a:pt x="965181" y="149780"/>
                </a:lnTo>
                <a:lnTo>
                  <a:pt x="965577" y="149900"/>
                </a:lnTo>
                <a:lnTo>
                  <a:pt x="965973" y="1500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77C4F-07EF-407C-B246-66D2EAE0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35" y="4008558"/>
            <a:ext cx="10" cy="268034"/>
          </a:xfrm>
          <a:custGeom xmlns:a="http://schemas.openxmlformats.org/drawingml/2006/main">
            <a:pathLst>
              <a:path w="1" h="268034" fill="none">
                <a:moveTo>
                  <a:pt x="0" y="0"/>
                </a:moveTo>
                <a:lnTo>
                  <a:pt x="0" y="268034"/>
                </a:lnTo>
                <a:lnTo>
                  <a:pt x="0" y="5115"/>
                </a:lnTo>
                <a:lnTo>
                  <a:pt x="0" y="187938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176BE-461C-41C0-BF4D-B7A83A8A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386" y="4173036"/>
            <a:ext cx="93897" cy="93897"/>
          </a:xfrm>
          <a:custGeom xmlns:a="http://schemas.openxmlformats.org/drawingml/2006/main">
            <a:pathLst>
              <a:path w="93897" h="93897">
                <a:moveTo>
                  <a:pt x="46949" y="93897"/>
                </a:moveTo>
                <a:lnTo>
                  <a:pt x="0" y="0"/>
                </a:lnTo>
                <a:lnTo>
                  <a:pt x="46949" y="23460"/>
                </a:lnTo>
                <a:lnTo>
                  <a:pt x="93897" y="0"/>
                </a:lnTo>
                <a:lnTo>
                  <a:pt x="46949" y="938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8A0EF-D553-4C52-9EC7-3BEC3F4C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386" y="4173036"/>
            <a:ext cx="93897" cy="93897"/>
          </a:xfrm>
          <a:custGeom xmlns:a="http://schemas.openxmlformats.org/drawingml/2006/main">
            <a:pathLst>
              <a:path w="93897" h="93897" fill="none">
                <a:moveTo>
                  <a:pt x="46949" y="93897"/>
                </a:moveTo>
                <a:lnTo>
                  <a:pt x="0" y="0"/>
                </a:lnTo>
                <a:lnTo>
                  <a:pt x="46949" y="23460"/>
                </a:lnTo>
                <a:lnTo>
                  <a:pt x="93897" y="0"/>
                </a:lnTo>
                <a:lnTo>
                  <a:pt x="46949" y="938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7C506-C8BE-442C-81F4-3841AC8D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284" y="3203713"/>
            <a:ext cx="1282257" cy="804845"/>
          </a:xfrm>
          <a:custGeom xmlns:a="http://schemas.openxmlformats.org/drawingml/2006/main">
            <a:pathLst>
              <a:path w="1282257" h="804845">
                <a:moveTo>
                  <a:pt x="0" y="804845"/>
                </a:moveTo>
                <a:lnTo>
                  <a:pt x="1282257" y="804845"/>
                </a:lnTo>
                <a:lnTo>
                  <a:pt x="1282257" y="0"/>
                </a:lnTo>
                <a:lnTo>
                  <a:pt x="0" y="0"/>
                </a:lnTo>
                <a:lnTo>
                  <a:pt x="0" y="8048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89C74-14F0-4632-9BF9-EF72CA5A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284" y="3203713"/>
            <a:ext cx="1282257" cy="804845"/>
          </a:xfrm>
          <a:custGeom xmlns:a="http://schemas.openxmlformats.org/drawingml/2006/main">
            <a:pathLst>
              <a:path w="1282257" h="804845" fill="none">
                <a:moveTo>
                  <a:pt x="0" y="804845"/>
                </a:moveTo>
                <a:lnTo>
                  <a:pt x="1282257" y="804845"/>
                </a:lnTo>
                <a:lnTo>
                  <a:pt x="1282257" y="0"/>
                </a:lnTo>
                <a:lnTo>
                  <a:pt x="0" y="0"/>
                </a:lnTo>
                <a:lnTo>
                  <a:pt x="0" y="8048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61" name="Text SurveyDesign">
            <a:extLst xmlns:a="http://schemas.openxmlformats.org/drawingml/2006/main">
              <a:ext uri="{FF2B5EF4-FFF2-40B4-BE49-F238E27FC236}">
                <a16:creationId xmlns:a16="http://schemas.microsoft.com/office/drawing/2014/main" id="{D6B81C89-81BC-4610-86DC-02410584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281" y="3540931"/>
            <a:ext cx="1101569" cy="151224"/>
          </a:xfrm>
          <a:custGeom xmlns:a="http://schemas.openxmlformats.org/drawingml/2006/main">
            <a:pathLst>
              <a:path w="1101569" h="151224">
                <a:moveTo>
                  <a:pt x="263420" y="35411"/>
                </a:moveTo>
                <a:lnTo>
                  <a:pt x="262833" y="35100"/>
                </a:lnTo>
                <a:lnTo>
                  <a:pt x="262243" y="34804"/>
                </a:lnTo>
                <a:lnTo>
                  <a:pt x="261651" y="34522"/>
                </a:lnTo>
                <a:lnTo>
                  <a:pt x="261058" y="34254"/>
                </a:lnTo>
                <a:lnTo>
                  <a:pt x="260463" y="34001"/>
                </a:lnTo>
                <a:lnTo>
                  <a:pt x="259865" y="33762"/>
                </a:lnTo>
                <a:lnTo>
                  <a:pt x="259266" y="33538"/>
                </a:lnTo>
                <a:lnTo>
                  <a:pt x="258665" y="33329"/>
                </a:lnTo>
                <a:lnTo>
                  <a:pt x="258062" y="33133"/>
                </a:lnTo>
                <a:lnTo>
                  <a:pt x="257457" y="32952"/>
                </a:lnTo>
                <a:lnTo>
                  <a:pt x="256850" y="32786"/>
                </a:lnTo>
                <a:lnTo>
                  <a:pt x="256242" y="32634"/>
                </a:lnTo>
                <a:lnTo>
                  <a:pt x="255631" y="32497"/>
                </a:lnTo>
                <a:lnTo>
                  <a:pt x="255018" y="32374"/>
                </a:lnTo>
                <a:lnTo>
                  <a:pt x="254404" y="32265"/>
                </a:lnTo>
                <a:lnTo>
                  <a:pt x="253788" y="32171"/>
                </a:lnTo>
                <a:lnTo>
                  <a:pt x="253169" y="32092"/>
                </a:lnTo>
                <a:lnTo>
                  <a:pt x="252549" y="32027"/>
                </a:lnTo>
                <a:lnTo>
                  <a:pt x="251927" y="31976"/>
                </a:lnTo>
                <a:lnTo>
                  <a:pt x="251303" y="31940"/>
                </a:lnTo>
                <a:lnTo>
                  <a:pt x="250677" y="31918"/>
                </a:lnTo>
                <a:lnTo>
                  <a:pt x="250049" y="31911"/>
                </a:lnTo>
                <a:lnTo>
                  <a:pt x="249606" y="31916"/>
                </a:lnTo>
                <a:lnTo>
                  <a:pt x="249166" y="31930"/>
                </a:lnTo>
                <a:lnTo>
                  <a:pt x="248731" y="31953"/>
                </a:lnTo>
                <a:lnTo>
                  <a:pt x="248299" y="31985"/>
                </a:lnTo>
                <a:lnTo>
                  <a:pt x="247872" y="32027"/>
                </a:lnTo>
                <a:lnTo>
                  <a:pt x="247448" y="32078"/>
                </a:lnTo>
                <a:lnTo>
                  <a:pt x="247029" y="32138"/>
                </a:lnTo>
                <a:lnTo>
                  <a:pt x="246613" y="32208"/>
                </a:lnTo>
                <a:lnTo>
                  <a:pt x="246201" y="32287"/>
                </a:lnTo>
                <a:lnTo>
                  <a:pt x="245793" y="32375"/>
                </a:lnTo>
                <a:lnTo>
                  <a:pt x="245389" y="32472"/>
                </a:lnTo>
                <a:lnTo>
                  <a:pt x="244990" y="32579"/>
                </a:lnTo>
                <a:lnTo>
                  <a:pt x="244594" y="32695"/>
                </a:lnTo>
                <a:lnTo>
                  <a:pt x="244202" y="32820"/>
                </a:lnTo>
                <a:lnTo>
                  <a:pt x="243814" y="32955"/>
                </a:lnTo>
                <a:lnTo>
                  <a:pt x="243430" y="33099"/>
                </a:lnTo>
                <a:lnTo>
                  <a:pt x="243049" y="33252"/>
                </a:lnTo>
                <a:lnTo>
                  <a:pt x="242673" y="33414"/>
                </a:lnTo>
                <a:lnTo>
                  <a:pt x="242301" y="33586"/>
                </a:lnTo>
                <a:lnTo>
                  <a:pt x="241933" y="33767"/>
                </a:lnTo>
                <a:lnTo>
                  <a:pt x="241569" y="33957"/>
                </a:lnTo>
                <a:lnTo>
                  <a:pt x="241208" y="34157"/>
                </a:lnTo>
                <a:lnTo>
                  <a:pt x="240852" y="34365"/>
                </a:lnTo>
                <a:lnTo>
                  <a:pt x="240500" y="34583"/>
                </a:lnTo>
                <a:lnTo>
                  <a:pt x="240147" y="34816"/>
                </a:lnTo>
                <a:lnTo>
                  <a:pt x="239791" y="35069"/>
                </a:lnTo>
                <a:lnTo>
                  <a:pt x="239432" y="35341"/>
                </a:lnTo>
                <a:lnTo>
                  <a:pt x="239068" y="35634"/>
                </a:lnTo>
                <a:lnTo>
                  <a:pt x="238701" y="35946"/>
                </a:lnTo>
                <a:lnTo>
                  <a:pt x="238331" y="36278"/>
                </a:lnTo>
                <a:lnTo>
                  <a:pt x="237956" y="36630"/>
                </a:lnTo>
                <a:lnTo>
                  <a:pt x="237578" y="37002"/>
                </a:lnTo>
                <a:lnTo>
                  <a:pt x="237197" y="37394"/>
                </a:lnTo>
                <a:lnTo>
                  <a:pt x="236811" y="37806"/>
                </a:lnTo>
                <a:lnTo>
                  <a:pt x="236422" y="38238"/>
                </a:lnTo>
                <a:lnTo>
                  <a:pt x="236029" y="38690"/>
                </a:lnTo>
                <a:lnTo>
                  <a:pt x="235633" y="39162"/>
                </a:lnTo>
                <a:lnTo>
                  <a:pt x="235233" y="39654"/>
                </a:lnTo>
                <a:lnTo>
                  <a:pt x="234829" y="40165"/>
                </a:lnTo>
                <a:lnTo>
                  <a:pt x="234421" y="40697"/>
                </a:lnTo>
                <a:lnTo>
                  <a:pt x="234010" y="41248"/>
                </a:lnTo>
                <a:lnTo>
                  <a:pt x="233595" y="41819"/>
                </a:lnTo>
                <a:lnTo>
                  <a:pt x="233177" y="42411"/>
                </a:lnTo>
                <a:lnTo>
                  <a:pt x="232754" y="43022"/>
                </a:lnTo>
                <a:lnTo>
                  <a:pt x="232328" y="43653"/>
                </a:lnTo>
                <a:lnTo>
                  <a:pt x="231899" y="44304"/>
                </a:lnTo>
                <a:lnTo>
                  <a:pt x="231465" y="44975"/>
                </a:lnTo>
                <a:lnTo>
                  <a:pt x="231028" y="45666"/>
                </a:lnTo>
                <a:lnTo>
                  <a:pt x="231028" y="33797"/>
                </a:lnTo>
                <a:lnTo>
                  <a:pt x="210514" y="33797"/>
                </a:lnTo>
                <a:lnTo>
                  <a:pt x="210514" y="117269"/>
                </a:lnTo>
                <a:lnTo>
                  <a:pt x="232600" y="117269"/>
                </a:lnTo>
                <a:lnTo>
                  <a:pt x="232600" y="91489"/>
                </a:lnTo>
                <a:lnTo>
                  <a:pt x="232604" y="89739"/>
                </a:lnTo>
                <a:lnTo>
                  <a:pt x="232613" y="88040"/>
                </a:lnTo>
                <a:lnTo>
                  <a:pt x="232629" y="86392"/>
                </a:lnTo>
                <a:lnTo>
                  <a:pt x="232652" y="84795"/>
                </a:lnTo>
                <a:lnTo>
                  <a:pt x="232681" y="83248"/>
                </a:lnTo>
                <a:lnTo>
                  <a:pt x="232716" y="81752"/>
                </a:lnTo>
                <a:lnTo>
                  <a:pt x="232758" y="80307"/>
                </a:lnTo>
                <a:lnTo>
                  <a:pt x="232806" y="78913"/>
                </a:lnTo>
                <a:lnTo>
                  <a:pt x="232860" y="77569"/>
                </a:lnTo>
                <a:lnTo>
                  <a:pt x="232921" y="76277"/>
                </a:lnTo>
                <a:lnTo>
                  <a:pt x="232988" y="75035"/>
                </a:lnTo>
                <a:lnTo>
                  <a:pt x="233062" y="73843"/>
                </a:lnTo>
                <a:lnTo>
                  <a:pt x="233142" y="72703"/>
                </a:lnTo>
                <a:lnTo>
                  <a:pt x="233229" y="71613"/>
                </a:lnTo>
                <a:lnTo>
                  <a:pt x="233322" y="70574"/>
                </a:lnTo>
                <a:lnTo>
                  <a:pt x="233421" y="69586"/>
                </a:lnTo>
                <a:lnTo>
                  <a:pt x="233527" y="68648"/>
                </a:lnTo>
                <a:lnTo>
                  <a:pt x="233639" y="67762"/>
                </a:lnTo>
                <a:lnTo>
                  <a:pt x="233758" y="66926"/>
                </a:lnTo>
                <a:lnTo>
                  <a:pt x="233883" y="66141"/>
                </a:lnTo>
                <a:lnTo>
                  <a:pt x="234015" y="65406"/>
                </a:lnTo>
                <a:lnTo>
                  <a:pt x="234152" y="64723"/>
                </a:lnTo>
                <a:lnTo>
                  <a:pt x="234297" y="64090"/>
                </a:lnTo>
                <a:lnTo>
                  <a:pt x="234447" y="63508"/>
                </a:lnTo>
                <a:lnTo>
                  <a:pt x="234604" y="62958"/>
                </a:lnTo>
                <a:lnTo>
                  <a:pt x="234765" y="62423"/>
                </a:lnTo>
                <a:lnTo>
                  <a:pt x="234931" y="61902"/>
                </a:lnTo>
                <a:lnTo>
                  <a:pt x="235101" y="61395"/>
                </a:lnTo>
                <a:lnTo>
                  <a:pt x="235277" y="60903"/>
                </a:lnTo>
                <a:lnTo>
                  <a:pt x="235457" y="60425"/>
                </a:lnTo>
                <a:lnTo>
                  <a:pt x="235642" y="59961"/>
                </a:lnTo>
                <a:lnTo>
                  <a:pt x="235832" y="59512"/>
                </a:lnTo>
                <a:lnTo>
                  <a:pt x="236026" y="59077"/>
                </a:lnTo>
                <a:lnTo>
                  <a:pt x="236226" y="58657"/>
                </a:lnTo>
                <a:lnTo>
                  <a:pt x="236430" y="58250"/>
                </a:lnTo>
                <a:lnTo>
                  <a:pt x="236638" y="57858"/>
                </a:lnTo>
                <a:lnTo>
                  <a:pt x="236852" y="57481"/>
                </a:lnTo>
                <a:lnTo>
                  <a:pt x="237070" y="57117"/>
                </a:lnTo>
                <a:lnTo>
                  <a:pt x="237294" y="56768"/>
                </a:lnTo>
                <a:lnTo>
                  <a:pt x="237522" y="56434"/>
                </a:lnTo>
                <a:lnTo>
                  <a:pt x="237754" y="56113"/>
                </a:lnTo>
                <a:lnTo>
                  <a:pt x="237992" y="55807"/>
                </a:lnTo>
                <a:lnTo>
                  <a:pt x="238234" y="55516"/>
                </a:lnTo>
                <a:lnTo>
                  <a:pt x="238481" y="55238"/>
                </a:lnTo>
                <a:lnTo>
                  <a:pt x="238733" y="54975"/>
                </a:lnTo>
                <a:lnTo>
                  <a:pt x="238990" y="54727"/>
                </a:lnTo>
                <a:lnTo>
                  <a:pt x="239251" y="54492"/>
                </a:lnTo>
                <a:lnTo>
                  <a:pt x="239517" y="54272"/>
                </a:lnTo>
                <a:lnTo>
                  <a:pt x="239788" y="54064"/>
                </a:lnTo>
                <a:lnTo>
                  <a:pt x="240064" y="53864"/>
                </a:lnTo>
                <a:lnTo>
                  <a:pt x="240345" y="53674"/>
                </a:lnTo>
                <a:lnTo>
                  <a:pt x="240631" y="53492"/>
                </a:lnTo>
                <a:lnTo>
                  <a:pt x="240921" y="53319"/>
                </a:lnTo>
                <a:lnTo>
                  <a:pt x="241217" y="53155"/>
                </a:lnTo>
                <a:lnTo>
                  <a:pt x="241517" y="53000"/>
                </a:lnTo>
                <a:lnTo>
                  <a:pt x="241823" y="52853"/>
                </a:lnTo>
                <a:lnTo>
                  <a:pt x="242133" y="52716"/>
                </a:lnTo>
                <a:lnTo>
                  <a:pt x="242448" y="52587"/>
                </a:lnTo>
                <a:lnTo>
                  <a:pt x="242768" y="52467"/>
                </a:lnTo>
                <a:lnTo>
                  <a:pt x="243093" y="52356"/>
                </a:lnTo>
                <a:lnTo>
                  <a:pt x="243423" y="52254"/>
                </a:lnTo>
                <a:lnTo>
                  <a:pt x="243758" y="52161"/>
                </a:lnTo>
                <a:lnTo>
                  <a:pt x="244098" y="52077"/>
                </a:lnTo>
                <a:lnTo>
                  <a:pt x="244443" y="52002"/>
                </a:lnTo>
                <a:lnTo>
                  <a:pt x="244792" y="51935"/>
                </a:lnTo>
                <a:lnTo>
                  <a:pt x="245147" y="51877"/>
                </a:lnTo>
                <a:lnTo>
                  <a:pt x="245506" y="51829"/>
                </a:lnTo>
                <a:lnTo>
                  <a:pt x="245870" y="51789"/>
                </a:lnTo>
                <a:lnTo>
                  <a:pt x="246240" y="51758"/>
                </a:lnTo>
                <a:lnTo>
                  <a:pt x="246614" y="51736"/>
                </a:lnTo>
                <a:lnTo>
                  <a:pt x="246993" y="51722"/>
                </a:lnTo>
                <a:lnTo>
                  <a:pt x="247377" y="51718"/>
                </a:lnTo>
                <a:lnTo>
                  <a:pt x="247778" y="51724"/>
                </a:lnTo>
                <a:lnTo>
                  <a:pt x="248181" y="51743"/>
                </a:lnTo>
                <a:lnTo>
                  <a:pt x="248588" y="51774"/>
                </a:lnTo>
                <a:lnTo>
                  <a:pt x="248997" y="51818"/>
                </a:lnTo>
                <a:lnTo>
                  <a:pt x="249409" y="51875"/>
                </a:lnTo>
                <a:lnTo>
                  <a:pt x="249823" y="51944"/>
                </a:lnTo>
                <a:lnTo>
                  <a:pt x="250241" y="52025"/>
                </a:lnTo>
                <a:lnTo>
                  <a:pt x="250661" y="52120"/>
                </a:lnTo>
                <a:lnTo>
                  <a:pt x="251083" y="52226"/>
                </a:lnTo>
                <a:lnTo>
                  <a:pt x="251509" y="52346"/>
                </a:lnTo>
                <a:lnTo>
                  <a:pt x="251937" y="52477"/>
                </a:lnTo>
                <a:lnTo>
                  <a:pt x="252368" y="52622"/>
                </a:lnTo>
                <a:lnTo>
                  <a:pt x="252802" y="52779"/>
                </a:lnTo>
                <a:lnTo>
                  <a:pt x="253238" y="52948"/>
                </a:lnTo>
                <a:lnTo>
                  <a:pt x="253677" y="53130"/>
                </a:lnTo>
                <a:lnTo>
                  <a:pt x="254119" y="53325"/>
                </a:lnTo>
                <a:lnTo>
                  <a:pt x="254564" y="53532"/>
                </a:lnTo>
                <a:lnTo>
                  <a:pt x="255011" y="53752"/>
                </a:lnTo>
                <a:lnTo>
                  <a:pt x="255461" y="53984"/>
                </a:lnTo>
                <a:lnTo>
                  <a:pt x="255914" y="54229"/>
                </a:lnTo>
                <a:lnTo>
                  <a:pt x="256369" y="54486"/>
                </a:lnTo>
                <a:lnTo>
                  <a:pt x="256827" y="54756"/>
                </a:lnTo>
                <a:lnTo>
                  <a:pt x="257288" y="55038"/>
                </a:lnTo>
                <a:lnTo>
                  <a:pt x="257752" y="55333"/>
                </a:lnTo>
                <a:lnTo>
                  <a:pt x="264456" y="36454"/>
                </a:lnTo>
                <a:lnTo>
                  <a:pt x="297025" y="117269"/>
                </a:lnTo>
                <a:lnTo>
                  <a:pt x="316911" y="117269"/>
                </a:lnTo>
                <a:lnTo>
                  <a:pt x="350079" y="33797"/>
                </a:lnTo>
                <a:lnTo>
                  <a:pt x="327364" y="33797"/>
                </a:lnTo>
                <a:lnTo>
                  <a:pt x="311488" y="76398"/>
                </a:lnTo>
                <a:lnTo>
                  <a:pt x="311383" y="76693"/>
                </a:lnTo>
                <a:lnTo>
                  <a:pt x="311279" y="76987"/>
                </a:lnTo>
                <a:lnTo>
                  <a:pt x="311176" y="77282"/>
                </a:lnTo>
                <a:lnTo>
                  <a:pt x="311073" y="77577"/>
                </a:lnTo>
                <a:lnTo>
                  <a:pt x="310970" y="77872"/>
                </a:lnTo>
                <a:lnTo>
                  <a:pt x="310869" y="78166"/>
                </a:lnTo>
                <a:lnTo>
                  <a:pt x="310767" y="78461"/>
                </a:lnTo>
                <a:lnTo>
                  <a:pt x="310667" y="78756"/>
                </a:lnTo>
                <a:lnTo>
                  <a:pt x="310566" y="79050"/>
                </a:lnTo>
                <a:lnTo>
                  <a:pt x="310467" y="79345"/>
                </a:lnTo>
                <a:lnTo>
                  <a:pt x="310368" y="79640"/>
                </a:lnTo>
                <a:lnTo>
                  <a:pt x="310269" y="79935"/>
                </a:lnTo>
                <a:lnTo>
                  <a:pt x="310171" y="80229"/>
                </a:lnTo>
                <a:lnTo>
                  <a:pt x="310074" y="80524"/>
                </a:lnTo>
                <a:lnTo>
                  <a:pt x="309977" y="80819"/>
                </a:lnTo>
                <a:lnTo>
                  <a:pt x="309881" y="81114"/>
                </a:lnTo>
                <a:lnTo>
                  <a:pt x="309785" y="81408"/>
                </a:lnTo>
                <a:lnTo>
                  <a:pt x="309690" y="81703"/>
                </a:lnTo>
                <a:lnTo>
                  <a:pt x="309595" y="81998"/>
                </a:lnTo>
                <a:lnTo>
                  <a:pt x="309501" y="82293"/>
                </a:lnTo>
                <a:lnTo>
                  <a:pt x="309407" y="82587"/>
                </a:lnTo>
                <a:lnTo>
                  <a:pt x="309314" y="82882"/>
                </a:lnTo>
                <a:lnTo>
                  <a:pt x="309222" y="83177"/>
                </a:lnTo>
                <a:lnTo>
                  <a:pt x="309130" y="83472"/>
                </a:lnTo>
                <a:lnTo>
                  <a:pt x="309088" y="83622"/>
                </a:lnTo>
                <a:lnTo>
                  <a:pt x="309042" y="83786"/>
                </a:lnTo>
                <a:lnTo>
                  <a:pt x="308991" y="83962"/>
                </a:lnTo>
                <a:lnTo>
                  <a:pt x="308935" y="84151"/>
                </a:lnTo>
                <a:lnTo>
                  <a:pt x="308875" y="84352"/>
                </a:lnTo>
                <a:lnTo>
                  <a:pt x="308810" y="84567"/>
                </a:lnTo>
                <a:lnTo>
                  <a:pt x="308741" y="84795"/>
                </a:lnTo>
                <a:lnTo>
                  <a:pt x="308667" y="85035"/>
                </a:lnTo>
                <a:lnTo>
                  <a:pt x="308588" y="85288"/>
                </a:lnTo>
                <a:lnTo>
                  <a:pt x="308505" y="85554"/>
                </a:lnTo>
                <a:lnTo>
                  <a:pt x="308417" y="85833"/>
                </a:lnTo>
                <a:lnTo>
                  <a:pt x="308324" y="86124"/>
                </a:lnTo>
                <a:lnTo>
                  <a:pt x="308227" y="86429"/>
                </a:lnTo>
                <a:lnTo>
                  <a:pt x="308125" y="86746"/>
                </a:lnTo>
                <a:lnTo>
                  <a:pt x="308018" y="87076"/>
                </a:lnTo>
                <a:lnTo>
                  <a:pt x="307907" y="87419"/>
                </a:lnTo>
                <a:lnTo>
                  <a:pt x="307791" y="87775"/>
                </a:lnTo>
                <a:lnTo>
                  <a:pt x="307671" y="88143"/>
                </a:lnTo>
                <a:lnTo>
                  <a:pt x="307545" y="88525"/>
                </a:lnTo>
                <a:lnTo>
                  <a:pt x="307416" y="88919"/>
                </a:lnTo>
                <a:lnTo>
                  <a:pt x="307281" y="89326"/>
                </a:lnTo>
                <a:lnTo>
                  <a:pt x="307142" y="89746"/>
                </a:lnTo>
                <a:lnTo>
                  <a:pt x="306999" y="90179"/>
                </a:lnTo>
                <a:lnTo>
                  <a:pt x="306850" y="90624"/>
                </a:lnTo>
                <a:lnTo>
                  <a:pt x="302292" y="76398"/>
                </a:lnTo>
                <a:lnTo>
                  <a:pt x="286572" y="33797"/>
                </a:lnTo>
                <a:lnTo>
                  <a:pt x="263385" y="33797"/>
                </a:lnTo>
                <a:lnTo>
                  <a:pt x="264216" y="35859"/>
                </a:lnTo>
                <a:lnTo>
                  <a:pt x="264006" y="35737"/>
                </a:lnTo>
                <a:lnTo>
                  <a:pt x="263420" y="35411"/>
                </a:lnTo>
                <a:close/>
                <a:moveTo>
                  <a:pt x="1022" y="86057"/>
                </a:moveTo>
                <a:lnTo>
                  <a:pt x="1359" y="87527"/>
                </a:lnTo>
                <a:lnTo>
                  <a:pt x="1729" y="88965"/>
                </a:lnTo>
                <a:lnTo>
                  <a:pt x="2132" y="90371"/>
                </a:lnTo>
                <a:lnTo>
                  <a:pt x="2568" y="91744"/>
                </a:lnTo>
                <a:lnTo>
                  <a:pt x="3036" y="93086"/>
                </a:lnTo>
                <a:lnTo>
                  <a:pt x="3537" y="94395"/>
                </a:lnTo>
                <a:lnTo>
                  <a:pt x="4071" y="95672"/>
                </a:lnTo>
                <a:lnTo>
                  <a:pt x="4637" y="96917"/>
                </a:lnTo>
                <a:lnTo>
                  <a:pt x="5237" y="98130"/>
                </a:lnTo>
                <a:lnTo>
                  <a:pt x="5869" y="99310"/>
                </a:lnTo>
                <a:lnTo>
                  <a:pt x="6534" y="100459"/>
                </a:lnTo>
                <a:lnTo>
                  <a:pt x="7231" y="101576"/>
                </a:lnTo>
                <a:lnTo>
                  <a:pt x="7961" y="102660"/>
                </a:lnTo>
                <a:lnTo>
                  <a:pt x="8724" y="103712"/>
                </a:lnTo>
                <a:lnTo>
                  <a:pt x="9520" y="104732"/>
                </a:lnTo>
                <a:lnTo>
                  <a:pt x="10349" y="105720"/>
                </a:lnTo>
                <a:lnTo>
                  <a:pt x="11210" y="106676"/>
                </a:lnTo>
                <a:lnTo>
                  <a:pt x="12104" y="107599"/>
                </a:lnTo>
                <a:lnTo>
                  <a:pt x="13031" y="108491"/>
                </a:lnTo>
                <a:lnTo>
                  <a:pt x="13991" y="109350"/>
                </a:lnTo>
                <a:lnTo>
                  <a:pt x="14984" y="110176"/>
                </a:lnTo>
                <a:lnTo>
                  <a:pt x="16013" y="110967"/>
                </a:lnTo>
                <a:lnTo>
                  <a:pt x="17077" y="111722"/>
                </a:lnTo>
                <a:lnTo>
                  <a:pt x="18176" y="112442"/>
                </a:lnTo>
                <a:lnTo>
                  <a:pt x="19310" y="113127"/>
                </a:lnTo>
                <a:lnTo>
                  <a:pt x="20480" y="113778"/>
                </a:lnTo>
                <a:lnTo>
                  <a:pt x="21685" y="114392"/>
                </a:lnTo>
                <a:lnTo>
                  <a:pt x="22925" y="114972"/>
                </a:lnTo>
                <a:lnTo>
                  <a:pt x="24200" y="115517"/>
                </a:lnTo>
                <a:lnTo>
                  <a:pt x="25510" y="116026"/>
                </a:lnTo>
                <a:lnTo>
                  <a:pt x="26856" y="116501"/>
                </a:lnTo>
                <a:lnTo>
                  <a:pt x="28237" y="116940"/>
                </a:lnTo>
                <a:lnTo>
                  <a:pt x="29653" y="117344"/>
                </a:lnTo>
                <a:lnTo>
                  <a:pt x="31104" y="117713"/>
                </a:lnTo>
                <a:lnTo>
                  <a:pt x="32590" y="118047"/>
                </a:lnTo>
                <a:lnTo>
                  <a:pt x="34112" y="118345"/>
                </a:lnTo>
                <a:lnTo>
                  <a:pt x="35669" y="118609"/>
                </a:lnTo>
                <a:lnTo>
                  <a:pt x="37261" y="118837"/>
                </a:lnTo>
                <a:lnTo>
                  <a:pt x="38888" y="119031"/>
                </a:lnTo>
                <a:lnTo>
                  <a:pt x="40550" y="119189"/>
                </a:lnTo>
                <a:lnTo>
                  <a:pt x="42248" y="119312"/>
                </a:lnTo>
                <a:lnTo>
                  <a:pt x="43981" y="119400"/>
                </a:lnTo>
                <a:lnTo>
                  <a:pt x="45749" y="119452"/>
                </a:lnTo>
                <a:lnTo>
                  <a:pt x="47552" y="119470"/>
                </a:lnTo>
                <a:lnTo>
                  <a:pt x="48795" y="119462"/>
                </a:lnTo>
                <a:lnTo>
                  <a:pt x="50020" y="119441"/>
                </a:lnTo>
                <a:lnTo>
                  <a:pt x="51228" y="119404"/>
                </a:lnTo>
                <a:lnTo>
                  <a:pt x="52419" y="119353"/>
                </a:lnTo>
                <a:lnTo>
                  <a:pt x="53592" y="119287"/>
                </a:lnTo>
                <a:lnTo>
                  <a:pt x="54749" y="119207"/>
                </a:lnTo>
                <a:lnTo>
                  <a:pt x="55888" y="119111"/>
                </a:lnTo>
                <a:lnTo>
                  <a:pt x="57010" y="119002"/>
                </a:lnTo>
                <a:lnTo>
                  <a:pt x="58115" y="118877"/>
                </a:lnTo>
                <a:lnTo>
                  <a:pt x="59203" y="118738"/>
                </a:lnTo>
                <a:lnTo>
                  <a:pt x="60273" y="118585"/>
                </a:lnTo>
                <a:lnTo>
                  <a:pt x="61327" y="118417"/>
                </a:lnTo>
                <a:lnTo>
                  <a:pt x="62363" y="118234"/>
                </a:lnTo>
                <a:lnTo>
                  <a:pt x="63382" y="118036"/>
                </a:lnTo>
                <a:lnTo>
                  <a:pt x="64383" y="117824"/>
                </a:lnTo>
                <a:lnTo>
                  <a:pt x="65368" y="117598"/>
                </a:lnTo>
                <a:lnTo>
                  <a:pt x="66335" y="117356"/>
                </a:lnTo>
                <a:lnTo>
                  <a:pt x="67285" y="117100"/>
                </a:lnTo>
                <a:lnTo>
                  <a:pt x="68218" y="116830"/>
                </a:lnTo>
                <a:lnTo>
                  <a:pt x="69134" y="116545"/>
                </a:lnTo>
                <a:lnTo>
                  <a:pt x="70033" y="116245"/>
                </a:lnTo>
                <a:lnTo>
                  <a:pt x="70914" y="115930"/>
                </a:lnTo>
                <a:lnTo>
                  <a:pt x="71778" y="115601"/>
                </a:lnTo>
                <a:lnTo>
                  <a:pt x="72625" y="115257"/>
                </a:lnTo>
                <a:lnTo>
                  <a:pt x="73456" y="114899"/>
                </a:lnTo>
                <a:lnTo>
                  <a:pt x="74270" y="114524"/>
                </a:lnTo>
                <a:lnTo>
                  <a:pt x="75069" y="114135"/>
                </a:lnTo>
                <a:lnTo>
                  <a:pt x="75852" y="113730"/>
                </a:lnTo>
                <a:lnTo>
                  <a:pt x="76619" y="113309"/>
                </a:lnTo>
                <a:lnTo>
                  <a:pt x="77370" y="112873"/>
                </a:lnTo>
                <a:lnTo>
                  <a:pt x="78106" y="112422"/>
                </a:lnTo>
                <a:lnTo>
                  <a:pt x="78826" y="111955"/>
                </a:lnTo>
                <a:lnTo>
                  <a:pt x="79529" y="111472"/>
                </a:lnTo>
                <a:lnTo>
                  <a:pt x="80217" y="110974"/>
                </a:lnTo>
                <a:lnTo>
                  <a:pt x="80890" y="110461"/>
                </a:lnTo>
                <a:lnTo>
                  <a:pt x="81546" y="109932"/>
                </a:lnTo>
                <a:lnTo>
                  <a:pt x="82187" y="109388"/>
                </a:lnTo>
                <a:lnTo>
                  <a:pt x="82811" y="108828"/>
                </a:lnTo>
                <a:lnTo>
                  <a:pt x="83420" y="108253"/>
                </a:lnTo>
                <a:lnTo>
                  <a:pt x="84013" y="107663"/>
                </a:lnTo>
                <a:lnTo>
                  <a:pt x="84590" y="107057"/>
                </a:lnTo>
                <a:lnTo>
                  <a:pt x="85152" y="106435"/>
                </a:lnTo>
                <a:lnTo>
                  <a:pt x="85697" y="105798"/>
                </a:lnTo>
                <a:lnTo>
                  <a:pt x="86227" y="105146"/>
                </a:lnTo>
                <a:lnTo>
                  <a:pt x="86741" y="104478"/>
                </a:lnTo>
                <a:lnTo>
                  <a:pt x="87239" y="103795"/>
                </a:lnTo>
                <a:lnTo>
                  <a:pt x="87721" y="103096"/>
                </a:lnTo>
                <a:lnTo>
                  <a:pt x="88188" y="102382"/>
                </a:lnTo>
                <a:lnTo>
                  <a:pt x="88637" y="101658"/>
                </a:lnTo>
                <a:lnTo>
                  <a:pt x="89066" y="100929"/>
                </a:lnTo>
                <a:lnTo>
                  <a:pt x="89477" y="100197"/>
                </a:lnTo>
                <a:lnTo>
                  <a:pt x="89869" y="99459"/>
                </a:lnTo>
                <a:lnTo>
                  <a:pt x="90241" y="98718"/>
                </a:lnTo>
                <a:lnTo>
                  <a:pt x="90595" y="97972"/>
                </a:lnTo>
                <a:lnTo>
                  <a:pt x="90929" y="97222"/>
                </a:lnTo>
                <a:lnTo>
                  <a:pt x="91244" y="96467"/>
                </a:lnTo>
                <a:lnTo>
                  <a:pt x="91540" y="95708"/>
                </a:lnTo>
                <a:lnTo>
                  <a:pt x="91817" y="94944"/>
                </a:lnTo>
                <a:lnTo>
                  <a:pt x="92075" y="94177"/>
                </a:lnTo>
                <a:lnTo>
                  <a:pt x="92314" y="93405"/>
                </a:lnTo>
                <a:lnTo>
                  <a:pt x="92534" y="92628"/>
                </a:lnTo>
                <a:lnTo>
                  <a:pt x="92734" y="91847"/>
                </a:lnTo>
                <a:lnTo>
                  <a:pt x="92916" y="91062"/>
                </a:lnTo>
                <a:lnTo>
                  <a:pt x="93078" y="90272"/>
                </a:lnTo>
                <a:lnTo>
                  <a:pt x="93221" y="89478"/>
                </a:lnTo>
                <a:lnTo>
                  <a:pt x="93346" y="88680"/>
                </a:lnTo>
                <a:lnTo>
                  <a:pt x="93451" y="87877"/>
                </a:lnTo>
                <a:lnTo>
                  <a:pt x="93537" y="87070"/>
                </a:lnTo>
                <a:lnTo>
                  <a:pt x="93604" y="86259"/>
                </a:lnTo>
                <a:lnTo>
                  <a:pt x="93651" y="85443"/>
                </a:lnTo>
                <a:lnTo>
                  <a:pt x="93680" y="84623"/>
                </a:lnTo>
                <a:lnTo>
                  <a:pt x="93689" y="83798"/>
                </a:lnTo>
                <a:lnTo>
                  <a:pt x="93681" y="82892"/>
                </a:lnTo>
                <a:lnTo>
                  <a:pt x="93658" y="81998"/>
                </a:lnTo>
                <a:lnTo>
                  <a:pt x="93618" y="81116"/>
                </a:lnTo>
                <a:lnTo>
                  <a:pt x="93562" y="80247"/>
                </a:lnTo>
                <a:lnTo>
                  <a:pt x="93490" y="79389"/>
                </a:lnTo>
                <a:lnTo>
                  <a:pt x="93402" y="78544"/>
                </a:lnTo>
                <a:lnTo>
                  <a:pt x="93298" y="77711"/>
                </a:lnTo>
                <a:lnTo>
                  <a:pt x="93179" y="76890"/>
                </a:lnTo>
                <a:lnTo>
                  <a:pt x="93043" y="76081"/>
                </a:lnTo>
                <a:lnTo>
                  <a:pt x="92891" y="75285"/>
                </a:lnTo>
                <a:lnTo>
                  <a:pt x="92724" y="74500"/>
                </a:lnTo>
                <a:lnTo>
                  <a:pt x="92540" y="73728"/>
                </a:lnTo>
                <a:lnTo>
                  <a:pt x="92340" y="72968"/>
                </a:lnTo>
                <a:lnTo>
                  <a:pt x="92125" y="72220"/>
                </a:lnTo>
                <a:lnTo>
                  <a:pt x="91893" y="71484"/>
                </a:lnTo>
                <a:lnTo>
                  <a:pt x="91646" y="70761"/>
                </a:lnTo>
                <a:lnTo>
                  <a:pt x="91382" y="70049"/>
                </a:lnTo>
                <a:lnTo>
                  <a:pt x="91103" y="69350"/>
                </a:lnTo>
                <a:lnTo>
                  <a:pt x="90808" y="68663"/>
                </a:lnTo>
                <a:lnTo>
                  <a:pt x="90496" y="67989"/>
                </a:lnTo>
                <a:lnTo>
                  <a:pt x="90169" y="67326"/>
                </a:lnTo>
                <a:lnTo>
                  <a:pt x="89826" y="66676"/>
                </a:lnTo>
                <a:lnTo>
                  <a:pt x="89467" y="66037"/>
                </a:lnTo>
                <a:lnTo>
                  <a:pt x="89091" y="65411"/>
                </a:lnTo>
                <a:lnTo>
                  <a:pt x="88702" y="64796"/>
                </a:lnTo>
                <a:lnTo>
                  <a:pt x="88301" y="64193"/>
                </a:lnTo>
                <a:lnTo>
                  <a:pt x="87887" y="63600"/>
                </a:lnTo>
                <a:lnTo>
                  <a:pt x="87461" y="63018"/>
                </a:lnTo>
                <a:lnTo>
                  <a:pt x="87022" y="62447"/>
                </a:lnTo>
                <a:lnTo>
                  <a:pt x="86571" y="61887"/>
                </a:lnTo>
                <a:lnTo>
                  <a:pt x="86108" y="61338"/>
                </a:lnTo>
                <a:lnTo>
                  <a:pt x="85633" y="60800"/>
                </a:lnTo>
                <a:lnTo>
                  <a:pt x="85146" y="60273"/>
                </a:lnTo>
                <a:lnTo>
                  <a:pt x="84646" y="59756"/>
                </a:lnTo>
                <a:lnTo>
                  <a:pt x="84134" y="59251"/>
                </a:lnTo>
                <a:lnTo>
                  <a:pt x="83609" y="58757"/>
                </a:lnTo>
                <a:lnTo>
                  <a:pt x="83073" y="58273"/>
                </a:lnTo>
                <a:lnTo>
                  <a:pt x="82524" y="57801"/>
                </a:lnTo>
                <a:lnTo>
                  <a:pt x="81962" y="57339"/>
                </a:lnTo>
                <a:lnTo>
                  <a:pt x="81389" y="56889"/>
                </a:lnTo>
                <a:lnTo>
                  <a:pt x="80803" y="56449"/>
                </a:lnTo>
                <a:lnTo>
                  <a:pt x="80205" y="56020"/>
                </a:lnTo>
                <a:lnTo>
                  <a:pt x="79595" y="55603"/>
                </a:lnTo>
                <a:lnTo>
                  <a:pt x="78972" y="55196"/>
                </a:lnTo>
                <a:lnTo>
                  <a:pt x="78337" y="54800"/>
                </a:lnTo>
                <a:lnTo>
                  <a:pt x="77690" y="54415"/>
                </a:lnTo>
                <a:lnTo>
                  <a:pt x="77030" y="54041"/>
                </a:lnTo>
                <a:lnTo>
                  <a:pt x="76358" y="53678"/>
                </a:lnTo>
                <a:lnTo>
                  <a:pt x="75665" y="53321"/>
                </a:lnTo>
                <a:lnTo>
                  <a:pt x="74941" y="52964"/>
                </a:lnTo>
                <a:lnTo>
                  <a:pt x="74187" y="52609"/>
                </a:lnTo>
                <a:lnTo>
                  <a:pt x="73401" y="52254"/>
                </a:lnTo>
                <a:lnTo>
                  <a:pt x="72585" y="51901"/>
                </a:lnTo>
                <a:lnTo>
                  <a:pt x="71738" y="51549"/>
                </a:lnTo>
                <a:lnTo>
                  <a:pt x="70861" y="51197"/>
                </a:lnTo>
                <a:lnTo>
                  <a:pt x="69953" y="50846"/>
                </a:lnTo>
                <a:lnTo>
                  <a:pt x="69014" y="50497"/>
                </a:lnTo>
                <a:lnTo>
                  <a:pt x="68044" y="50148"/>
                </a:lnTo>
                <a:lnTo>
                  <a:pt x="67044" y="49801"/>
                </a:lnTo>
                <a:lnTo>
                  <a:pt x="66013" y="49454"/>
                </a:lnTo>
                <a:lnTo>
                  <a:pt x="64951" y="49108"/>
                </a:lnTo>
                <a:lnTo>
                  <a:pt x="63859" y="48763"/>
                </a:lnTo>
                <a:lnTo>
                  <a:pt x="62736" y="48420"/>
                </a:lnTo>
                <a:lnTo>
                  <a:pt x="61582" y="48077"/>
                </a:lnTo>
                <a:lnTo>
                  <a:pt x="60397" y="47735"/>
                </a:lnTo>
                <a:lnTo>
                  <a:pt x="59182" y="47394"/>
                </a:lnTo>
                <a:lnTo>
                  <a:pt x="57936" y="47054"/>
                </a:lnTo>
                <a:lnTo>
                  <a:pt x="56660" y="46715"/>
                </a:lnTo>
                <a:lnTo>
                  <a:pt x="55352" y="46377"/>
                </a:lnTo>
                <a:lnTo>
                  <a:pt x="54014" y="46040"/>
                </a:lnTo>
                <a:lnTo>
                  <a:pt x="52646" y="45704"/>
                </a:lnTo>
                <a:lnTo>
                  <a:pt x="51246" y="45369"/>
                </a:lnTo>
                <a:lnTo>
                  <a:pt x="49853" y="45034"/>
                </a:lnTo>
                <a:lnTo>
                  <a:pt x="48504" y="44701"/>
                </a:lnTo>
                <a:lnTo>
                  <a:pt x="47198" y="44370"/>
                </a:lnTo>
                <a:lnTo>
                  <a:pt x="45936" y="44039"/>
                </a:lnTo>
                <a:lnTo>
                  <a:pt x="44718" y="43709"/>
                </a:lnTo>
                <a:lnTo>
                  <a:pt x="43544" y="43381"/>
                </a:lnTo>
                <a:lnTo>
                  <a:pt x="42413" y="43053"/>
                </a:lnTo>
                <a:lnTo>
                  <a:pt x="41325" y="42727"/>
                </a:lnTo>
                <a:lnTo>
                  <a:pt x="40282" y="42402"/>
                </a:lnTo>
                <a:lnTo>
                  <a:pt x="39282" y="42077"/>
                </a:lnTo>
                <a:lnTo>
                  <a:pt x="38326" y="41754"/>
                </a:lnTo>
                <a:lnTo>
                  <a:pt x="37413" y="41432"/>
                </a:lnTo>
                <a:lnTo>
                  <a:pt x="36544" y="41112"/>
                </a:lnTo>
                <a:lnTo>
                  <a:pt x="35719" y="40792"/>
                </a:lnTo>
                <a:lnTo>
                  <a:pt x="34937" y="40473"/>
                </a:lnTo>
                <a:lnTo>
                  <a:pt x="34199" y="40156"/>
                </a:lnTo>
                <a:lnTo>
                  <a:pt x="33505" y="39840"/>
                </a:lnTo>
                <a:lnTo>
                  <a:pt x="32854" y="39524"/>
                </a:lnTo>
                <a:lnTo>
                  <a:pt x="32247" y="39210"/>
                </a:lnTo>
                <a:lnTo>
                  <a:pt x="31684" y="38897"/>
                </a:lnTo>
                <a:lnTo>
                  <a:pt x="31164" y="38585"/>
                </a:lnTo>
                <a:lnTo>
                  <a:pt x="30688" y="38274"/>
                </a:lnTo>
                <a:lnTo>
                  <a:pt x="30256" y="37965"/>
                </a:lnTo>
                <a:lnTo>
                  <a:pt x="29867" y="37656"/>
                </a:lnTo>
                <a:lnTo>
                  <a:pt x="29585" y="37412"/>
                </a:lnTo>
                <a:lnTo>
                  <a:pt x="29315" y="37163"/>
                </a:lnTo>
                <a:lnTo>
                  <a:pt x="29057" y="36911"/>
                </a:lnTo>
                <a:lnTo>
                  <a:pt x="28811" y="36654"/>
                </a:lnTo>
                <a:lnTo>
                  <a:pt x="28577" y="36393"/>
                </a:lnTo>
                <a:lnTo>
                  <a:pt x="28354" y="36128"/>
                </a:lnTo>
                <a:lnTo>
                  <a:pt x="28144" y="35859"/>
                </a:lnTo>
                <a:lnTo>
                  <a:pt x="27946" y="35586"/>
                </a:lnTo>
                <a:lnTo>
                  <a:pt x="27760" y="35309"/>
                </a:lnTo>
                <a:lnTo>
                  <a:pt x="27586" y="35028"/>
                </a:lnTo>
                <a:lnTo>
                  <a:pt x="27424" y="34742"/>
                </a:lnTo>
                <a:lnTo>
                  <a:pt x="27274" y="34453"/>
                </a:lnTo>
                <a:lnTo>
                  <a:pt x="27136" y="34159"/>
                </a:lnTo>
                <a:lnTo>
                  <a:pt x="27010" y="33861"/>
                </a:lnTo>
                <a:lnTo>
                  <a:pt x="26895" y="33559"/>
                </a:lnTo>
                <a:lnTo>
                  <a:pt x="26793" y="33253"/>
                </a:lnTo>
                <a:lnTo>
                  <a:pt x="26703" y="32943"/>
                </a:lnTo>
                <a:lnTo>
                  <a:pt x="26625" y="32629"/>
                </a:lnTo>
                <a:lnTo>
                  <a:pt x="26559" y="32311"/>
                </a:lnTo>
                <a:lnTo>
                  <a:pt x="26505" y="31989"/>
                </a:lnTo>
                <a:lnTo>
                  <a:pt x="26463" y="31662"/>
                </a:lnTo>
                <a:lnTo>
                  <a:pt x="26433" y="31332"/>
                </a:lnTo>
                <a:lnTo>
                  <a:pt x="26415" y="30997"/>
                </a:lnTo>
                <a:lnTo>
                  <a:pt x="26409" y="30658"/>
                </a:lnTo>
                <a:lnTo>
                  <a:pt x="26416" y="30288"/>
                </a:lnTo>
                <a:lnTo>
                  <a:pt x="26435" y="29924"/>
                </a:lnTo>
                <a:lnTo>
                  <a:pt x="26467" y="29566"/>
                </a:lnTo>
                <a:lnTo>
                  <a:pt x="26512" y="29214"/>
                </a:lnTo>
                <a:lnTo>
                  <a:pt x="26569" y="28869"/>
                </a:lnTo>
                <a:lnTo>
                  <a:pt x="26640" y="28530"/>
                </a:lnTo>
                <a:lnTo>
                  <a:pt x="26723" y="28198"/>
                </a:lnTo>
                <a:lnTo>
                  <a:pt x="26820" y="27871"/>
                </a:lnTo>
                <a:lnTo>
                  <a:pt x="26929" y="27551"/>
                </a:lnTo>
                <a:lnTo>
                  <a:pt x="27050" y="27237"/>
                </a:lnTo>
                <a:lnTo>
                  <a:pt x="27185" y="26930"/>
                </a:lnTo>
                <a:lnTo>
                  <a:pt x="27333" y="26628"/>
                </a:lnTo>
                <a:lnTo>
                  <a:pt x="27493" y="26333"/>
                </a:lnTo>
                <a:lnTo>
                  <a:pt x="27666" y="26045"/>
                </a:lnTo>
                <a:lnTo>
                  <a:pt x="27852" y="25762"/>
                </a:lnTo>
                <a:lnTo>
                  <a:pt x="28051" y="25486"/>
                </a:lnTo>
                <a:lnTo>
                  <a:pt x="28263" y="25216"/>
                </a:lnTo>
                <a:lnTo>
                  <a:pt x="28487" y="24953"/>
                </a:lnTo>
                <a:lnTo>
                  <a:pt x="28724" y="24695"/>
                </a:lnTo>
                <a:lnTo>
                  <a:pt x="28974" y="24444"/>
                </a:lnTo>
                <a:lnTo>
                  <a:pt x="29237" y="24200"/>
                </a:lnTo>
                <a:lnTo>
                  <a:pt x="29513" y="23961"/>
                </a:lnTo>
                <a:lnTo>
                  <a:pt x="29802" y="23729"/>
                </a:lnTo>
                <a:lnTo>
                  <a:pt x="30103" y="23503"/>
                </a:lnTo>
                <a:lnTo>
                  <a:pt x="30589" y="23163"/>
                </a:lnTo>
                <a:lnTo>
                  <a:pt x="31090" y="22838"/>
                </a:lnTo>
                <a:lnTo>
                  <a:pt x="31606" y="22527"/>
                </a:lnTo>
                <a:lnTo>
                  <a:pt x="32138" y="22230"/>
                </a:lnTo>
                <a:lnTo>
                  <a:pt x="32685" y="21948"/>
                </a:lnTo>
                <a:lnTo>
                  <a:pt x="33247" y="21680"/>
                </a:lnTo>
                <a:lnTo>
                  <a:pt x="33825" y="21427"/>
                </a:lnTo>
                <a:lnTo>
                  <a:pt x="34417" y="21188"/>
                </a:lnTo>
                <a:lnTo>
                  <a:pt x="35025" y="20963"/>
                </a:lnTo>
                <a:lnTo>
                  <a:pt x="35649" y="20754"/>
                </a:lnTo>
                <a:lnTo>
                  <a:pt x="36287" y="20558"/>
                </a:lnTo>
                <a:lnTo>
                  <a:pt x="36941" y="20377"/>
                </a:lnTo>
                <a:lnTo>
                  <a:pt x="37610" y="20211"/>
                </a:lnTo>
                <a:lnTo>
                  <a:pt x="38295" y="20059"/>
                </a:lnTo>
                <a:lnTo>
                  <a:pt x="38995" y="19921"/>
                </a:lnTo>
                <a:lnTo>
                  <a:pt x="39710" y="19798"/>
                </a:lnTo>
                <a:lnTo>
                  <a:pt x="40440" y="19690"/>
                </a:lnTo>
                <a:lnTo>
                  <a:pt x="41186" y="19596"/>
                </a:lnTo>
                <a:lnTo>
                  <a:pt x="41947" y="19516"/>
                </a:lnTo>
                <a:lnTo>
                  <a:pt x="42723" y="19451"/>
                </a:lnTo>
                <a:lnTo>
                  <a:pt x="43514" y="19400"/>
                </a:lnTo>
                <a:lnTo>
                  <a:pt x="44321" y="19364"/>
                </a:lnTo>
                <a:lnTo>
                  <a:pt x="45143" y="19342"/>
                </a:lnTo>
                <a:lnTo>
                  <a:pt x="45980" y="19335"/>
                </a:lnTo>
                <a:lnTo>
                  <a:pt x="46790" y="19342"/>
                </a:lnTo>
                <a:lnTo>
                  <a:pt x="47584" y="19362"/>
                </a:lnTo>
                <a:lnTo>
                  <a:pt x="48360" y="19396"/>
                </a:lnTo>
                <a:lnTo>
                  <a:pt x="49119" y="19443"/>
                </a:lnTo>
                <a:lnTo>
                  <a:pt x="49861" y="19504"/>
                </a:lnTo>
                <a:lnTo>
                  <a:pt x="50586" y="19578"/>
                </a:lnTo>
                <a:lnTo>
                  <a:pt x="51293" y="19666"/>
                </a:lnTo>
                <a:lnTo>
                  <a:pt x="51984" y="19768"/>
                </a:lnTo>
                <a:lnTo>
                  <a:pt x="52658" y="19882"/>
                </a:lnTo>
                <a:lnTo>
                  <a:pt x="53315" y="20011"/>
                </a:lnTo>
                <a:lnTo>
                  <a:pt x="53954" y="20153"/>
                </a:lnTo>
                <a:lnTo>
                  <a:pt x="54577" y="20308"/>
                </a:lnTo>
                <a:lnTo>
                  <a:pt x="55182" y="20477"/>
                </a:lnTo>
                <a:lnTo>
                  <a:pt x="55771" y="20659"/>
                </a:lnTo>
                <a:lnTo>
                  <a:pt x="56342" y="20855"/>
                </a:lnTo>
                <a:lnTo>
                  <a:pt x="56897" y="21064"/>
                </a:lnTo>
                <a:lnTo>
                  <a:pt x="57434" y="21287"/>
                </a:lnTo>
                <a:lnTo>
                  <a:pt x="57954" y="21524"/>
                </a:lnTo>
                <a:lnTo>
                  <a:pt x="58457" y="21774"/>
                </a:lnTo>
                <a:lnTo>
                  <a:pt x="58943" y="22037"/>
                </a:lnTo>
                <a:lnTo>
                  <a:pt x="59413" y="22314"/>
                </a:lnTo>
                <a:lnTo>
                  <a:pt x="59865" y="22604"/>
                </a:lnTo>
                <a:lnTo>
                  <a:pt x="60299" y="22908"/>
                </a:lnTo>
                <a:lnTo>
                  <a:pt x="60717" y="23226"/>
                </a:lnTo>
                <a:lnTo>
                  <a:pt x="61121" y="23559"/>
                </a:lnTo>
                <a:lnTo>
                  <a:pt x="61512" y="23909"/>
                </a:lnTo>
                <a:lnTo>
                  <a:pt x="61892" y="24277"/>
                </a:lnTo>
                <a:lnTo>
                  <a:pt x="62260" y="24661"/>
                </a:lnTo>
                <a:lnTo>
                  <a:pt x="62616" y="25064"/>
                </a:lnTo>
                <a:lnTo>
                  <a:pt x="62960" y="25483"/>
                </a:lnTo>
                <a:lnTo>
                  <a:pt x="63292" y="25920"/>
                </a:lnTo>
                <a:lnTo>
                  <a:pt x="63612" y="26374"/>
                </a:lnTo>
                <a:lnTo>
                  <a:pt x="63921" y="26846"/>
                </a:lnTo>
                <a:lnTo>
                  <a:pt x="64217" y="27335"/>
                </a:lnTo>
                <a:lnTo>
                  <a:pt x="64502" y="27841"/>
                </a:lnTo>
                <a:lnTo>
                  <a:pt x="64775" y="28364"/>
                </a:lnTo>
                <a:lnTo>
                  <a:pt x="65036" y="28905"/>
                </a:lnTo>
                <a:lnTo>
                  <a:pt x="65285" y="29463"/>
                </a:lnTo>
                <a:lnTo>
                  <a:pt x="65522" y="30039"/>
                </a:lnTo>
                <a:lnTo>
                  <a:pt x="65748" y="30632"/>
                </a:lnTo>
                <a:lnTo>
                  <a:pt x="65961" y="31242"/>
                </a:lnTo>
                <a:lnTo>
                  <a:pt x="66163" y="31869"/>
                </a:lnTo>
                <a:lnTo>
                  <a:pt x="66353" y="32514"/>
                </a:lnTo>
                <a:lnTo>
                  <a:pt x="66530" y="33176"/>
                </a:lnTo>
                <a:lnTo>
                  <a:pt x="66696" y="33856"/>
                </a:lnTo>
                <a:lnTo>
                  <a:pt x="66851" y="34553"/>
                </a:lnTo>
                <a:lnTo>
                  <a:pt x="66993" y="35267"/>
                </a:lnTo>
                <a:lnTo>
                  <a:pt x="67123" y="35998"/>
                </a:lnTo>
                <a:lnTo>
                  <a:pt x="90388" y="35055"/>
                </a:lnTo>
                <a:lnTo>
                  <a:pt x="90324" y="33737"/>
                </a:lnTo>
                <a:lnTo>
                  <a:pt x="90224" y="32441"/>
                </a:lnTo>
                <a:lnTo>
                  <a:pt x="90088" y="31168"/>
                </a:lnTo>
                <a:lnTo>
                  <a:pt x="89916" y="29917"/>
                </a:lnTo>
                <a:lnTo>
                  <a:pt x="89707" y="28687"/>
                </a:lnTo>
                <a:lnTo>
                  <a:pt x="89462" y="27481"/>
                </a:lnTo>
                <a:lnTo>
                  <a:pt x="89181" y="26296"/>
                </a:lnTo>
                <a:lnTo>
                  <a:pt x="88864" y="25134"/>
                </a:lnTo>
                <a:lnTo>
                  <a:pt x="88511" y="23993"/>
                </a:lnTo>
                <a:lnTo>
                  <a:pt x="88122" y="22875"/>
                </a:lnTo>
                <a:lnTo>
                  <a:pt x="87696" y="21779"/>
                </a:lnTo>
                <a:lnTo>
                  <a:pt x="87235" y="20706"/>
                </a:lnTo>
                <a:lnTo>
                  <a:pt x="86737" y="19654"/>
                </a:lnTo>
                <a:lnTo>
                  <a:pt x="86203" y="18625"/>
                </a:lnTo>
                <a:lnTo>
                  <a:pt x="85633" y="17618"/>
                </a:lnTo>
                <a:lnTo>
                  <a:pt x="85026" y="16633"/>
                </a:lnTo>
                <a:lnTo>
                  <a:pt x="84384" y="15671"/>
                </a:lnTo>
                <a:lnTo>
                  <a:pt x="83705" y="14730"/>
                </a:lnTo>
                <a:lnTo>
                  <a:pt x="82990" y="13812"/>
                </a:lnTo>
                <a:lnTo>
                  <a:pt x="82239" y="12916"/>
                </a:lnTo>
                <a:lnTo>
                  <a:pt x="81452" y="12043"/>
                </a:lnTo>
                <a:lnTo>
                  <a:pt x="80629" y="11191"/>
                </a:lnTo>
                <a:lnTo>
                  <a:pt x="79769" y="10362"/>
                </a:lnTo>
                <a:lnTo>
                  <a:pt x="78874" y="9555"/>
                </a:lnTo>
                <a:lnTo>
                  <a:pt x="77941" y="8775"/>
                </a:lnTo>
                <a:lnTo>
                  <a:pt x="76972" y="8029"/>
                </a:lnTo>
                <a:lnTo>
                  <a:pt x="75965" y="7315"/>
                </a:lnTo>
                <a:lnTo>
                  <a:pt x="74921" y="6635"/>
                </a:lnTo>
                <a:lnTo>
                  <a:pt x="73839" y="5988"/>
                </a:lnTo>
                <a:lnTo>
                  <a:pt x="72721" y="5374"/>
                </a:lnTo>
                <a:lnTo>
                  <a:pt x="71565" y="4794"/>
                </a:lnTo>
                <a:lnTo>
                  <a:pt x="70372" y="4247"/>
                </a:lnTo>
                <a:lnTo>
                  <a:pt x="69142" y="3732"/>
                </a:lnTo>
                <a:lnTo>
                  <a:pt x="67874" y="3251"/>
                </a:lnTo>
                <a:lnTo>
                  <a:pt x="66569" y="2803"/>
                </a:lnTo>
                <a:lnTo>
                  <a:pt x="65227" y="2389"/>
                </a:lnTo>
                <a:lnTo>
                  <a:pt x="63848" y="2007"/>
                </a:lnTo>
                <a:lnTo>
                  <a:pt x="62431" y="1659"/>
                </a:lnTo>
                <a:lnTo>
                  <a:pt x="60977" y="1344"/>
                </a:lnTo>
                <a:lnTo>
                  <a:pt x="59486" y="1062"/>
                </a:lnTo>
                <a:lnTo>
                  <a:pt x="57958" y="813"/>
                </a:lnTo>
                <a:lnTo>
                  <a:pt x="56392" y="597"/>
                </a:lnTo>
                <a:lnTo>
                  <a:pt x="54789" y="415"/>
                </a:lnTo>
                <a:lnTo>
                  <a:pt x="53149" y="265"/>
                </a:lnTo>
                <a:lnTo>
                  <a:pt x="51472" y="149"/>
                </a:lnTo>
                <a:lnTo>
                  <a:pt x="49757" y="66"/>
                </a:lnTo>
                <a:lnTo>
                  <a:pt x="48005" y="17"/>
                </a:lnTo>
                <a:lnTo>
                  <a:pt x="46216" y="0"/>
                </a:lnTo>
                <a:lnTo>
                  <a:pt x="45116" y="7"/>
                </a:lnTo>
                <a:lnTo>
                  <a:pt x="44029" y="28"/>
                </a:lnTo>
                <a:lnTo>
                  <a:pt x="42956" y="63"/>
                </a:lnTo>
                <a:lnTo>
                  <a:pt x="41896" y="112"/>
                </a:lnTo>
                <a:lnTo>
                  <a:pt x="40850" y="174"/>
                </a:lnTo>
                <a:lnTo>
                  <a:pt x="39818" y="251"/>
                </a:lnTo>
                <a:lnTo>
                  <a:pt x="38798" y="342"/>
                </a:lnTo>
                <a:lnTo>
                  <a:pt x="37793" y="446"/>
                </a:lnTo>
                <a:lnTo>
                  <a:pt x="36801" y="565"/>
                </a:lnTo>
                <a:lnTo>
                  <a:pt x="35822" y="698"/>
                </a:lnTo>
                <a:lnTo>
                  <a:pt x="34857" y="844"/>
                </a:lnTo>
                <a:lnTo>
                  <a:pt x="33905" y="1005"/>
                </a:lnTo>
                <a:lnTo>
                  <a:pt x="32967" y="1179"/>
                </a:lnTo>
                <a:lnTo>
                  <a:pt x="32043" y="1367"/>
                </a:lnTo>
                <a:lnTo>
                  <a:pt x="31132" y="1570"/>
                </a:lnTo>
                <a:lnTo>
                  <a:pt x="30234" y="1786"/>
                </a:lnTo>
                <a:lnTo>
                  <a:pt x="29350" y="2016"/>
                </a:lnTo>
                <a:lnTo>
                  <a:pt x="28480" y="2260"/>
                </a:lnTo>
                <a:lnTo>
                  <a:pt x="27623" y="2518"/>
                </a:lnTo>
                <a:lnTo>
                  <a:pt x="26779" y="2791"/>
                </a:lnTo>
                <a:lnTo>
                  <a:pt x="25949" y="3077"/>
                </a:lnTo>
                <a:lnTo>
                  <a:pt x="25133" y="3377"/>
                </a:lnTo>
                <a:lnTo>
                  <a:pt x="24330" y="3690"/>
                </a:lnTo>
                <a:lnTo>
                  <a:pt x="23540" y="4018"/>
                </a:lnTo>
                <a:lnTo>
                  <a:pt x="22765" y="4359"/>
                </a:lnTo>
                <a:lnTo>
                  <a:pt x="22005" y="4713"/>
                </a:lnTo>
                <a:lnTo>
                  <a:pt x="21261" y="5080"/>
                </a:lnTo>
                <a:lnTo>
                  <a:pt x="20532" y="5459"/>
                </a:lnTo>
                <a:lnTo>
                  <a:pt x="19818" y="5851"/>
                </a:lnTo>
                <a:lnTo>
                  <a:pt x="19119" y="6255"/>
                </a:lnTo>
                <a:lnTo>
                  <a:pt x="18436" y="6673"/>
                </a:lnTo>
                <a:lnTo>
                  <a:pt x="17768" y="7103"/>
                </a:lnTo>
                <a:lnTo>
                  <a:pt x="17115" y="7546"/>
                </a:lnTo>
                <a:lnTo>
                  <a:pt x="16477" y="8001"/>
                </a:lnTo>
                <a:lnTo>
                  <a:pt x="15855" y="8469"/>
                </a:lnTo>
                <a:lnTo>
                  <a:pt x="15248" y="8950"/>
                </a:lnTo>
                <a:lnTo>
                  <a:pt x="14656" y="9444"/>
                </a:lnTo>
                <a:lnTo>
                  <a:pt x="14080" y="9951"/>
                </a:lnTo>
                <a:lnTo>
                  <a:pt x="13519" y="10470"/>
                </a:lnTo>
                <a:lnTo>
                  <a:pt x="12973" y="11002"/>
                </a:lnTo>
                <a:lnTo>
                  <a:pt x="12443" y="11546"/>
                </a:lnTo>
                <a:lnTo>
                  <a:pt x="11927" y="12104"/>
                </a:lnTo>
                <a:lnTo>
                  <a:pt x="11427" y="12674"/>
                </a:lnTo>
                <a:lnTo>
                  <a:pt x="10943" y="13256"/>
                </a:lnTo>
                <a:lnTo>
                  <a:pt x="10473" y="13852"/>
                </a:lnTo>
                <a:lnTo>
                  <a:pt x="10019" y="14460"/>
                </a:lnTo>
                <a:lnTo>
                  <a:pt x="9580" y="15081"/>
                </a:lnTo>
                <a:lnTo>
                  <a:pt x="9157" y="15715"/>
                </a:lnTo>
                <a:lnTo>
                  <a:pt x="8749" y="16357"/>
                </a:lnTo>
                <a:lnTo>
                  <a:pt x="8360" y="17002"/>
                </a:lnTo>
                <a:lnTo>
                  <a:pt x="7987" y="17652"/>
                </a:lnTo>
                <a:lnTo>
                  <a:pt x="7632" y="18306"/>
                </a:lnTo>
                <a:lnTo>
                  <a:pt x="7294" y="18964"/>
                </a:lnTo>
                <a:lnTo>
                  <a:pt x="6973" y="19625"/>
                </a:lnTo>
                <a:lnTo>
                  <a:pt x="6670" y="20291"/>
                </a:lnTo>
                <a:lnTo>
                  <a:pt x="6384" y="20960"/>
                </a:lnTo>
                <a:lnTo>
                  <a:pt x="6115" y="21634"/>
                </a:lnTo>
                <a:lnTo>
                  <a:pt x="5864" y="22311"/>
                </a:lnTo>
                <a:lnTo>
                  <a:pt x="5630" y="22993"/>
                </a:lnTo>
                <a:lnTo>
                  <a:pt x="5413" y="23678"/>
                </a:lnTo>
                <a:lnTo>
                  <a:pt x="5214" y="24368"/>
                </a:lnTo>
                <a:lnTo>
                  <a:pt x="5032" y="25061"/>
                </a:lnTo>
                <a:lnTo>
                  <a:pt x="4868" y="25759"/>
                </a:lnTo>
                <a:lnTo>
                  <a:pt x="4720" y="26460"/>
                </a:lnTo>
                <a:lnTo>
                  <a:pt x="4590" y="27165"/>
                </a:lnTo>
                <a:lnTo>
                  <a:pt x="4478" y="27874"/>
                </a:lnTo>
                <a:lnTo>
                  <a:pt x="4382" y="28588"/>
                </a:lnTo>
                <a:lnTo>
                  <a:pt x="4304" y="29305"/>
                </a:lnTo>
                <a:lnTo>
                  <a:pt x="4244" y="30026"/>
                </a:lnTo>
                <a:lnTo>
                  <a:pt x="4200" y="30751"/>
                </a:lnTo>
                <a:lnTo>
                  <a:pt x="4174" y="31480"/>
                </a:lnTo>
                <a:lnTo>
                  <a:pt x="4166" y="32213"/>
                </a:lnTo>
                <a:lnTo>
                  <a:pt x="4184" y="33348"/>
                </a:lnTo>
                <a:lnTo>
                  <a:pt x="4239" y="34468"/>
                </a:lnTo>
                <a:lnTo>
                  <a:pt x="4332" y="35574"/>
                </a:lnTo>
                <a:lnTo>
                  <a:pt x="4460" y="36665"/>
                </a:lnTo>
                <a:lnTo>
                  <a:pt x="4626" y="37742"/>
                </a:lnTo>
                <a:lnTo>
                  <a:pt x="4829" y="38804"/>
                </a:lnTo>
                <a:lnTo>
                  <a:pt x="5068" y="39852"/>
                </a:lnTo>
                <a:lnTo>
                  <a:pt x="5345" y="40885"/>
                </a:lnTo>
                <a:lnTo>
                  <a:pt x="5658" y="41904"/>
                </a:lnTo>
                <a:lnTo>
                  <a:pt x="6008" y="42908"/>
                </a:lnTo>
                <a:lnTo>
                  <a:pt x="6395" y="43898"/>
                </a:lnTo>
                <a:lnTo>
                  <a:pt x="6818" y="44873"/>
                </a:lnTo>
                <a:lnTo>
                  <a:pt x="7279" y="45834"/>
                </a:lnTo>
                <a:lnTo>
                  <a:pt x="7776" y="46780"/>
                </a:lnTo>
                <a:lnTo>
                  <a:pt x="8311" y="47712"/>
                </a:lnTo>
                <a:lnTo>
                  <a:pt x="8882" y="48629"/>
                </a:lnTo>
                <a:lnTo>
                  <a:pt x="9490" y="49532"/>
                </a:lnTo>
                <a:lnTo>
                  <a:pt x="10134" y="50421"/>
                </a:lnTo>
                <a:lnTo>
                  <a:pt x="10816" y="51294"/>
                </a:lnTo>
                <a:lnTo>
                  <a:pt x="11534" y="52154"/>
                </a:lnTo>
                <a:lnTo>
                  <a:pt x="12290" y="52999"/>
                </a:lnTo>
                <a:lnTo>
                  <a:pt x="13082" y="53829"/>
                </a:lnTo>
                <a:lnTo>
                  <a:pt x="13911" y="54645"/>
                </a:lnTo>
                <a:lnTo>
                  <a:pt x="14777" y="55446"/>
                </a:lnTo>
                <a:lnTo>
                  <a:pt x="15425" y="56007"/>
                </a:lnTo>
                <a:lnTo>
                  <a:pt x="16112" y="56561"/>
                </a:lnTo>
                <a:lnTo>
                  <a:pt x="16837" y="57107"/>
                </a:lnTo>
                <a:lnTo>
                  <a:pt x="17602" y="57645"/>
                </a:lnTo>
                <a:lnTo>
                  <a:pt x="18405" y="58177"/>
                </a:lnTo>
                <a:lnTo>
                  <a:pt x="19247" y="58701"/>
                </a:lnTo>
                <a:lnTo>
                  <a:pt x="20128" y="59217"/>
                </a:lnTo>
                <a:lnTo>
                  <a:pt x="21047" y="59726"/>
                </a:lnTo>
                <a:lnTo>
                  <a:pt x="22005" y="60228"/>
                </a:lnTo>
                <a:lnTo>
                  <a:pt x="23002" y="60722"/>
                </a:lnTo>
                <a:lnTo>
                  <a:pt x="24038" y="61209"/>
                </a:lnTo>
                <a:lnTo>
                  <a:pt x="25112" y="61689"/>
                </a:lnTo>
                <a:lnTo>
                  <a:pt x="26225" y="62161"/>
                </a:lnTo>
                <a:lnTo>
                  <a:pt x="27377" y="62626"/>
                </a:lnTo>
                <a:lnTo>
                  <a:pt x="28568" y="63083"/>
                </a:lnTo>
                <a:lnTo>
                  <a:pt x="29798" y="63533"/>
                </a:lnTo>
                <a:lnTo>
                  <a:pt x="31066" y="63976"/>
                </a:lnTo>
                <a:lnTo>
                  <a:pt x="32373" y="64411"/>
                </a:lnTo>
                <a:lnTo>
                  <a:pt x="33719" y="64839"/>
                </a:lnTo>
                <a:lnTo>
                  <a:pt x="35103" y="65260"/>
                </a:lnTo>
                <a:lnTo>
                  <a:pt x="36526" y="65673"/>
                </a:lnTo>
                <a:lnTo>
                  <a:pt x="37988" y="66078"/>
                </a:lnTo>
                <a:lnTo>
                  <a:pt x="39489" y="66477"/>
                </a:lnTo>
                <a:lnTo>
                  <a:pt x="41028" y="66868"/>
                </a:lnTo>
                <a:lnTo>
                  <a:pt x="42222" y="67166"/>
                </a:lnTo>
                <a:lnTo>
                  <a:pt x="43379" y="67456"/>
                </a:lnTo>
                <a:lnTo>
                  <a:pt x="44500" y="67739"/>
                </a:lnTo>
                <a:lnTo>
                  <a:pt x="45585" y="68014"/>
                </a:lnTo>
                <a:lnTo>
                  <a:pt x="46633" y="68282"/>
                </a:lnTo>
                <a:lnTo>
                  <a:pt x="47645" y="68541"/>
                </a:lnTo>
                <a:lnTo>
                  <a:pt x="48621" y="68793"/>
                </a:lnTo>
                <a:lnTo>
                  <a:pt x="49561" y="69038"/>
                </a:lnTo>
                <a:lnTo>
                  <a:pt x="50464" y="69275"/>
                </a:lnTo>
                <a:lnTo>
                  <a:pt x="51331" y="69504"/>
                </a:lnTo>
                <a:lnTo>
                  <a:pt x="52161" y="69725"/>
                </a:lnTo>
                <a:lnTo>
                  <a:pt x="52956" y="69939"/>
                </a:lnTo>
                <a:lnTo>
                  <a:pt x="53714" y="70145"/>
                </a:lnTo>
                <a:lnTo>
                  <a:pt x="54436" y="70344"/>
                </a:lnTo>
                <a:lnTo>
                  <a:pt x="55121" y="70535"/>
                </a:lnTo>
                <a:lnTo>
                  <a:pt x="55770" y="70718"/>
                </a:lnTo>
                <a:lnTo>
                  <a:pt x="56383" y="70893"/>
                </a:lnTo>
                <a:lnTo>
                  <a:pt x="56959" y="71061"/>
                </a:lnTo>
                <a:lnTo>
                  <a:pt x="57500" y="71222"/>
                </a:lnTo>
                <a:lnTo>
                  <a:pt x="58004" y="71374"/>
                </a:lnTo>
                <a:lnTo>
                  <a:pt x="58471" y="71519"/>
                </a:lnTo>
                <a:lnTo>
                  <a:pt x="58903" y="71656"/>
                </a:lnTo>
                <a:lnTo>
                  <a:pt x="59298" y="71786"/>
                </a:lnTo>
                <a:lnTo>
                  <a:pt x="59656" y="71908"/>
                </a:lnTo>
                <a:lnTo>
                  <a:pt x="60148" y="72087"/>
                </a:lnTo>
                <a:lnTo>
                  <a:pt x="60627" y="72268"/>
                </a:lnTo>
                <a:lnTo>
                  <a:pt x="61094" y="72452"/>
                </a:lnTo>
                <a:lnTo>
                  <a:pt x="61548" y="72638"/>
                </a:lnTo>
                <a:lnTo>
                  <a:pt x="61990" y="72828"/>
                </a:lnTo>
                <a:lnTo>
                  <a:pt x="62420" y="73019"/>
                </a:lnTo>
                <a:lnTo>
                  <a:pt x="62837" y="73214"/>
                </a:lnTo>
                <a:lnTo>
                  <a:pt x="63241" y="73411"/>
                </a:lnTo>
                <a:lnTo>
                  <a:pt x="63634" y="73610"/>
                </a:lnTo>
                <a:lnTo>
                  <a:pt x="64013" y="73813"/>
                </a:lnTo>
                <a:lnTo>
                  <a:pt x="64381" y="74017"/>
                </a:lnTo>
                <a:lnTo>
                  <a:pt x="64736" y="74225"/>
                </a:lnTo>
                <a:lnTo>
                  <a:pt x="65078" y="74435"/>
                </a:lnTo>
                <a:lnTo>
                  <a:pt x="65408" y="74647"/>
                </a:lnTo>
                <a:lnTo>
                  <a:pt x="65726" y="74862"/>
                </a:lnTo>
                <a:lnTo>
                  <a:pt x="66032" y="75080"/>
                </a:lnTo>
                <a:lnTo>
                  <a:pt x="66324" y="75301"/>
                </a:lnTo>
                <a:lnTo>
                  <a:pt x="66605" y="75524"/>
                </a:lnTo>
                <a:lnTo>
                  <a:pt x="66873" y="75749"/>
                </a:lnTo>
                <a:lnTo>
                  <a:pt x="67129" y="75977"/>
                </a:lnTo>
                <a:lnTo>
                  <a:pt x="67372" y="76208"/>
                </a:lnTo>
                <a:lnTo>
                  <a:pt x="67603" y="76441"/>
                </a:lnTo>
                <a:lnTo>
                  <a:pt x="67821" y="76677"/>
                </a:lnTo>
                <a:lnTo>
                  <a:pt x="68027" y="76916"/>
                </a:lnTo>
                <a:lnTo>
                  <a:pt x="68223" y="77158"/>
                </a:lnTo>
                <a:lnTo>
                  <a:pt x="68410" y="77404"/>
                </a:lnTo>
                <a:lnTo>
                  <a:pt x="68589" y="77654"/>
                </a:lnTo>
                <a:lnTo>
                  <a:pt x="68760" y="77909"/>
                </a:lnTo>
                <a:lnTo>
                  <a:pt x="68922" y="78168"/>
                </a:lnTo>
                <a:lnTo>
                  <a:pt x="69076" y="78431"/>
                </a:lnTo>
                <a:lnTo>
                  <a:pt x="69222" y="78698"/>
                </a:lnTo>
                <a:lnTo>
                  <a:pt x="69359" y="78969"/>
                </a:lnTo>
                <a:lnTo>
                  <a:pt x="69488" y="79245"/>
                </a:lnTo>
                <a:lnTo>
                  <a:pt x="69609" y="79525"/>
                </a:lnTo>
                <a:lnTo>
                  <a:pt x="69721" y="79810"/>
                </a:lnTo>
                <a:lnTo>
                  <a:pt x="69825" y="80098"/>
                </a:lnTo>
                <a:lnTo>
                  <a:pt x="69921" y="80391"/>
                </a:lnTo>
                <a:lnTo>
                  <a:pt x="70008" y="80688"/>
                </a:lnTo>
                <a:lnTo>
                  <a:pt x="70087" y="80989"/>
                </a:lnTo>
                <a:lnTo>
                  <a:pt x="70158" y="81295"/>
                </a:lnTo>
                <a:lnTo>
                  <a:pt x="70220" y="81604"/>
                </a:lnTo>
                <a:lnTo>
                  <a:pt x="70274" y="81918"/>
                </a:lnTo>
                <a:lnTo>
                  <a:pt x="70320" y="82237"/>
                </a:lnTo>
                <a:lnTo>
                  <a:pt x="70358" y="82559"/>
                </a:lnTo>
                <a:lnTo>
                  <a:pt x="70387" y="82886"/>
                </a:lnTo>
                <a:lnTo>
                  <a:pt x="70408" y="83217"/>
                </a:lnTo>
                <a:lnTo>
                  <a:pt x="70420" y="83552"/>
                </a:lnTo>
                <a:lnTo>
                  <a:pt x="70424" y="83892"/>
                </a:lnTo>
                <a:lnTo>
                  <a:pt x="70414" y="84421"/>
                </a:lnTo>
                <a:lnTo>
                  <a:pt x="70385" y="84945"/>
                </a:lnTo>
                <a:lnTo>
                  <a:pt x="70335" y="85464"/>
                </a:lnTo>
                <a:lnTo>
                  <a:pt x="70266" y="85976"/>
                </a:lnTo>
                <a:lnTo>
                  <a:pt x="70177" y="86483"/>
                </a:lnTo>
                <a:lnTo>
                  <a:pt x="70068" y="86985"/>
                </a:lnTo>
                <a:lnTo>
                  <a:pt x="69940" y="87481"/>
                </a:lnTo>
                <a:lnTo>
                  <a:pt x="69791" y="87971"/>
                </a:lnTo>
                <a:lnTo>
                  <a:pt x="69623" y="88455"/>
                </a:lnTo>
                <a:lnTo>
                  <a:pt x="69435" y="88934"/>
                </a:lnTo>
                <a:lnTo>
                  <a:pt x="69227" y="89408"/>
                </a:lnTo>
                <a:lnTo>
                  <a:pt x="69000" y="89876"/>
                </a:lnTo>
                <a:lnTo>
                  <a:pt x="68752" y="90338"/>
                </a:lnTo>
                <a:lnTo>
                  <a:pt x="68485" y="90794"/>
                </a:lnTo>
                <a:lnTo>
                  <a:pt x="68198" y="91245"/>
                </a:lnTo>
                <a:lnTo>
                  <a:pt x="67892" y="91690"/>
                </a:lnTo>
                <a:lnTo>
                  <a:pt x="67565" y="92130"/>
                </a:lnTo>
                <a:lnTo>
                  <a:pt x="67219" y="92564"/>
                </a:lnTo>
                <a:lnTo>
                  <a:pt x="66853" y="92992"/>
                </a:lnTo>
                <a:lnTo>
                  <a:pt x="66467" y="93415"/>
                </a:lnTo>
                <a:lnTo>
                  <a:pt x="66061" y="93832"/>
                </a:lnTo>
                <a:lnTo>
                  <a:pt x="65636" y="94244"/>
                </a:lnTo>
                <a:lnTo>
                  <a:pt x="65191" y="94650"/>
                </a:lnTo>
                <a:lnTo>
                  <a:pt x="64726" y="95050"/>
                </a:lnTo>
                <a:lnTo>
                  <a:pt x="64241" y="95439"/>
                </a:lnTo>
                <a:lnTo>
                  <a:pt x="63738" y="95812"/>
                </a:lnTo>
                <a:lnTo>
                  <a:pt x="63215" y="96168"/>
                </a:lnTo>
                <a:lnTo>
                  <a:pt x="62673" y="96508"/>
                </a:lnTo>
                <a:lnTo>
                  <a:pt x="62111" y="96831"/>
                </a:lnTo>
                <a:lnTo>
                  <a:pt x="61530" y="97137"/>
                </a:lnTo>
                <a:lnTo>
                  <a:pt x="60930" y="97427"/>
                </a:lnTo>
                <a:lnTo>
                  <a:pt x="60311" y="97700"/>
                </a:lnTo>
                <a:lnTo>
                  <a:pt x="59673" y="97957"/>
                </a:lnTo>
                <a:lnTo>
                  <a:pt x="59015" y="98197"/>
                </a:lnTo>
                <a:lnTo>
                  <a:pt x="58338" y="98421"/>
                </a:lnTo>
                <a:lnTo>
                  <a:pt x="57642" y="98628"/>
                </a:lnTo>
                <a:lnTo>
                  <a:pt x="56927" y="98818"/>
                </a:lnTo>
                <a:lnTo>
                  <a:pt x="56192" y="98992"/>
                </a:lnTo>
                <a:lnTo>
                  <a:pt x="55438" y="99149"/>
                </a:lnTo>
                <a:lnTo>
                  <a:pt x="54665" y="99290"/>
                </a:lnTo>
                <a:lnTo>
                  <a:pt x="53873" y="99414"/>
                </a:lnTo>
                <a:lnTo>
                  <a:pt x="53061" y="99522"/>
                </a:lnTo>
                <a:lnTo>
                  <a:pt x="52231" y="99613"/>
                </a:lnTo>
                <a:lnTo>
                  <a:pt x="51381" y="99688"/>
                </a:lnTo>
                <a:lnTo>
                  <a:pt x="50511" y="99746"/>
                </a:lnTo>
                <a:lnTo>
                  <a:pt x="49623" y="99787"/>
                </a:lnTo>
                <a:lnTo>
                  <a:pt x="48715" y="99812"/>
                </a:lnTo>
                <a:lnTo>
                  <a:pt x="47788" y="99820"/>
                </a:lnTo>
                <a:lnTo>
                  <a:pt x="46911" y="99811"/>
                </a:lnTo>
                <a:lnTo>
                  <a:pt x="46050" y="99783"/>
                </a:lnTo>
                <a:lnTo>
                  <a:pt x="45203" y="99736"/>
                </a:lnTo>
                <a:lnTo>
                  <a:pt x="44372" y="99671"/>
                </a:lnTo>
                <a:lnTo>
                  <a:pt x="43556" y="99587"/>
                </a:lnTo>
                <a:lnTo>
                  <a:pt x="42755" y="99485"/>
                </a:lnTo>
                <a:lnTo>
                  <a:pt x="41969" y="99364"/>
                </a:lnTo>
                <a:lnTo>
                  <a:pt x="41199" y="99224"/>
                </a:lnTo>
                <a:lnTo>
                  <a:pt x="40443" y="99066"/>
                </a:lnTo>
                <a:lnTo>
                  <a:pt x="39703" y="98889"/>
                </a:lnTo>
                <a:lnTo>
                  <a:pt x="38978" y="98694"/>
                </a:lnTo>
                <a:lnTo>
                  <a:pt x="38268" y="98480"/>
                </a:lnTo>
                <a:lnTo>
                  <a:pt x="37573" y="98247"/>
                </a:lnTo>
                <a:lnTo>
                  <a:pt x="36893" y="97996"/>
                </a:lnTo>
                <a:lnTo>
                  <a:pt x="36228" y="97726"/>
                </a:lnTo>
                <a:lnTo>
                  <a:pt x="35579" y="97437"/>
                </a:lnTo>
                <a:lnTo>
                  <a:pt x="34945" y="97130"/>
                </a:lnTo>
                <a:lnTo>
                  <a:pt x="34325" y="96804"/>
                </a:lnTo>
                <a:lnTo>
                  <a:pt x="33721" y="96460"/>
                </a:lnTo>
                <a:lnTo>
                  <a:pt x="33133" y="96097"/>
                </a:lnTo>
                <a:lnTo>
                  <a:pt x="32559" y="95715"/>
                </a:lnTo>
                <a:lnTo>
                  <a:pt x="32000" y="95315"/>
                </a:lnTo>
                <a:lnTo>
                  <a:pt x="31457" y="94896"/>
                </a:lnTo>
                <a:lnTo>
                  <a:pt x="30929" y="94458"/>
                </a:lnTo>
                <a:lnTo>
                  <a:pt x="30415" y="94001"/>
                </a:lnTo>
                <a:lnTo>
                  <a:pt x="29916" y="93522"/>
                </a:lnTo>
                <a:lnTo>
                  <a:pt x="29432" y="93022"/>
                </a:lnTo>
                <a:lnTo>
                  <a:pt x="28962" y="92501"/>
                </a:lnTo>
                <a:lnTo>
                  <a:pt x="28507" y="91959"/>
                </a:lnTo>
                <a:lnTo>
                  <a:pt x="28067" y="91396"/>
                </a:lnTo>
                <a:lnTo>
                  <a:pt x="27641" y="90812"/>
                </a:lnTo>
                <a:lnTo>
                  <a:pt x="27230" y="90207"/>
                </a:lnTo>
                <a:lnTo>
                  <a:pt x="26833" y="89581"/>
                </a:lnTo>
                <a:lnTo>
                  <a:pt x="26451" y="88933"/>
                </a:lnTo>
                <a:lnTo>
                  <a:pt x="26084" y="88265"/>
                </a:lnTo>
                <a:lnTo>
                  <a:pt x="25731" y="87575"/>
                </a:lnTo>
                <a:lnTo>
                  <a:pt x="25393" y="86865"/>
                </a:lnTo>
                <a:lnTo>
                  <a:pt x="25069" y="86133"/>
                </a:lnTo>
                <a:lnTo>
                  <a:pt x="24760" y="85380"/>
                </a:lnTo>
                <a:lnTo>
                  <a:pt x="24466" y="84606"/>
                </a:lnTo>
                <a:lnTo>
                  <a:pt x="24186" y="83811"/>
                </a:lnTo>
                <a:lnTo>
                  <a:pt x="23921" y="82995"/>
                </a:lnTo>
                <a:lnTo>
                  <a:pt x="23670" y="82158"/>
                </a:lnTo>
                <a:lnTo>
                  <a:pt x="23434" y="81299"/>
                </a:lnTo>
                <a:lnTo>
                  <a:pt x="23213" y="80420"/>
                </a:lnTo>
                <a:lnTo>
                  <a:pt x="23006" y="79520"/>
                </a:lnTo>
                <a:lnTo>
                  <a:pt x="22814" y="78598"/>
                </a:lnTo>
                <a:lnTo>
                  <a:pt x="22636" y="77655"/>
                </a:lnTo>
                <a:lnTo>
                  <a:pt x="0" y="79856"/>
                </a:lnTo>
                <a:lnTo>
                  <a:pt x="206" y="81455"/>
                </a:lnTo>
                <a:lnTo>
                  <a:pt x="445" y="83021"/>
                </a:lnTo>
                <a:lnTo>
                  <a:pt x="717" y="84555"/>
                </a:lnTo>
                <a:lnTo>
                  <a:pt x="1022" y="86057"/>
                </a:lnTo>
                <a:close/>
                <a:moveTo>
                  <a:pt x="411261" y="92703"/>
                </a:moveTo>
                <a:lnTo>
                  <a:pt x="411084" y="93173"/>
                </a:lnTo>
                <a:lnTo>
                  <a:pt x="410900" y="93631"/>
                </a:lnTo>
                <a:lnTo>
                  <a:pt x="410710" y="94076"/>
                </a:lnTo>
                <a:lnTo>
                  <a:pt x="410515" y="94510"/>
                </a:lnTo>
                <a:lnTo>
                  <a:pt x="410313" y="94932"/>
                </a:lnTo>
                <a:lnTo>
                  <a:pt x="410105" y="95342"/>
                </a:lnTo>
                <a:lnTo>
                  <a:pt x="409892" y="95740"/>
                </a:lnTo>
                <a:lnTo>
                  <a:pt x="409672" y="96126"/>
                </a:lnTo>
                <a:lnTo>
                  <a:pt x="409446" y="96500"/>
                </a:lnTo>
                <a:lnTo>
                  <a:pt x="409214" y="96862"/>
                </a:lnTo>
                <a:lnTo>
                  <a:pt x="408977" y="97212"/>
                </a:lnTo>
                <a:lnTo>
                  <a:pt x="408733" y="97550"/>
                </a:lnTo>
                <a:lnTo>
                  <a:pt x="408483" y="97875"/>
                </a:lnTo>
                <a:lnTo>
                  <a:pt x="408228" y="98189"/>
                </a:lnTo>
                <a:lnTo>
                  <a:pt x="407966" y="98491"/>
                </a:lnTo>
                <a:lnTo>
                  <a:pt x="407698" y="98781"/>
                </a:lnTo>
                <a:lnTo>
                  <a:pt x="407424" y="99059"/>
                </a:lnTo>
                <a:lnTo>
                  <a:pt x="407145" y="99325"/>
                </a:lnTo>
                <a:lnTo>
                  <a:pt x="406859" y="99578"/>
                </a:lnTo>
                <a:lnTo>
                  <a:pt x="406567" y="99820"/>
                </a:lnTo>
                <a:lnTo>
                  <a:pt x="406270" y="100051"/>
                </a:lnTo>
                <a:lnTo>
                  <a:pt x="405966" y="100272"/>
                </a:lnTo>
                <a:lnTo>
                  <a:pt x="405657" y="100483"/>
                </a:lnTo>
                <a:lnTo>
                  <a:pt x="405342" y="100685"/>
                </a:lnTo>
                <a:lnTo>
                  <a:pt x="405022" y="100876"/>
                </a:lnTo>
                <a:lnTo>
                  <a:pt x="404696" y="101058"/>
                </a:lnTo>
                <a:lnTo>
                  <a:pt x="404364" y="101230"/>
                </a:lnTo>
                <a:lnTo>
                  <a:pt x="404026" y="101392"/>
                </a:lnTo>
                <a:lnTo>
                  <a:pt x="403682" y="101544"/>
                </a:lnTo>
                <a:lnTo>
                  <a:pt x="403333" y="101687"/>
                </a:lnTo>
                <a:lnTo>
                  <a:pt x="402978" y="101820"/>
                </a:lnTo>
                <a:lnTo>
                  <a:pt x="402618" y="101942"/>
                </a:lnTo>
                <a:lnTo>
                  <a:pt x="402251" y="102055"/>
                </a:lnTo>
                <a:lnTo>
                  <a:pt x="401879" y="102158"/>
                </a:lnTo>
                <a:lnTo>
                  <a:pt x="401501" y="102252"/>
                </a:lnTo>
                <a:lnTo>
                  <a:pt x="401118" y="102335"/>
                </a:lnTo>
                <a:lnTo>
                  <a:pt x="400728" y="102409"/>
                </a:lnTo>
                <a:lnTo>
                  <a:pt x="400333" y="102473"/>
                </a:lnTo>
                <a:lnTo>
                  <a:pt x="399933" y="102527"/>
                </a:lnTo>
                <a:lnTo>
                  <a:pt x="399526" y="102571"/>
                </a:lnTo>
                <a:lnTo>
                  <a:pt x="399114" y="102605"/>
                </a:lnTo>
                <a:lnTo>
                  <a:pt x="398696" y="102630"/>
                </a:lnTo>
                <a:lnTo>
                  <a:pt x="398272" y="102645"/>
                </a:lnTo>
                <a:lnTo>
                  <a:pt x="397843" y="102650"/>
                </a:lnTo>
                <a:lnTo>
                  <a:pt x="397212" y="102640"/>
                </a:lnTo>
                <a:lnTo>
                  <a:pt x="396590" y="102612"/>
                </a:lnTo>
                <a:lnTo>
                  <a:pt x="395976" y="102564"/>
                </a:lnTo>
                <a:lnTo>
                  <a:pt x="395371" y="102498"/>
                </a:lnTo>
                <a:lnTo>
                  <a:pt x="394775" y="102413"/>
                </a:lnTo>
                <a:lnTo>
                  <a:pt x="394188" y="102308"/>
                </a:lnTo>
                <a:lnTo>
                  <a:pt x="393609" y="102185"/>
                </a:lnTo>
                <a:lnTo>
                  <a:pt x="393040" y="102043"/>
                </a:lnTo>
                <a:lnTo>
                  <a:pt x="392478" y="101882"/>
                </a:lnTo>
                <a:lnTo>
                  <a:pt x="391926" y="101701"/>
                </a:lnTo>
                <a:lnTo>
                  <a:pt x="391382" y="101502"/>
                </a:lnTo>
                <a:lnTo>
                  <a:pt x="390848" y="101284"/>
                </a:lnTo>
                <a:lnTo>
                  <a:pt x="390321" y="101047"/>
                </a:lnTo>
                <a:lnTo>
                  <a:pt x="389804" y="100791"/>
                </a:lnTo>
                <a:lnTo>
                  <a:pt x="389295" y="100516"/>
                </a:lnTo>
                <a:lnTo>
                  <a:pt x="388795" y="100222"/>
                </a:lnTo>
                <a:lnTo>
                  <a:pt x="388304" y="99909"/>
                </a:lnTo>
                <a:lnTo>
                  <a:pt x="387821" y="99577"/>
                </a:lnTo>
                <a:lnTo>
                  <a:pt x="387348" y="99226"/>
                </a:lnTo>
                <a:lnTo>
                  <a:pt x="386883" y="98856"/>
                </a:lnTo>
                <a:lnTo>
                  <a:pt x="386426" y="98467"/>
                </a:lnTo>
                <a:lnTo>
                  <a:pt x="385979" y="98060"/>
                </a:lnTo>
                <a:lnTo>
                  <a:pt x="385540" y="97633"/>
                </a:lnTo>
                <a:lnTo>
                  <a:pt x="385110" y="97187"/>
                </a:lnTo>
                <a:lnTo>
                  <a:pt x="384693" y="96724"/>
                </a:lnTo>
                <a:lnTo>
                  <a:pt x="384292" y="96246"/>
                </a:lnTo>
                <a:lnTo>
                  <a:pt x="383909" y="95753"/>
                </a:lnTo>
                <a:lnTo>
                  <a:pt x="383542" y="95245"/>
                </a:lnTo>
                <a:lnTo>
                  <a:pt x="383193" y="94722"/>
                </a:lnTo>
                <a:lnTo>
                  <a:pt x="382860" y="94183"/>
                </a:lnTo>
                <a:lnTo>
                  <a:pt x="382544" y="93629"/>
                </a:lnTo>
                <a:lnTo>
                  <a:pt x="382245" y="93061"/>
                </a:lnTo>
                <a:lnTo>
                  <a:pt x="381963" y="92477"/>
                </a:lnTo>
                <a:lnTo>
                  <a:pt x="381698" y="91878"/>
                </a:lnTo>
                <a:lnTo>
                  <a:pt x="381450" y="91263"/>
                </a:lnTo>
                <a:lnTo>
                  <a:pt x="381219" y="90634"/>
                </a:lnTo>
                <a:lnTo>
                  <a:pt x="381005" y="89989"/>
                </a:lnTo>
                <a:lnTo>
                  <a:pt x="380808" y="89330"/>
                </a:lnTo>
                <a:lnTo>
                  <a:pt x="380627" y="88655"/>
                </a:lnTo>
                <a:lnTo>
                  <a:pt x="380464" y="87965"/>
                </a:lnTo>
                <a:lnTo>
                  <a:pt x="380317" y="87260"/>
                </a:lnTo>
                <a:lnTo>
                  <a:pt x="380188" y="86539"/>
                </a:lnTo>
                <a:lnTo>
                  <a:pt x="380075" y="85804"/>
                </a:lnTo>
                <a:lnTo>
                  <a:pt x="379979" y="85053"/>
                </a:lnTo>
                <a:lnTo>
                  <a:pt x="379900" y="84288"/>
                </a:lnTo>
                <a:lnTo>
                  <a:pt x="379838" y="83507"/>
                </a:lnTo>
                <a:lnTo>
                  <a:pt x="379793" y="82711"/>
                </a:lnTo>
                <a:lnTo>
                  <a:pt x="379765" y="81900"/>
                </a:lnTo>
                <a:lnTo>
                  <a:pt x="435099" y="81900"/>
                </a:lnTo>
                <a:lnTo>
                  <a:pt x="435118" y="79807"/>
                </a:lnTo>
                <a:lnTo>
                  <a:pt x="435099" y="77759"/>
                </a:lnTo>
                <a:lnTo>
                  <a:pt x="435041" y="75757"/>
                </a:lnTo>
                <a:lnTo>
                  <a:pt x="434944" y="73801"/>
                </a:lnTo>
                <a:lnTo>
                  <a:pt x="434807" y="71890"/>
                </a:lnTo>
                <a:lnTo>
                  <a:pt x="434632" y="70024"/>
                </a:lnTo>
                <a:lnTo>
                  <a:pt x="434417" y="68204"/>
                </a:lnTo>
                <a:lnTo>
                  <a:pt x="434164" y="66429"/>
                </a:lnTo>
                <a:lnTo>
                  <a:pt x="433872" y="64699"/>
                </a:lnTo>
                <a:lnTo>
                  <a:pt x="433540" y="63016"/>
                </a:lnTo>
                <a:lnTo>
                  <a:pt x="433170" y="61377"/>
                </a:lnTo>
                <a:lnTo>
                  <a:pt x="432760" y="59784"/>
                </a:lnTo>
                <a:lnTo>
                  <a:pt x="432312" y="58236"/>
                </a:lnTo>
                <a:lnTo>
                  <a:pt x="431824" y="56734"/>
                </a:lnTo>
                <a:lnTo>
                  <a:pt x="431298" y="55277"/>
                </a:lnTo>
                <a:lnTo>
                  <a:pt x="430732" y="53866"/>
                </a:lnTo>
                <a:lnTo>
                  <a:pt x="430127" y="52500"/>
                </a:lnTo>
                <a:lnTo>
                  <a:pt x="429484" y="51180"/>
                </a:lnTo>
                <a:lnTo>
                  <a:pt x="428801" y="49905"/>
                </a:lnTo>
                <a:lnTo>
                  <a:pt x="428079" y="48675"/>
                </a:lnTo>
                <a:lnTo>
                  <a:pt x="427319" y="47491"/>
                </a:lnTo>
                <a:lnTo>
                  <a:pt x="426519" y="46353"/>
                </a:lnTo>
                <a:lnTo>
                  <a:pt x="425680" y="45259"/>
                </a:lnTo>
                <a:lnTo>
                  <a:pt x="424802" y="44212"/>
                </a:lnTo>
                <a:lnTo>
                  <a:pt x="423891" y="43208"/>
                </a:lnTo>
                <a:lnTo>
                  <a:pt x="422953" y="42247"/>
                </a:lnTo>
                <a:lnTo>
                  <a:pt x="421987" y="41329"/>
                </a:lnTo>
                <a:lnTo>
                  <a:pt x="420994" y="40453"/>
                </a:lnTo>
                <a:lnTo>
                  <a:pt x="419974" y="39620"/>
                </a:lnTo>
                <a:lnTo>
                  <a:pt x="418927" y="38830"/>
                </a:lnTo>
                <a:lnTo>
                  <a:pt x="417852" y="38083"/>
                </a:lnTo>
                <a:lnTo>
                  <a:pt x="416750" y="37378"/>
                </a:lnTo>
                <a:lnTo>
                  <a:pt x="415621" y="36716"/>
                </a:lnTo>
                <a:lnTo>
                  <a:pt x="414464" y="36097"/>
                </a:lnTo>
                <a:lnTo>
                  <a:pt x="413280" y="35520"/>
                </a:lnTo>
                <a:lnTo>
                  <a:pt x="412069" y="34986"/>
                </a:lnTo>
                <a:lnTo>
                  <a:pt x="410831" y="34495"/>
                </a:lnTo>
                <a:lnTo>
                  <a:pt x="409565" y="34047"/>
                </a:lnTo>
                <a:lnTo>
                  <a:pt x="408272" y="33641"/>
                </a:lnTo>
                <a:lnTo>
                  <a:pt x="406952" y="33278"/>
                </a:lnTo>
                <a:lnTo>
                  <a:pt x="405604" y="32957"/>
                </a:lnTo>
                <a:lnTo>
                  <a:pt x="404229" y="32680"/>
                </a:lnTo>
                <a:lnTo>
                  <a:pt x="402827" y="32445"/>
                </a:lnTo>
                <a:lnTo>
                  <a:pt x="401397" y="32253"/>
                </a:lnTo>
                <a:lnTo>
                  <a:pt x="399940" y="32103"/>
                </a:lnTo>
                <a:lnTo>
                  <a:pt x="398456" y="31996"/>
                </a:lnTo>
                <a:lnTo>
                  <a:pt x="396945" y="31932"/>
                </a:lnTo>
                <a:lnTo>
                  <a:pt x="395406" y="31911"/>
                </a:lnTo>
                <a:lnTo>
                  <a:pt x="394034" y="31931"/>
                </a:lnTo>
                <a:lnTo>
                  <a:pt x="392682" y="31993"/>
                </a:lnTo>
                <a:lnTo>
                  <a:pt x="391350" y="32095"/>
                </a:lnTo>
                <a:lnTo>
                  <a:pt x="390038" y="32237"/>
                </a:lnTo>
                <a:lnTo>
                  <a:pt x="388745" y="32421"/>
                </a:lnTo>
                <a:lnTo>
                  <a:pt x="387473" y="32645"/>
                </a:lnTo>
                <a:lnTo>
                  <a:pt x="386220" y="32911"/>
                </a:lnTo>
                <a:lnTo>
                  <a:pt x="384988" y="33217"/>
                </a:lnTo>
                <a:lnTo>
                  <a:pt x="383775" y="33563"/>
                </a:lnTo>
                <a:lnTo>
                  <a:pt x="382582" y="33951"/>
                </a:lnTo>
                <a:lnTo>
                  <a:pt x="381409" y="34379"/>
                </a:lnTo>
                <a:lnTo>
                  <a:pt x="380256" y="34849"/>
                </a:lnTo>
                <a:lnTo>
                  <a:pt x="379123" y="35359"/>
                </a:lnTo>
                <a:lnTo>
                  <a:pt x="378010" y="35909"/>
                </a:lnTo>
                <a:lnTo>
                  <a:pt x="376917" y="36501"/>
                </a:lnTo>
                <a:lnTo>
                  <a:pt x="375844" y="37133"/>
                </a:lnTo>
                <a:lnTo>
                  <a:pt x="374791" y="37807"/>
                </a:lnTo>
                <a:lnTo>
                  <a:pt x="373757" y="38521"/>
                </a:lnTo>
                <a:lnTo>
                  <a:pt x="372744" y="39275"/>
                </a:lnTo>
                <a:lnTo>
                  <a:pt x="371750" y="40071"/>
                </a:lnTo>
                <a:lnTo>
                  <a:pt x="370777" y="40907"/>
                </a:lnTo>
                <a:lnTo>
                  <a:pt x="369823" y="41785"/>
                </a:lnTo>
                <a:lnTo>
                  <a:pt x="368889" y="42703"/>
                </a:lnTo>
                <a:lnTo>
                  <a:pt x="367975" y="43661"/>
                </a:lnTo>
                <a:lnTo>
                  <a:pt x="367090" y="44656"/>
                </a:lnTo>
                <a:lnTo>
                  <a:pt x="366243" y="45682"/>
                </a:lnTo>
                <a:lnTo>
                  <a:pt x="365433" y="46740"/>
                </a:lnTo>
                <a:lnTo>
                  <a:pt x="364661" y="47828"/>
                </a:lnTo>
                <a:lnTo>
                  <a:pt x="363927" y="48948"/>
                </a:lnTo>
                <a:lnTo>
                  <a:pt x="363230" y="50099"/>
                </a:lnTo>
                <a:lnTo>
                  <a:pt x="362571" y="51282"/>
                </a:lnTo>
                <a:lnTo>
                  <a:pt x="361949" y="52495"/>
                </a:lnTo>
                <a:lnTo>
                  <a:pt x="361366" y="53740"/>
                </a:lnTo>
                <a:lnTo>
                  <a:pt x="360820" y="55016"/>
                </a:lnTo>
                <a:lnTo>
                  <a:pt x="360311" y="56323"/>
                </a:lnTo>
                <a:lnTo>
                  <a:pt x="359840" y="57662"/>
                </a:lnTo>
                <a:lnTo>
                  <a:pt x="359407" y="59032"/>
                </a:lnTo>
                <a:lnTo>
                  <a:pt x="359012" y="60433"/>
                </a:lnTo>
                <a:lnTo>
                  <a:pt x="358654" y="61865"/>
                </a:lnTo>
                <a:lnTo>
                  <a:pt x="358334" y="63329"/>
                </a:lnTo>
                <a:lnTo>
                  <a:pt x="358051" y="64823"/>
                </a:lnTo>
                <a:lnTo>
                  <a:pt x="357807" y="66349"/>
                </a:lnTo>
                <a:lnTo>
                  <a:pt x="357600" y="67907"/>
                </a:lnTo>
                <a:lnTo>
                  <a:pt x="357430" y="69495"/>
                </a:lnTo>
                <a:lnTo>
                  <a:pt x="357298" y="71115"/>
                </a:lnTo>
                <a:lnTo>
                  <a:pt x="357204" y="72766"/>
                </a:lnTo>
                <a:lnTo>
                  <a:pt x="357148" y="74448"/>
                </a:lnTo>
                <a:lnTo>
                  <a:pt x="357129" y="76162"/>
                </a:lnTo>
                <a:lnTo>
                  <a:pt x="357143" y="77599"/>
                </a:lnTo>
                <a:lnTo>
                  <a:pt x="357186" y="79016"/>
                </a:lnTo>
                <a:lnTo>
                  <a:pt x="357258" y="80411"/>
                </a:lnTo>
                <a:lnTo>
                  <a:pt x="357358" y="81786"/>
                </a:lnTo>
                <a:lnTo>
                  <a:pt x="357487" y="83140"/>
                </a:lnTo>
                <a:lnTo>
                  <a:pt x="357645" y="84474"/>
                </a:lnTo>
                <a:lnTo>
                  <a:pt x="357831" y="85786"/>
                </a:lnTo>
                <a:lnTo>
                  <a:pt x="358046" y="87078"/>
                </a:lnTo>
                <a:lnTo>
                  <a:pt x="358289" y="88350"/>
                </a:lnTo>
                <a:lnTo>
                  <a:pt x="358562" y="89600"/>
                </a:lnTo>
                <a:lnTo>
                  <a:pt x="358862" y="90830"/>
                </a:lnTo>
                <a:lnTo>
                  <a:pt x="359192" y="92039"/>
                </a:lnTo>
                <a:lnTo>
                  <a:pt x="359550" y="93227"/>
                </a:lnTo>
                <a:lnTo>
                  <a:pt x="359937" y="94395"/>
                </a:lnTo>
                <a:lnTo>
                  <a:pt x="360353" y="95541"/>
                </a:lnTo>
                <a:lnTo>
                  <a:pt x="360797" y="96667"/>
                </a:lnTo>
                <a:lnTo>
                  <a:pt x="361270" y="97773"/>
                </a:lnTo>
                <a:lnTo>
                  <a:pt x="361771" y="98857"/>
                </a:lnTo>
                <a:lnTo>
                  <a:pt x="362301" y="99921"/>
                </a:lnTo>
                <a:lnTo>
                  <a:pt x="362860" y="100964"/>
                </a:lnTo>
                <a:lnTo>
                  <a:pt x="363447" y="101987"/>
                </a:lnTo>
                <a:lnTo>
                  <a:pt x="364063" y="102988"/>
                </a:lnTo>
                <a:lnTo>
                  <a:pt x="364708" y="103969"/>
                </a:lnTo>
                <a:lnTo>
                  <a:pt x="365382" y="104929"/>
                </a:lnTo>
                <a:lnTo>
                  <a:pt x="366272" y="106090"/>
                </a:lnTo>
                <a:lnTo>
                  <a:pt x="367202" y="107201"/>
                </a:lnTo>
                <a:lnTo>
                  <a:pt x="368172" y="108263"/>
                </a:lnTo>
                <a:lnTo>
                  <a:pt x="369181" y="109276"/>
                </a:lnTo>
                <a:lnTo>
                  <a:pt x="370229" y="110239"/>
                </a:lnTo>
                <a:lnTo>
                  <a:pt x="371316" y="111153"/>
                </a:lnTo>
                <a:lnTo>
                  <a:pt x="372442" y="112018"/>
                </a:lnTo>
                <a:lnTo>
                  <a:pt x="373608" y="112833"/>
                </a:lnTo>
                <a:lnTo>
                  <a:pt x="374813" y="113598"/>
                </a:lnTo>
                <a:lnTo>
                  <a:pt x="376058" y="114314"/>
                </a:lnTo>
                <a:lnTo>
                  <a:pt x="377342" y="114981"/>
                </a:lnTo>
                <a:lnTo>
                  <a:pt x="378665" y="115599"/>
                </a:lnTo>
                <a:lnTo>
                  <a:pt x="380027" y="116167"/>
                </a:lnTo>
                <a:lnTo>
                  <a:pt x="381429" y="116686"/>
                </a:lnTo>
                <a:lnTo>
                  <a:pt x="382870" y="117155"/>
                </a:lnTo>
                <a:lnTo>
                  <a:pt x="384350" y="117575"/>
                </a:lnTo>
                <a:lnTo>
                  <a:pt x="385870" y="117945"/>
                </a:lnTo>
                <a:lnTo>
                  <a:pt x="387429" y="118266"/>
                </a:lnTo>
                <a:lnTo>
                  <a:pt x="389027" y="118538"/>
                </a:lnTo>
                <a:lnTo>
                  <a:pt x="390664" y="118760"/>
                </a:lnTo>
                <a:lnTo>
                  <a:pt x="392341" y="118933"/>
                </a:lnTo>
                <a:lnTo>
                  <a:pt x="394057" y="119057"/>
                </a:lnTo>
                <a:lnTo>
                  <a:pt x="395812" y="119131"/>
                </a:lnTo>
                <a:lnTo>
                  <a:pt x="397607" y="119155"/>
                </a:lnTo>
                <a:lnTo>
                  <a:pt x="398745" y="119144"/>
                </a:lnTo>
                <a:lnTo>
                  <a:pt x="399868" y="119112"/>
                </a:lnTo>
                <a:lnTo>
                  <a:pt x="400974" y="119057"/>
                </a:lnTo>
                <a:lnTo>
                  <a:pt x="402064" y="118980"/>
                </a:lnTo>
                <a:lnTo>
                  <a:pt x="403139" y="118882"/>
                </a:lnTo>
                <a:lnTo>
                  <a:pt x="404197" y="118761"/>
                </a:lnTo>
                <a:lnTo>
                  <a:pt x="405239" y="118619"/>
                </a:lnTo>
                <a:lnTo>
                  <a:pt x="406266" y="118455"/>
                </a:lnTo>
                <a:lnTo>
                  <a:pt x="407276" y="118268"/>
                </a:lnTo>
                <a:lnTo>
                  <a:pt x="408271" y="118060"/>
                </a:lnTo>
                <a:lnTo>
                  <a:pt x="409250" y="117830"/>
                </a:lnTo>
                <a:lnTo>
                  <a:pt x="410212" y="117579"/>
                </a:lnTo>
                <a:lnTo>
                  <a:pt x="411159" y="117305"/>
                </a:lnTo>
                <a:lnTo>
                  <a:pt x="412090" y="117009"/>
                </a:lnTo>
                <a:lnTo>
                  <a:pt x="413004" y="116692"/>
                </a:lnTo>
                <a:lnTo>
                  <a:pt x="413903" y="116352"/>
                </a:lnTo>
                <a:lnTo>
                  <a:pt x="414786" y="115991"/>
                </a:lnTo>
                <a:lnTo>
                  <a:pt x="415653" y="115607"/>
                </a:lnTo>
                <a:lnTo>
                  <a:pt x="416504" y="115202"/>
                </a:lnTo>
                <a:lnTo>
                  <a:pt x="417339" y="114775"/>
                </a:lnTo>
                <a:lnTo>
                  <a:pt x="418157" y="114326"/>
                </a:lnTo>
                <a:lnTo>
                  <a:pt x="418960" y="113855"/>
                </a:lnTo>
                <a:lnTo>
                  <a:pt x="419747" y="113363"/>
                </a:lnTo>
                <a:lnTo>
                  <a:pt x="420518" y="112848"/>
                </a:lnTo>
                <a:lnTo>
                  <a:pt x="421273" y="112312"/>
                </a:lnTo>
                <a:lnTo>
                  <a:pt x="422011" y="111757"/>
                </a:lnTo>
                <a:lnTo>
                  <a:pt x="422731" y="111181"/>
                </a:lnTo>
                <a:lnTo>
                  <a:pt x="423434" y="110585"/>
                </a:lnTo>
                <a:lnTo>
                  <a:pt x="424121" y="109970"/>
                </a:lnTo>
                <a:lnTo>
                  <a:pt x="424790" y="109334"/>
                </a:lnTo>
                <a:lnTo>
                  <a:pt x="425442" y="108679"/>
                </a:lnTo>
                <a:lnTo>
                  <a:pt x="426077" y="108003"/>
                </a:lnTo>
                <a:lnTo>
                  <a:pt x="426695" y="107308"/>
                </a:lnTo>
                <a:lnTo>
                  <a:pt x="427296" y="106592"/>
                </a:lnTo>
                <a:lnTo>
                  <a:pt x="427880" y="105857"/>
                </a:lnTo>
                <a:lnTo>
                  <a:pt x="428447" y="105101"/>
                </a:lnTo>
                <a:lnTo>
                  <a:pt x="428997" y="104325"/>
                </a:lnTo>
                <a:lnTo>
                  <a:pt x="429530" y="103530"/>
                </a:lnTo>
                <a:lnTo>
                  <a:pt x="430046" y="102714"/>
                </a:lnTo>
                <a:lnTo>
                  <a:pt x="430544" y="101879"/>
                </a:lnTo>
                <a:lnTo>
                  <a:pt x="431026" y="101024"/>
                </a:lnTo>
                <a:lnTo>
                  <a:pt x="431490" y="100148"/>
                </a:lnTo>
                <a:lnTo>
                  <a:pt x="431938" y="99253"/>
                </a:lnTo>
                <a:lnTo>
                  <a:pt x="432368" y="98337"/>
                </a:lnTo>
                <a:lnTo>
                  <a:pt x="432782" y="97402"/>
                </a:lnTo>
                <a:lnTo>
                  <a:pt x="433178" y="96446"/>
                </a:lnTo>
                <a:lnTo>
                  <a:pt x="433557" y="95471"/>
                </a:lnTo>
                <a:lnTo>
                  <a:pt x="433920" y="94475"/>
                </a:lnTo>
                <a:lnTo>
                  <a:pt x="411912" y="90703"/>
                </a:lnTo>
                <a:lnTo>
                  <a:pt x="411758" y="91221"/>
                </a:lnTo>
                <a:lnTo>
                  <a:pt x="411599" y="91727"/>
                </a:lnTo>
                <a:lnTo>
                  <a:pt x="411433" y="92221"/>
                </a:lnTo>
                <a:lnTo>
                  <a:pt x="411261" y="92703"/>
                </a:lnTo>
                <a:close/>
                <a:moveTo>
                  <a:pt x="380213" y="66189"/>
                </a:moveTo>
                <a:lnTo>
                  <a:pt x="380265" y="65484"/>
                </a:lnTo>
                <a:lnTo>
                  <a:pt x="380333" y="64793"/>
                </a:lnTo>
                <a:lnTo>
                  <a:pt x="380418" y="64114"/>
                </a:lnTo>
                <a:lnTo>
                  <a:pt x="380520" y="63449"/>
                </a:lnTo>
                <a:lnTo>
                  <a:pt x="380638" y="62797"/>
                </a:lnTo>
                <a:lnTo>
                  <a:pt x="380773" y="62157"/>
                </a:lnTo>
                <a:lnTo>
                  <a:pt x="380925" y="61531"/>
                </a:lnTo>
                <a:lnTo>
                  <a:pt x="381093" y="60918"/>
                </a:lnTo>
                <a:lnTo>
                  <a:pt x="381278" y="60318"/>
                </a:lnTo>
                <a:lnTo>
                  <a:pt x="381480" y="59730"/>
                </a:lnTo>
                <a:lnTo>
                  <a:pt x="381698" y="59156"/>
                </a:lnTo>
                <a:lnTo>
                  <a:pt x="381933" y="58595"/>
                </a:lnTo>
                <a:lnTo>
                  <a:pt x="382184" y="58047"/>
                </a:lnTo>
                <a:lnTo>
                  <a:pt x="382452" y="57512"/>
                </a:lnTo>
                <a:lnTo>
                  <a:pt x="382737" y="56990"/>
                </a:lnTo>
                <a:lnTo>
                  <a:pt x="383039" y="56481"/>
                </a:lnTo>
                <a:lnTo>
                  <a:pt x="383357" y="55985"/>
                </a:lnTo>
                <a:lnTo>
                  <a:pt x="383691" y="55503"/>
                </a:lnTo>
                <a:lnTo>
                  <a:pt x="384043" y="55033"/>
                </a:lnTo>
                <a:lnTo>
                  <a:pt x="384411" y="54576"/>
                </a:lnTo>
                <a:lnTo>
                  <a:pt x="384795" y="54132"/>
                </a:lnTo>
                <a:lnTo>
                  <a:pt x="385193" y="53704"/>
                </a:lnTo>
                <a:lnTo>
                  <a:pt x="385599" y="53295"/>
                </a:lnTo>
                <a:lnTo>
                  <a:pt x="386014" y="52903"/>
                </a:lnTo>
                <a:lnTo>
                  <a:pt x="386437" y="52530"/>
                </a:lnTo>
                <a:lnTo>
                  <a:pt x="386870" y="52175"/>
                </a:lnTo>
                <a:lnTo>
                  <a:pt x="387311" y="51838"/>
                </a:lnTo>
                <a:lnTo>
                  <a:pt x="387760" y="51519"/>
                </a:lnTo>
                <a:lnTo>
                  <a:pt x="388219" y="51219"/>
                </a:lnTo>
                <a:lnTo>
                  <a:pt x="388686" y="50937"/>
                </a:lnTo>
                <a:lnTo>
                  <a:pt x="389162" y="50673"/>
                </a:lnTo>
                <a:lnTo>
                  <a:pt x="389647" y="50427"/>
                </a:lnTo>
                <a:lnTo>
                  <a:pt x="390140" y="50199"/>
                </a:lnTo>
                <a:lnTo>
                  <a:pt x="390642" y="49990"/>
                </a:lnTo>
                <a:lnTo>
                  <a:pt x="391153" y="49799"/>
                </a:lnTo>
                <a:lnTo>
                  <a:pt x="391673" y="49626"/>
                </a:lnTo>
                <a:lnTo>
                  <a:pt x="392201" y="49471"/>
                </a:lnTo>
                <a:lnTo>
                  <a:pt x="392738" y="49334"/>
                </a:lnTo>
                <a:lnTo>
                  <a:pt x="393284" y="49216"/>
                </a:lnTo>
                <a:lnTo>
                  <a:pt x="393839" y="49116"/>
                </a:lnTo>
                <a:lnTo>
                  <a:pt x="394402" y="49034"/>
                </a:lnTo>
                <a:lnTo>
                  <a:pt x="394974" y="48970"/>
                </a:lnTo>
                <a:lnTo>
                  <a:pt x="395555" y="48925"/>
                </a:lnTo>
                <a:lnTo>
                  <a:pt x="396144" y="48897"/>
                </a:lnTo>
                <a:lnTo>
                  <a:pt x="396742" y="48888"/>
                </a:lnTo>
                <a:lnTo>
                  <a:pt x="397302" y="48897"/>
                </a:lnTo>
                <a:lnTo>
                  <a:pt x="397855" y="48923"/>
                </a:lnTo>
                <a:lnTo>
                  <a:pt x="398400" y="48966"/>
                </a:lnTo>
                <a:lnTo>
                  <a:pt x="398939" y="49026"/>
                </a:lnTo>
                <a:lnTo>
                  <a:pt x="399470" y="49104"/>
                </a:lnTo>
                <a:lnTo>
                  <a:pt x="399994" y="49199"/>
                </a:lnTo>
                <a:lnTo>
                  <a:pt x="400512" y="49311"/>
                </a:lnTo>
                <a:lnTo>
                  <a:pt x="401022" y="49441"/>
                </a:lnTo>
                <a:lnTo>
                  <a:pt x="401525" y="49587"/>
                </a:lnTo>
                <a:lnTo>
                  <a:pt x="402021" y="49751"/>
                </a:lnTo>
                <a:lnTo>
                  <a:pt x="402509" y="49933"/>
                </a:lnTo>
                <a:lnTo>
                  <a:pt x="402991" y="50131"/>
                </a:lnTo>
                <a:lnTo>
                  <a:pt x="403466" y="50347"/>
                </a:lnTo>
                <a:lnTo>
                  <a:pt x="403933" y="50580"/>
                </a:lnTo>
                <a:lnTo>
                  <a:pt x="404394" y="50830"/>
                </a:lnTo>
                <a:lnTo>
                  <a:pt x="404847" y="51098"/>
                </a:lnTo>
                <a:lnTo>
                  <a:pt x="405293" y="51383"/>
                </a:lnTo>
                <a:lnTo>
                  <a:pt x="405732" y="51685"/>
                </a:lnTo>
                <a:lnTo>
                  <a:pt x="406164" y="52004"/>
                </a:lnTo>
                <a:lnTo>
                  <a:pt x="406589" y="52341"/>
                </a:lnTo>
                <a:lnTo>
                  <a:pt x="407007" y="52694"/>
                </a:lnTo>
                <a:lnTo>
                  <a:pt x="407418" y="53066"/>
                </a:lnTo>
                <a:lnTo>
                  <a:pt x="407821" y="53454"/>
                </a:lnTo>
                <a:lnTo>
                  <a:pt x="408218" y="53860"/>
                </a:lnTo>
                <a:lnTo>
                  <a:pt x="408603" y="54282"/>
                </a:lnTo>
                <a:lnTo>
                  <a:pt x="408973" y="54720"/>
                </a:lnTo>
                <a:lnTo>
                  <a:pt x="409327" y="55174"/>
                </a:lnTo>
                <a:lnTo>
                  <a:pt x="409665" y="55644"/>
                </a:lnTo>
                <a:lnTo>
                  <a:pt x="409988" y="56130"/>
                </a:lnTo>
                <a:lnTo>
                  <a:pt x="410296" y="56631"/>
                </a:lnTo>
                <a:lnTo>
                  <a:pt x="410588" y="57149"/>
                </a:lnTo>
                <a:lnTo>
                  <a:pt x="410864" y="57683"/>
                </a:lnTo>
                <a:lnTo>
                  <a:pt x="411125" y="58232"/>
                </a:lnTo>
                <a:lnTo>
                  <a:pt x="411370" y="58797"/>
                </a:lnTo>
                <a:lnTo>
                  <a:pt x="411600" y="59379"/>
                </a:lnTo>
                <a:lnTo>
                  <a:pt x="411814" y="59976"/>
                </a:lnTo>
                <a:lnTo>
                  <a:pt x="412012" y="60589"/>
                </a:lnTo>
                <a:lnTo>
                  <a:pt x="412195" y="61217"/>
                </a:lnTo>
                <a:lnTo>
                  <a:pt x="412363" y="61862"/>
                </a:lnTo>
                <a:lnTo>
                  <a:pt x="412515" y="62523"/>
                </a:lnTo>
                <a:lnTo>
                  <a:pt x="412651" y="63200"/>
                </a:lnTo>
                <a:lnTo>
                  <a:pt x="412772" y="63892"/>
                </a:lnTo>
                <a:lnTo>
                  <a:pt x="412877" y="64600"/>
                </a:lnTo>
                <a:lnTo>
                  <a:pt x="412966" y="65325"/>
                </a:lnTo>
                <a:lnTo>
                  <a:pt x="413041" y="66065"/>
                </a:lnTo>
                <a:lnTo>
                  <a:pt x="413099" y="66821"/>
                </a:lnTo>
                <a:lnTo>
                  <a:pt x="413142" y="67593"/>
                </a:lnTo>
                <a:lnTo>
                  <a:pt x="413170" y="68381"/>
                </a:lnTo>
                <a:lnTo>
                  <a:pt x="380158" y="68381"/>
                </a:lnTo>
                <a:lnTo>
                  <a:pt x="380160" y="67637"/>
                </a:lnTo>
                <a:lnTo>
                  <a:pt x="380178" y="66906"/>
                </a:lnTo>
                <a:lnTo>
                  <a:pt x="380213" y="66189"/>
                </a:lnTo>
                <a:close/>
                <a:moveTo>
                  <a:pt x="166473" y="68928"/>
                </a:moveTo>
                <a:lnTo>
                  <a:pt x="166470" y="70395"/>
                </a:lnTo>
                <a:lnTo>
                  <a:pt x="166462" y="71816"/>
                </a:lnTo>
                <a:lnTo>
                  <a:pt x="166447" y="73190"/>
                </a:lnTo>
                <a:lnTo>
                  <a:pt x="166427" y="74519"/>
                </a:lnTo>
                <a:lnTo>
                  <a:pt x="166402" y="75801"/>
                </a:lnTo>
                <a:lnTo>
                  <a:pt x="166370" y="77037"/>
                </a:lnTo>
                <a:lnTo>
                  <a:pt x="166333" y="78227"/>
                </a:lnTo>
                <a:lnTo>
                  <a:pt x="166290" y="79371"/>
                </a:lnTo>
                <a:lnTo>
                  <a:pt x="166241" y="80469"/>
                </a:lnTo>
                <a:lnTo>
                  <a:pt x="166187" y="81520"/>
                </a:lnTo>
                <a:lnTo>
                  <a:pt x="166127" y="82525"/>
                </a:lnTo>
                <a:lnTo>
                  <a:pt x="166061" y="83485"/>
                </a:lnTo>
                <a:lnTo>
                  <a:pt x="165989" y="84398"/>
                </a:lnTo>
                <a:lnTo>
                  <a:pt x="165912" y="85264"/>
                </a:lnTo>
                <a:lnTo>
                  <a:pt x="165828" y="86085"/>
                </a:lnTo>
                <a:lnTo>
                  <a:pt x="165740" y="86860"/>
                </a:lnTo>
                <a:lnTo>
                  <a:pt x="165645" y="87588"/>
                </a:lnTo>
                <a:lnTo>
                  <a:pt x="165545" y="88271"/>
                </a:lnTo>
                <a:lnTo>
                  <a:pt x="165439" y="88907"/>
                </a:lnTo>
                <a:lnTo>
                  <a:pt x="165327" y="89497"/>
                </a:lnTo>
                <a:lnTo>
                  <a:pt x="165210" y="90041"/>
                </a:lnTo>
                <a:lnTo>
                  <a:pt x="165086" y="90538"/>
                </a:lnTo>
                <a:lnTo>
                  <a:pt x="164957" y="90990"/>
                </a:lnTo>
                <a:lnTo>
                  <a:pt x="164823" y="91395"/>
                </a:lnTo>
                <a:lnTo>
                  <a:pt x="164680" y="91775"/>
                </a:lnTo>
                <a:lnTo>
                  <a:pt x="164528" y="92150"/>
                </a:lnTo>
                <a:lnTo>
                  <a:pt x="164366" y="92519"/>
                </a:lnTo>
                <a:lnTo>
                  <a:pt x="164194" y="92883"/>
                </a:lnTo>
                <a:lnTo>
                  <a:pt x="164012" y="93242"/>
                </a:lnTo>
                <a:lnTo>
                  <a:pt x="163821" y="93596"/>
                </a:lnTo>
                <a:lnTo>
                  <a:pt x="163619" y="93945"/>
                </a:lnTo>
                <a:lnTo>
                  <a:pt x="163408" y="94289"/>
                </a:lnTo>
                <a:lnTo>
                  <a:pt x="163187" y="94627"/>
                </a:lnTo>
                <a:lnTo>
                  <a:pt x="162956" y="94960"/>
                </a:lnTo>
                <a:lnTo>
                  <a:pt x="162715" y="95288"/>
                </a:lnTo>
                <a:lnTo>
                  <a:pt x="162465" y="95611"/>
                </a:lnTo>
                <a:lnTo>
                  <a:pt x="162204" y="95928"/>
                </a:lnTo>
                <a:lnTo>
                  <a:pt x="161934" y="96241"/>
                </a:lnTo>
                <a:lnTo>
                  <a:pt x="161654" y="96548"/>
                </a:lnTo>
                <a:lnTo>
                  <a:pt x="161364" y="96850"/>
                </a:lnTo>
                <a:lnTo>
                  <a:pt x="161065" y="97147"/>
                </a:lnTo>
                <a:lnTo>
                  <a:pt x="160755" y="97439"/>
                </a:lnTo>
                <a:lnTo>
                  <a:pt x="160436" y="97726"/>
                </a:lnTo>
                <a:lnTo>
                  <a:pt x="160107" y="98007"/>
                </a:lnTo>
                <a:lnTo>
                  <a:pt x="159768" y="98283"/>
                </a:lnTo>
                <a:lnTo>
                  <a:pt x="159419" y="98554"/>
                </a:lnTo>
                <a:lnTo>
                  <a:pt x="159060" y="98820"/>
                </a:lnTo>
                <a:lnTo>
                  <a:pt x="158692" y="99081"/>
                </a:lnTo>
                <a:lnTo>
                  <a:pt x="158317" y="99334"/>
                </a:lnTo>
                <a:lnTo>
                  <a:pt x="157937" y="99576"/>
                </a:lnTo>
                <a:lnTo>
                  <a:pt x="157554" y="99807"/>
                </a:lnTo>
                <a:lnTo>
                  <a:pt x="157166" y="100027"/>
                </a:lnTo>
                <a:lnTo>
                  <a:pt x="156774" y="100237"/>
                </a:lnTo>
                <a:lnTo>
                  <a:pt x="156378" y="100436"/>
                </a:lnTo>
                <a:lnTo>
                  <a:pt x="155978" y="100624"/>
                </a:lnTo>
                <a:lnTo>
                  <a:pt x="155574" y="100802"/>
                </a:lnTo>
                <a:lnTo>
                  <a:pt x="155166" y="100968"/>
                </a:lnTo>
                <a:lnTo>
                  <a:pt x="154754" y="101124"/>
                </a:lnTo>
                <a:lnTo>
                  <a:pt x="154338" y="101269"/>
                </a:lnTo>
                <a:lnTo>
                  <a:pt x="153917" y="101404"/>
                </a:lnTo>
                <a:lnTo>
                  <a:pt x="153493" y="101527"/>
                </a:lnTo>
                <a:lnTo>
                  <a:pt x="153064" y="101640"/>
                </a:lnTo>
                <a:lnTo>
                  <a:pt x="152631" y="101743"/>
                </a:lnTo>
                <a:lnTo>
                  <a:pt x="152195" y="101834"/>
                </a:lnTo>
                <a:lnTo>
                  <a:pt x="151754" y="101915"/>
                </a:lnTo>
                <a:lnTo>
                  <a:pt x="151309" y="101985"/>
                </a:lnTo>
                <a:lnTo>
                  <a:pt x="150860" y="102044"/>
                </a:lnTo>
                <a:lnTo>
                  <a:pt x="150406" y="102092"/>
                </a:lnTo>
                <a:lnTo>
                  <a:pt x="149949" y="102130"/>
                </a:lnTo>
                <a:lnTo>
                  <a:pt x="149488" y="102157"/>
                </a:lnTo>
                <a:lnTo>
                  <a:pt x="149022" y="102173"/>
                </a:lnTo>
                <a:lnTo>
                  <a:pt x="148553" y="102178"/>
                </a:lnTo>
                <a:lnTo>
                  <a:pt x="148143" y="102174"/>
                </a:lnTo>
                <a:lnTo>
                  <a:pt x="147739" y="102162"/>
                </a:lnTo>
                <a:lnTo>
                  <a:pt x="147342" y="102142"/>
                </a:lnTo>
                <a:lnTo>
                  <a:pt x="146950" y="102114"/>
                </a:lnTo>
                <a:lnTo>
                  <a:pt x="146565" y="102078"/>
                </a:lnTo>
                <a:lnTo>
                  <a:pt x="146185" y="102034"/>
                </a:lnTo>
                <a:lnTo>
                  <a:pt x="145811" y="101981"/>
                </a:lnTo>
                <a:lnTo>
                  <a:pt x="145444" y="101921"/>
                </a:lnTo>
                <a:lnTo>
                  <a:pt x="145082" y="101853"/>
                </a:lnTo>
                <a:lnTo>
                  <a:pt x="144727" y="101776"/>
                </a:lnTo>
                <a:lnTo>
                  <a:pt x="144377" y="101692"/>
                </a:lnTo>
                <a:lnTo>
                  <a:pt x="144033" y="101600"/>
                </a:lnTo>
                <a:lnTo>
                  <a:pt x="143696" y="101499"/>
                </a:lnTo>
                <a:lnTo>
                  <a:pt x="143364" y="101391"/>
                </a:lnTo>
                <a:lnTo>
                  <a:pt x="143039" y="101274"/>
                </a:lnTo>
                <a:lnTo>
                  <a:pt x="142719" y="101150"/>
                </a:lnTo>
                <a:lnTo>
                  <a:pt x="142405" y="101017"/>
                </a:lnTo>
                <a:lnTo>
                  <a:pt x="142098" y="100877"/>
                </a:lnTo>
                <a:lnTo>
                  <a:pt x="141796" y="100728"/>
                </a:lnTo>
                <a:lnTo>
                  <a:pt x="141501" y="100571"/>
                </a:lnTo>
                <a:lnTo>
                  <a:pt x="141211" y="100407"/>
                </a:lnTo>
                <a:lnTo>
                  <a:pt x="140928" y="100234"/>
                </a:lnTo>
                <a:lnTo>
                  <a:pt x="140650" y="100053"/>
                </a:lnTo>
                <a:lnTo>
                  <a:pt x="140379" y="99864"/>
                </a:lnTo>
                <a:lnTo>
                  <a:pt x="140113" y="99669"/>
                </a:lnTo>
                <a:lnTo>
                  <a:pt x="139855" y="99467"/>
                </a:lnTo>
                <a:lnTo>
                  <a:pt x="139604" y="99260"/>
                </a:lnTo>
                <a:lnTo>
                  <a:pt x="139360" y="99047"/>
                </a:lnTo>
                <a:lnTo>
                  <a:pt x="139123" y="98829"/>
                </a:lnTo>
                <a:lnTo>
                  <a:pt x="138893" y="98605"/>
                </a:lnTo>
                <a:lnTo>
                  <a:pt x="138669" y="98375"/>
                </a:lnTo>
                <a:lnTo>
                  <a:pt x="138453" y="98139"/>
                </a:lnTo>
                <a:lnTo>
                  <a:pt x="138243" y="97898"/>
                </a:lnTo>
                <a:lnTo>
                  <a:pt x="138041" y="97651"/>
                </a:lnTo>
                <a:lnTo>
                  <a:pt x="137846" y="97398"/>
                </a:lnTo>
                <a:lnTo>
                  <a:pt x="137657" y="97139"/>
                </a:lnTo>
                <a:lnTo>
                  <a:pt x="137475" y="96875"/>
                </a:lnTo>
                <a:lnTo>
                  <a:pt x="137301" y="96605"/>
                </a:lnTo>
                <a:lnTo>
                  <a:pt x="137133" y="96329"/>
                </a:lnTo>
                <a:lnTo>
                  <a:pt x="136973" y="96048"/>
                </a:lnTo>
                <a:lnTo>
                  <a:pt x="136819" y="95761"/>
                </a:lnTo>
                <a:lnTo>
                  <a:pt x="136672" y="95468"/>
                </a:lnTo>
                <a:lnTo>
                  <a:pt x="136532" y="95170"/>
                </a:lnTo>
                <a:lnTo>
                  <a:pt x="136399" y="94865"/>
                </a:lnTo>
                <a:lnTo>
                  <a:pt x="136274" y="94555"/>
                </a:lnTo>
                <a:lnTo>
                  <a:pt x="136155" y="94240"/>
                </a:lnTo>
                <a:lnTo>
                  <a:pt x="136043" y="93918"/>
                </a:lnTo>
                <a:lnTo>
                  <a:pt x="135938" y="93591"/>
                </a:lnTo>
                <a:lnTo>
                  <a:pt x="135838" y="93238"/>
                </a:lnTo>
                <a:lnTo>
                  <a:pt x="135743" y="92837"/>
                </a:lnTo>
                <a:lnTo>
                  <a:pt x="135652" y="92389"/>
                </a:lnTo>
                <a:lnTo>
                  <a:pt x="135565" y="91893"/>
                </a:lnTo>
                <a:lnTo>
                  <a:pt x="135483" y="91351"/>
                </a:lnTo>
                <a:lnTo>
                  <a:pt x="135405" y="90761"/>
                </a:lnTo>
                <a:lnTo>
                  <a:pt x="135331" y="90124"/>
                </a:lnTo>
                <a:lnTo>
                  <a:pt x="135261" y="89440"/>
                </a:lnTo>
                <a:lnTo>
                  <a:pt x="135195" y="88708"/>
                </a:lnTo>
                <a:lnTo>
                  <a:pt x="135134" y="87929"/>
                </a:lnTo>
                <a:lnTo>
                  <a:pt x="135077" y="87103"/>
                </a:lnTo>
                <a:lnTo>
                  <a:pt x="135024" y="86230"/>
                </a:lnTo>
                <a:lnTo>
                  <a:pt x="134975" y="85309"/>
                </a:lnTo>
                <a:lnTo>
                  <a:pt x="134931" y="84342"/>
                </a:lnTo>
                <a:lnTo>
                  <a:pt x="134891" y="83327"/>
                </a:lnTo>
                <a:lnTo>
                  <a:pt x="134855" y="82264"/>
                </a:lnTo>
                <a:lnTo>
                  <a:pt x="134823" y="81155"/>
                </a:lnTo>
                <a:lnTo>
                  <a:pt x="134796" y="79998"/>
                </a:lnTo>
                <a:lnTo>
                  <a:pt x="134772" y="78794"/>
                </a:lnTo>
                <a:lnTo>
                  <a:pt x="134753" y="77543"/>
                </a:lnTo>
                <a:lnTo>
                  <a:pt x="134738" y="76244"/>
                </a:lnTo>
                <a:lnTo>
                  <a:pt x="134728" y="74898"/>
                </a:lnTo>
                <a:lnTo>
                  <a:pt x="134722" y="73505"/>
                </a:lnTo>
                <a:lnTo>
                  <a:pt x="134719" y="72065"/>
                </a:lnTo>
                <a:lnTo>
                  <a:pt x="134719" y="33797"/>
                </a:lnTo>
                <a:lnTo>
                  <a:pt x="112633" y="33797"/>
                </a:lnTo>
                <a:lnTo>
                  <a:pt x="112633" y="86616"/>
                </a:lnTo>
                <a:lnTo>
                  <a:pt x="112638" y="87589"/>
                </a:lnTo>
                <a:lnTo>
                  <a:pt x="112654" y="88545"/>
                </a:lnTo>
                <a:lnTo>
                  <a:pt x="112680" y="89483"/>
                </a:lnTo>
                <a:lnTo>
                  <a:pt x="112716" y="90404"/>
                </a:lnTo>
                <a:lnTo>
                  <a:pt x="112763" y="91306"/>
                </a:lnTo>
                <a:lnTo>
                  <a:pt x="112820" y="92191"/>
                </a:lnTo>
                <a:lnTo>
                  <a:pt x="112887" y="93058"/>
                </a:lnTo>
                <a:lnTo>
                  <a:pt x="112965" y="93908"/>
                </a:lnTo>
                <a:lnTo>
                  <a:pt x="113053" y="94739"/>
                </a:lnTo>
                <a:lnTo>
                  <a:pt x="113152" y="95553"/>
                </a:lnTo>
                <a:lnTo>
                  <a:pt x="113261" y="96350"/>
                </a:lnTo>
                <a:lnTo>
                  <a:pt x="113380" y="97128"/>
                </a:lnTo>
                <a:lnTo>
                  <a:pt x="113510" y="97889"/>
                </a:lnTo>
                <a:lnTo>
                  <a:pt x="113650" y="98632"/>
                </a:lnTo>
                <a:lnTo>
                  <a:pt x="113800" y="99357"/>
                </a:lnTo>
                <a:lnTo>
                  <a:pt x="113961" y="100065"/>
                </a:lnTo>
                <a:lnTo>
                  <a:pt x="114132" y="100754"/>
                </a:lnTo>
                <a:lnTo>
                  <a:pt x="114313" y="101427"/>
                </a:lnTo>
                <a:lnTo>
                  <a:pt x="114505" y="102081"/>
                </a:lnTo>
                <a:lnTo>
                  <a:pt x="114707" y="102717"/>
                </a:lnTo>
                <a:lnTo>
                  <a:pt x="114920" y="103336"/>
                </a:lnTo>
                <a:lnTo>
                  <a:pt x="115143" y="103937"/>
                </a:lnTo>
                <a:lnTo>
                  <a:pt x="115376" y="104521"/>
                </a:lnTo>
                <a:lnTo>
                  <a:pt x="115620" y="105086"/>
                </a:lnTo>
                <a:lnTo>
                  <a:pt x="115875" y="105638"/>
                </a:lnTo>
                <a:lnTo>
                  <a:pt x="116143" y="106179"/>
                </a:lnTo>
                <a:lnTo>
                  <a:pt x="116424" y="106710"/>
                </a:lnTo>
                <a:lnTo>
                  <a:pt x="116718" y="107230"/>
                </a:lnTo>
                <a:lnTo>
                  <a:pt x="117025" y="107740"/>
                </a:lnTo>
                <a:lnTo>
                  <a:pt x="117344" y="108240"/>
                </a:lnTo>
                <a:lnTo>
                  <a:pt x="117677" y="108729"/>
                </a:lnTo>
                <a:lnTo>
                  <a:pt x="118022" y="109208"/>
                </a:lnTo>
                <a:lnTo>
                  <a:pt x="118380" y="109677"/>
                </a:lnTo>
                <a:lnTo>
                  <a:pt x="118750" y="110135"/>
                </a:lnTo>
                <a:lnTo>
                  <a:pt x="119134" y="110583"/>
                </a:lnTo>
                <a:lnTo>
                  <a:pt x="119530" y="111020"/>
                </a:lnTo>
                <a:lnTo>
                  <a:pt x="119939" y="111448"/>
                </a:lnTo>
                <a:lnTo>
                  <a:pt x="120362" y="111864"/>
                </a:lnTo>
                <a:lnTo>
                  <a:pt x="120796" y="112271"/>
                </a:lnTo>
                <a:lnTo>
                  <a:pt x="121244" y="112667"/>
                </a:lnTo>
                <a:lnTo>
                  <a:pt x="121705" y="113052"/>
                </a:lnTo>
                <a:lnTo>
                  <a:pt x="122178" y="113428"/>
                </a:lnTo>
                <a:lnTo>
                  <a:pt x="122664" y="113792"/>
                </a:lnTo>
                <a:lnTo>
                  <a:pt x="123163" y="114147"/>
                </a:lnTo>
                <a:lnTo>
                  <a:pt x="123675" y="114491"/>
                </a:lnTo>
                <a:lnTo>
                  <a:pt x="124200" y="114825"/>
                </a:lnTo>
                <a:lnTo>
                  <a:pt x="124737" y="115148"/>
                </a:lnTo>
                <a:lnTo>
                  <a:pt x="125288" y="115461"/>
                </a:lnTo>
                <a:lnTo>
                  <a:pt x="125847" y="115763"/>
                </a:lnTo>
                <a:lnTo>
                  <a:pt x="126413" y="116051"/>
                </a:lnTo>
                <a:lnTo>
                  <a:pt x="126985" y="116327"/>
                </a:lnTo>
                <a:lnTo>
                  <a:pt x="127563" y="116590"/>
                </a:lnTo>
                <a:lnTo>
                  <a:pt x="128146" y="116840"/>
                </a:lnTo>
                <a:lnTo>
                  <a:pt x="128736" y="117077"/>
                </a:lnTo>
                <a:lnTo>
                  <a:pt x="129332" y="117302"/>
                </a:lnTo>
                <a:lnTo>
                  <a:pt x="129934" y="117514"/>
                </a:lnTo>
                <a:lnTo>
                  <a:pt x="130541" y="117712"/>
                </a:lnTo>
                <a:lnTo>
                  <a:pt x="131155" y="117898"/>
                </a:lnTo>
                <a:lnTo>
                  <a:pt x="131775" y="118072"/>
                </a:lnTo>
                <a:lnTo>
                  <a:pt x="132401" y="118232"/>
                </a:lnTo>
                <a:lnTo>
                  <a:pt x="133033" y="118379"/>
                </a:lnTo>
                <a:lnTo>
                  <a:pt x="133670" y="118514"/>
                </a:lnTo>
                <a:lnTo>
                  <a:pt x="134314" y="118636"/>
                </a:lnTo>
                <a:lnTo>
                  <a:pt x="134964" y="118745"/>
                </a:lnTo>
                <a:lnTo>
                  <a:pt x="135620" y="118841"/>
                </a:lnTo>
                <a:lnTo>
                  <a:pt x="136282" y="118925"/>
                </a:lnTo>
                <a:lnTo>
                  <a:pt x="136949" y="118995"/>
                </a:lnTo>
                <a:lnTo>
                  <a:pt x="137623" y="119053"/>
                </a:lnTo>
                <a:lnTo>
                  <a:pt x="138303" y="119098"/>
                </a:lnTo>
                <a:lnTo>
                  <a:pt x="138989" y="119130"/>
                </a:lnTo>
                <a:lnTo>
                  <a:pt x="139681" y="119149"/>
                </a:lnTo>
                <a:lnTo>
                  <a:pt x="140379" y="119155"/>
                </a:lnTo>
                <a:lnTo>
                  <a:pt x="141065" y="119149"/>
                </a:lnTo>
                <a:lnTo>
                  <a:pt x="141748" y="119129"/>
                </a:lnTo>
                <a:lnTo>
                  <a:pt x="142429" y="119095"/>
                </a:lnTo>
                <a:lnTo>
                  <a:pt x="143107" y="119048"/>
                </a:lnTo>
                <a:lnTo>
                  <a:pt x="143781" y="118988"/>
                </a:lnTo>
                <a:lnTo>
                  <a:pt x="144453" y="118915"/>
                </a:lnTo>
                <a:lnTo>
                  <a:pt x="145122" y="118828"/>
                </a:lnTo>
                <a:lnTo>
                  <a:pt x="145789" y="118727"/>
                </a:lnTo>
                <a:lnTo>
                  <a:pt x="146452" y="118614"/>
                </a:lnTo>
                <a:lnTo>
                  <a:pt x="147113" y="118487"/>
                </a:lnTo>
                <a:lnTo>
                  <a:pt x="147770" y="118346"/>
                </a:lnTo>
                <a:lnTo>
                  <a:pt x="148425" y="118193"/>
                </a:lnTo>
                <a:lnTo>
                  <a:pt x="149077" y="118025"/>
                </a:lnTo>
                <a:lnTo>
                  <a:pt x="149726" y="117845"/>
                </a:lnTo>
                <a:lnTo>
                  <a:pt x="150372" y="117651"/>
                </a:lnTo>
                <a:lnTo>
                  <a:pt x="151016" y="117444"/>
                </a:lnTo>
                <a:lnTo>
                  <a:pt x="151656" y="117223"/>
                </a:lnTo>
                <a:lnTo>
                  <a:pt x="152294" y="116989"/>
                </a:lnTo>
                <a:lnTo>
                  <a:pt x="152928" y="116742"/>
                </a:lnTo>
                <a:lnTo>
                  <a:pt x="153560" y="116481"/>
                </a:lnTo>
                <a:lnTo>
                  <a:pt x="154189" y="116207"/>
                </a:lnTo>
                <a:lnTo>
                  <a:pt x="154815" y="115919"/>
                </a:lnTo>
                <a:lnTo>
                  <a:pt x="155439" y="115618"/>
                </a:lnTo>
                <a:lnTo>
                  <a:pt x="156059" y="115304"/>
                </a:lnTo>
                <a:lnTo>
                  <a:pt x="156673" y="114978"/>
                </a:lnTo>
                <a:lnTo>
                  <a:pt x="157277" y="114643"/>
                </a:lnTo>
                <a:lnTo>
                  <a:pt x="157871" y="114297"/>
                </a:lnTo>
                <a:lnTo>
                  <a:pt x="158455" y="113942"/>
                </a:lnTo>
                <a:lnTo>
                  <a:pt x="159029" y="113577"/>
                </a:lnTo>
                <a:lnTo>
                  <a:pt x="159593" y="113202"/>
                </a:lnTo>
                <a:lnTo>
                  <a:pt x="160148" y="112817"/>
                </a:lnTo>
                <a:lnTo>
                  <a:pt x="160692" y="112422"/>
                </a:lnTo>
                <a:lnTo>
                  <a:pt x="161226" y="112018"/>
                </a:lnTo>
                <a:lnTo>
                  <a:pt x="161751" y="111603"/>
                </a:lnTo>
                <a:lnTo>
                  <a:pt x="162265" y="111179"/>
                </a:lnTo>
                <a:lnTo>
                  <a:pt x="162769" y="110745"/>
                </a:lnTo>
                <a:lnTo>
                  <a:pt x="163264" y="110302"/>
                </a:lnTo>
                <a:lnTo>
                  <a:pt x="163748" y="109848"/>
                </a:lnTo>
                <a:lnTo>
                  <a:pt x="164223" y="109385"/>
                </a:lnTo>
                <a:lnTo>
                  <a:pt x="164687" y="108911"/>
                </a:lnTo>
                <a:lnTo>
                  <a:pt x="165142" y="108428"/>
                </a:lnTo>
                <a:lnTo>
                  <a:pt x="165587" y="107935"/>
                </a:lnTo>
                <a:lnTo>
                  <a:pt x="166021" y="107433"/>
                </a:lnTo>
                <a:lnTo>
                  <a:pt x="166446" y="106920"/>
                </a:lnTo>
                <a:lnTo>
                  <a:pt x="166861" y="106398"/>
                </a:lnTo>
                <a:lnTo>
                  <a:pt x="167266" y="105866"/>
                </a:lnTo>
                <a:lnTo>
                  <a:pt x="167660" y="105324"/>
                </a:lnTo>
                <a:lnTo>
                  <a:pt x="168045" y="104772"/>
                </a:lnTo>
                <a:lnTo>
                  <a:pt x="168045" y="117269"/>
                </a:lnTo>
                <a:lnTo>
                  <a:pt x="188559" y="117269"/>
                </a:lnTo>
                <a:lnTo>
                  <a:pt x="188559" y="33797"/>
                </a:lnTo>
                <a:lnTo>
                  <a:pt x="166473" y="33797"/>
                </a:lnTo>
                <a:lnTo>
                  <a:pt x="166473" y="68928"/>
                </a:lnTo>
                <a:close/>
                <a:moveTo>
                  <a:pt x="473855" y="119294"/>
                </a:moveTo>
                <a:lnTo>
                  <a:pt x="473670" y="119846"/>
                </a:lnTo>
                <a:lnTo>
                  <a:pt x="473479" y="120391"/>
                </a:lnTo>
                <a:lnTo>
                  <a:pt x="473283" y="120926"/>
                </a:lnTo>
                <a:lnTo>
                  <a:pt x="473080" y="121453"/>
                </a:lnTo>
                <a:lnTo>
                  <a:pt x="472871" y="121972"/>
                </a:lnTo>
                <a:lnTo>
                  <a:pt x="472656" y="122482"/>
                </a:lnTo>
                <a:lnTo>
                  <a:pt x="472436" y="122983"/>
                </a:lnTo>
                <a:lnTo>
                  <a:pt x="472209" y="123476"/>
                </a:lnTo>
                <a:lnTo>
                  <a:pt x="471976" y="123960"/>
                </a:lnTo>
                <a:lnTo>
                  <a:pt x="471737" y="124435"/>
                </a:lnTo>
                <a:lnTo>
                  <a:pt x="471492" y="124902"/>
                </a:lnTo>
                <a:lnTo>
                  <a:pt x="471242" y="125360"/>
                </a:lnTo>
                <a:lnTo>
                  <a:pt x="470985" y="125810"/>
                </a:lnTo>
                <a:lnTo>
                  <a:pt x="470722" y="126251"/>
                </a:lnTo>
                <a:lnTo>
                  <a:pt x="470453" y="126684"/>
                </a:lnTo>
                <a:lnTo>
                  <a:pt x="470178" y="127108"/>
                </a:lnTo>
                <a:lnTo>
                  <a:pt x="469897" y="127523"/>
                </a:lnTo>
                <a:lnTo>
                  <a:pt x="469611" y="127930"/>
                </a:lnTo>
                <a:lnTo>
                  <a:pt x="469318" y="128328"/>
                </a:lnTo>
                <a:lnTo>
                  <a:pt x="469019" y="128717"/>
                </a:lnTo>
                <a:lnTo>
                  <a:pt x="468714" y="129098"/>
                </a:lnTo>
                <a:lnTo>
                  <a:pt x="468399" y="129467"/>
                </a:lnTo>
                <a:lnTo>
                  <a:pt x="468071" y="129820"/>
                </a:lnTo>
                <a:lnTo>
                  <a:pt x="467728" y="130157"/>
                </a:lnTo>
                <a:lnTo>
                  <a:pt x="467371" y="130479"/>
                </a:lnTo>
                <a:lnTo>
                  <a:pt x="467001" y="130785"/>
                </a:lnTo>
                <a:lnTo>
                  <a:pt x="466617" y="131075"/>
                </a:lnTo>
                <a:lnTo>
                  <a:pt x="466218" y="131350"/>
                </a:lnTo>
                <a:lnTo>
                  <a:pt x="465806" y="131609"/>
                </a:lnTo>
                <a:lnTo>
                  <a:pt x="465380" y="131852"/>
                </a:lnTo>
                <a:lnTo>
                  <a:pt x="464940" y="132080"/>
                </a:lnTo>
                <a:lnTo>
                  <a:pt x="464486" y="132292"/>
                </a:lnTo>
                <a:lnTo>
                  <a:pt x="464018" y="132488"/>
                </a:lnTo>
                <a:lnTo>
                  <a:pt x="463536" y="132668"/>
                </a:lnTo>
                <a:lnTo>
                  <a:pt x="463040" y="132833"/>
                </a:lnTo>
                <a:lnTo>
                  <a:pt x="462531" y="132982"/>
                </a:lnTo>
                <a:lnTo>
                  <a:pt x="462007" y="133115"/>
                </a:lnTo>
                <a:lnTo>
                  <a:pt x="461470" y="133233"/>
                </a:lnTo>
                <a:lnTo>
                  <a:pt x="460918" y="133335"/>
                </a:lnTo>
                <a:lnTo>
                  <a:pt x="460353" y="133421"/>
                </a:lnTo>
                <a:lnTo>
                  <a:pt x="459774" y="133492"/>
                </a:lnTo>
                <a:lnTo>
                  <a:pt x="459180" y="133547"/>
                </a:lnTo>
                <a:lnTo>
                  <a:pt x="458573" y="133586"/>
                </a:lnTo>
                <a:lnTo>
                  <a:pt x="457952" y="133610"/>
                </a:lnTo>
                <a:lnTo>
                  <a:pt x="457317" y="133618"/>
                </a:lnTo>
                <a:lnTo>
                  <a:pt x="456968" y="133616"/>
                </a:lnTo>
                <a:lnTo>
                  <a:pt x="456616" y="133610"/>
                </a:lnTo>
                <a:lnTo>
                  <a:pt x="456260" y="133602"/>
                </a:lnTo>
                <a:lnTo>
                  <a:pt x="455900" y="133589"/>
                </a:lnTo>
                <a:lnTo>
                  <a:pt x="455537" y="133573"/>
                </a:lnTo>
                <a:lnTo>
                  <a:pt x="455171" y="133554"/>
                </a:lnTo>
                <a:lnTo>
                  <a:pt x="454800" y="133531"/>
                </a:lnTo>
                <a:lnTo>
                  <a:pt x="454427" y="133504"/>
                </a:lnTo>
                <a:lnTo>
                  <a:pt x="454049" y="133474"/>
                </a:lnTo>
                <a:lnTo>
                  <a:pt x="453669" y="133440"/>
                </a:lnTo>
                <a:lnTo>
                  <a:pt x="453284" y="133403"/>
                </a:lnTo>
                <a:lnTo>
                  <a:pt x="452896" y="133362"/>
                </a:lnTo>
                <a:lnTo>
                  <a:pt x="452505" y="133318"/>
                </a:lnTo>
                <a:lnTo>
                  <a:pt x="452110" y="133270"/>
                </a:lnTo>
                <a:lnTo>
                  <a:pt x="451711" y="133218"/>
                </a:lnTo>
                <a:lnTo>
                  <a:pt x="451309" y="133163"/>
                </a:lnTo>
                <a:lnTo>
                  <a:pt x="450903" y="133105"/>
                </a:lnTo>
                <a:lnTo>
                  <a:pt x="450494" y="133043"/>
                </a:lnTo>
                <a:lnTo>
                  <a:pt x="450081" y="132977"/>
                </a:lnTo>
                <a:lnTo>
                  <a:pt x="449665" y="132908"/>
                </a:lnTo>
                <a:lnTo>
                  <a:pt x="449245" y="132835"/>
                </a:lnTo>
                <a:lnTo>
                  <a:pt x="448822" y="132759"/>
                </a:lnTo>
                <a:lnTo>
                  <a:pt x="448395" y="132679"/>
                </a:lnTo>
                <a:lnTo>
                  <a:pt x="447964" y="132596"/>
                </a:lnTo>
                <a:lnTo>
                  <a:pt x="449929" y="149887"/>
                </a:lnTo>
                <a:lnTo>
                  <a:pt x="450440" y="149996"/>
                </a:lnTo>
                <a:lnTo>
                  <a:pt x="450953" y="150101"/>
                </a:lnTo>
                <a:lnTo>
                  <a:pt x="451465" y="150201"/>
                </a:lnTo>
                <a:lnTo>
                  <a:pt x="451979" y="150296"/>
                </a:lnTo>
                <a:lnTo>
                  <a:pt x="452494" y="150386"/>
                </a:lnTo>
                <a:lnTo>
                  <a:pt x="453009" y="150472"/>
                </a:lnTo>
                <a:lnTo>
                  <a:pt x="453525" y="150553"/>
                </a:lnTo>
                <a:lnTo>
                  <a:pt x="454042" y="150630"/>
                </a:lnTo>
                <a:lnTo>
                  <a:pt x="454560" y="150702"/>
                </a:lnTo>
                <a:lnTo>
                  <a:pt x="455079" y="150769"/>
                </a:lnTo>
                <a:lnTo>
                  <a:pt x="455598" y="150832"/>
                </a:lnTo>
                <a:lnTo>
                  <a:pt x="456119" y="150890"/>
                </a:lnTo>
                <a:lnTo>
                  <a:pt x="456640" y="150943"/>
                </a:lnTo>
                <a:lnTo>
                  <a:pt x="457162" y="150992"/>
                </a:lnTo>
                <a:lnTo>
                  <a:pt x="457685" y="151036"/>
                </a:lnTo>
                <a:lnTo>
                  <a:pt x="458208" y="151075"/>
                </a:lnTo>
                <a:lnTo>
                  <a:pt x="458733" y="151110"/>
                </a:lnTo>
                <a:lnTo>
                  <a:pt x="459258" y="151140"/>
                </a:lnTo>
                <a:lnTo>
                  <a:pt x="459784" y="151166"/>
                </a:lnTo>
                <a:lnTo>
                  <a:pt x="460311" y="151186"/>
                </a:lnTo>
                <a:lnTo>
                  <a:pt x="460838" y="151203"/>
                </a:lnTo>
                <a:lnTo>
                  <a:pt x="461367" y="151214"/>
                </a:lnTo>
                <a:lnTo>
                  <a:pt x="461896" y="151221"/>
                </a:lnTo>
                <a:lnTo>
                  <a:pt x="462426" y="151224"/>
                </a:lnTo>
                <a:lnTo>
                  <a:pt x="462948" y="151221"/>
                </a:lnTo>
                <a:lnTo>
                  <a:pt x="463465" y="151214"/>
                </a:lnTo>
                <a:lnTo>
                  <a:pt x="463978" y="151203"/>
                </a:lnTo>
                <a:lnTo>
                  <a:pt x="464486" y="151186"/>
                </a:lnTo>
                <a:lnTo>
                  <a:pt x="464990" y="151166"/>
                </a:lnTo>
                <a:lnTo>
                  <a:pt x="465489" y="151140"/>
                </a:lnTo>
                <a:lnTo>
                  <a:pt x="465984" y="151110"/>
                </a:lnTo>
                <a:lnTo>
                  <a:pt x="466474" y="151075"/>
                </a:lnTo>
                <a:lnTo>
                  <a:pt x="466960" y="151036"/>
                </a:lnTo>
                <a:lnTo>
                  <a:pt x="467441" y="150992"/>
                </a:lnTo>
                <a:lnTo>
                  <a:pt x="467918" y="150943"/>
                </a:lnTo>
                <a:lnTo>
                  <a:pt x="468390" y="150890"/>
                </a:lnTo>
                <a:lnTo>
                  <a:pt x="468858" y="150832"/>
                </a:lnTo>
                <a:lnTo>
                  <a:pt x="469321" y="150769"/>
                </a:lnTo>
                <a:lnTo>
                  <a:pt x="469780" y="150702"/>
                </a:lnTo>
                <a:lnTo>
                  <a:pt x="470234" y="150630"/>
                </a:lnTo>
                <a:lnTo>
                  <a:pt x="470683" y="150553"/>
                </a:lnTo>
                <a:lnTo>
                  <a:pt x="471129" y="150472"/>
                </a:lnTo>
                <a:lnTo>
                  <a:pt x="471569" y="150386"/>
                </a:lnTo>
                <a:lnTo>
                  <a:pt x="472005" y="150296"/>
                </a:lnTo>
                <a:lnTo>
                  <a:pt x="472437" y="150201"/>
                </a:lnTo>
                <a:lnTo>
                  <a:pt x="472864" y="150101"/>
                </a:lnTo>
                <a:lnTo>
                  <a:pt x="473287" y="149996"/>
                </a:lnTo>
                <a:lnTo>
                  <a:pt x="473705" y="149887"/>
                </a:lnTo>
                <a:lnTo>
                  <a:pt x="474118" y="149774"/>
                </a:lnTo>
                <a:lnTo>
                  <a:pt x="474526" y="149657"/>
                </a:lnTo>
                <a:lnTo>
                  <a:pt x="474928" y="149537"/>
                </a:lnTo>
                <a:lnTo>
                  <a:pt x="475325" y="149413"/>
                </a:lnTo>
                <a:lnTo>
                  <a:pt x="475717" y="149285"/>
                </a:lnTo>
                <a:lnTo>
                  <a:pt x="476102" y="149153"/>
                </a:lnTo>
                <a:lnTo>
                  <a:pt x="476483" y="149018"/>
                </a:lnTo>
                <a:lnTo>
                  <a:pt x="476858" y="148879"/>
                </a:lnTo>
                <a:lnTo>
                  <a:pt x="477227" y="148736"/>
                </a:lnTo>
                <a:lnTo>
                  <a:pt x="477591" y="148590"/>
                </a:lnTo>
                <a:lnTo>
                  <a:pt x="477950" y="148440"/>
                </a:lnTo>
                <a:lnTo>
                  <a:pt x="478303" y="148286"/>
                </a:lnTo>
                <a:lnTo>
                  <a:pt x="478651" y="148129"/>
                </a:lnTo>
                <a:lnTo>
                  <a:pt x="478993" y="147968"/>
                </a:lnTo>
                <a:lnTo>
                  <a:pt x="479330" y="147803"/>
                </a:lnTo>
                <a:lnTo>
                  <a:pt x="479661" y="147634"/>
                </a:lnTo>
                <a:lnTo>
                  <a:pt x="479987" y="147462"/>
                </a:lnTo>
                <a:lnTo>
                  <a:pt x="480307" y="147286"/>
                </a:lnTo>
                <a:lnTo>
                  <a:pt x="480622" y="147107"/>
                </a:lnTo>
                <a:lnTo>
                  <a:pt x="480932" y="146924"/>
                </a:lnTo>
                <a:lnTo>
                  <a:pt x="481236" y="146737"/>
                </a:lnTo>
                <a:lnTo>
                  <a:pt x="481534" y="146546"/>
                </a:lnTo>
                <a:lnTo>
                  <a:pt x="481828" y="146352"/>
                </a:lnTo>
                <a:lnTo>
                  <a:pt x="482115" y="146154"/>
                </a:lnTo>
                <a:lnTo>
                  <a:pt x="482399" y="145952"/>
                </a:lnTo>
                <a:lnTo>
                  <a:pt x="482680" y="145744"/>
                </a:lnTo>
                <a:lnTo>
                  <a:pt x="482958" y="145532"/>
                </a:lnTo>
                <a:lnTo>
                  <a:pt x="483233" y="145315"/>
                </a:lnTo>
                <a:lnTo>
                  <a:pt x="483506" y="145092"/>
                </a:lnTo>
                <a:lnTo>
                  <a:pt x="483776" y="144864"/>
                </a:lnTo>
                <a:lnTo>
                  <a:pt x="484043" y="144632"/>
                </a:lnTo>
                <a:lnTo>
                  <a:pt x="484307" y="144394"/>
                </a:lnTo>
                <a:lnTo>
                  <a:pt x="484569" y="144152"/>
                </a:lnTo>
                <a:lnTo>
                  <a:pt x="484828" y="143904"/>
                </a:lnTo>
                <a:lnTo>
                  <a:pt x="485084" y="143651"/>
                </a:lnTo>
                <a:lnTo>
                  <a:pt x="485338" y="143393"/>
                </a:lnTo>
                <a:lnTo>
                  <a:pt x="485589" y="143130"/>
                </a:lnTo>
                <a:lnTo>
                  <a:pt x="485837" y="142862"/>
                </a:lnTo>
                <a:lnTo>
                  <a:pt x="486082" y="142589"/>
                </a:lnTo>
                <a:lnTo>
                  <a:pt x="486325" y="142311"/>
                </a:lnTo>
                <a:lnTo>
                  <a:pt x="486564" y="142028"/>
                </a:lnTo>
                <a:lnTo>
                  <a:pt x="486802" y="141740"/>
                </a:lnTo>
                <a:lnTo>
                  <a:pt x="487036" y="141447"/>
                </a:lnTo>
                <a:lnTo>
                  <a:pt x="487268" y="141149"/>
                </a:lnTo>
                <a:lnTo>
                  <a:pt x="487497" y="140846"/>
                </a:lnTo>
                <a:lnTo>
                  <a:pt x="487723" y="140537"/>
                </a:lnTo>
                <a:lnTo>
                  <a:pt x="487947" y="140224"/>
                </a:lnTo>
                <a:lnTo>
                  <a:pt x="488167" y="139905"/>
                </a:lnTo>
                <a:lnTo>
                  <a:pt x="488387" y="139578"/>
                </a:lnTo>
                <a:lnTo>
                  <a:pt x="488608" y="139240"/>
                </a:lnTo>
                <a:lnTo>
                  <a:pt x="488830" y="138889"/>
                </a:lnTo>
                <a:lnTo>
                  <a:pt x="489053" y="138526"/>
                </a:lnTo>
                <a:lnTo>
                  <a:pt x="489276" y="138151"/>
                </a:lnTo>
                <a:lnTo>
                  <a:pt x="489501" y="137764"/>
                </a:lnTo>
                <a:lnTo>
                  <a:pt x="489727" y="137365"/>
                </a:lnTo>
                <a:lnTo>
                  <a:pt x="489953" y="136954"/>
                </a:lnTo>
                <a:lnTo>
                  <a:pt x="490181" y="136531"/>
                </a:lnTo>
                <a:lnTo>
                  <a:pt x="490409" y="136096"/>
                </a:lnTo>
                <a:lnTo>
                  <a:pt x="490639" y="135649"/>
                </a:lnTo>
                <a:lnTo>
                  <a:pt x="490869" y="135190"/>
                </a:lnTo>
                <a:lnTo>
                  <a:pt x="491100" y="134718"/>
                </a:lnTo>
                <a:lnTo>
                  <a:pt x="491333" y="134235"/>
                </a:lnTo>
                <a:lnTo>
                  <a:pt x="491566" y="133740"/>
                </a:lnTo>
                <a:lnTo>
                  <a:pt x="491800" y="133233"/>
                </a:lnTo>
                <a:lnTo>
                  <a:pt x="492035" y="132714"/>
                </a:lnTo>
                <a:lnTo>
                  <a:pt x="492272" y="132183"/>
                </a:lnTo>
                <a:lnTo>
                  <a:pt x="492509" y="131640"/>
                </a:lnTo>
                <a:lnTo>
                  <a:pt x="492747" y="131085"/>
                </a:lnTo>
                <a:lnTo>
                  <a:pt x="492986" y="130518"/>
                </a:lnTo>
                <a:lnTo>
                  <a:pt x="493226" y="129939"/>
                </a:lnTo>
                <a:lnTo>
                  <a:pt x="493467" y="129348"/>
                </a:lnTo>
                <a:lnTo>
                  <a:pt x="493708" y="128744"/>
                </a:lnTo>
                <a:lnTo>
                  <a:pt x="498975" y="114152"/>
                </a:lnTo>
                <a:lnTo>
                  <a:pt x="528449" y="33797"/>
                </a:lnTo>
                <a:lnTo>
                  <a:pt x="505577" y="33797"/>
                </a:lnTo>
                <a:lnTo>
                  <a:pt x="486084" y="93117"/>
                </a:lnTo>
                <a:lnTo>
                  <a:pt x="466120" y="33797"/>
                </a:lnTo>
                <a:lnTo>
                  <a:pt x="442619" y="33797"/>
                </a:lnTo>
                <a:lnTo>
                  <a:pt x="474373" y="117583"/>
                </a:lnTo>
                <a:lnTo>
                  <a:pt x="474206" y="118162"/>
                </a:lnTo>
                <a:lnTo>
                  <a:pt x="474034" y="118732"/>
                </a:lnTo>
                <a:lnTo>
                  <a:pt x="473855" y="119294"/>
                </a:lnTo>
                <a:close/>
                <a:moveTo>
                  <a:pt x="882540" y="2044"/>
                </a:moveTo>
                <a:lnTo>
                  <a:pt x="882540" y="22479"/>
                </a:lnTo>
                <a:lnTo>
                  <a:pt x="904627" y="22479"/>
                </a:lnTo>
                <a:lnTo>
                  <a:pt x="904627" y="2044"/>
                </a:lnTo>
                <a:lnTo>
                  <a:pt x="882540" y="2044"/>
                </a:lnTo>
                <a:close/>
                <a:moveTo>
                  <a:pt x="633292" y="117252"/>
                </a:moveTo>
                <a:lnTo>
                  <a:pt x="634321" y="117231"/>
                </a:lnTo>
                <a:lnTo>
                  <a:pt x="635332" y="117201"/>
                </a:lnTo>
                <a:lnTo>
                  <a:pt x="636326" y="117163"/>
                </a:lnTo>
                <a:lnTo>
                  <a:pt x="637301" y="117117"/>
                </a:lnTo>
                <a:lnTo>
                  <a:pt x="638258" y="117062"/>
                </a:lnTo>
                <a:lnTo>
                  <a:pt x="639197" y="116998"/>
                </a:lnTo>
                <a:lnTo>
                  <a:pt x="640118" y="116926"/>
                </a:lnTo>
                <a:lnTo>
                  <a:pt x="641021" y="116846"/>
                </a:lnTo>
                <a:lnTo>
                  <a:pt x="641906" y="116757"/>
                </a:lnTo>
                <a:lnTo>
                  <a:pt x="642773" y="116660"/>
                </a:lnTo>
                <a:lnTo>
                  <a:pt x="643622" y="116554"/>
                </a:lnTo>
                <a:lnTo>
                  <a:pt x="644453" y="116440"/>
                </a:lnTo>
                <a:lnTo>
                  <a:pt x="645266" y="116317"/>
                </a:lnTo>
                <a:lnTo>
                  <a:pt x="646061" y="116186"/>
                </a:lnTo>
                <a:lnTo>
                  <a:pt x="646838" y="116047"/>
                </a:lnTo>
                <a:lnTo>
                  <a:pt x="647597" y="115898"/>
                </a:lnTo>
                <a:lnTo>
                  <a:pt x="648338" y="115742"/>
                </a:lnTo>
                <a:lnTo>
                  <a:pt x="649061" y="115577"/>
                </a:lnTo>
                <a:lnTo>
                  <a:pt x="649766" y="115404"/>
                </a:lnTo>
                <a:lnTo>
                  <a:pt x="650453" y="115222"/>
                </a:lnTo>
                <a:lnTo>
                  <a:pt x="651122" y="115031"/>
                </a:lnTo>
                <a:lnTo>
                  <a:pt x="651773" y="114832"/>
                </a:lnTo>
                <a:lnTo>
                  <a:pt x="652623" y="114553"/>
                </a:lnTo>
                <a:lnTo>
                  <a:pt x="653459" y="114264"/>
                </a:lnTo>
                <a:lnTo>
                  <a:pt x="654280" y="113967"/>
                </a:lnTo>
                <a:lnTo>
                  <a:pt x="655087" y="113660"/>
                </a:lnTo>
                <a:lnTo>
                  <a:pt x="655879" y="113344"/>
                </a:lnTo>
                <a:lnTo>
                  <a:pt x="656656" y="113020"/>
                </a:lnTo>
                <a:lnTo>
                  <a:pt x="657418" y="112686"/>
                </a:lnTo>
                <a:lnTo>
                  <a:pt x="658165" y="112344"/>
                </a:lnTo>
                <a:lnTo>
                  <a:pt x="658898" y="111992"/>
                </a:lnTo>
                <a:lnTo>
                  <a:pt x="659616" y="111631"/>
                </a:lnTo>
                <a:lnTo>
                  <a:pt x="660319" y="111262"/>
                </a:lnTo>
                <a:lnTo>
                  <a:pt x="661008" y="110883"/>
                </a:lnTo>
                <a:lnTo>
                  <a:pt x="661682" y="110495"/>
                </a:lnTo>
                <a:lnTo>
                  <a:pt x="662341" y="110099"/>
                </a:lnTo>
                <a:lnTo>
                  <a:pt x="662985" y="109693"/>
                </a:lnTo>
                <a:lnTo>
                  <a:pt x="663615" y="109278"/>
                </a:lnTo>
                <a:lnTo>
                  <a:pt x="664230" y="108854"/>
                </a:lnTo>
                <a:lnTo>
                  <a:pt x="664830" y="108422"/>
                </a:lnTo>
                <a:lnTo>
                  <a:pt x="665415" y="107980"/>
                </a:lnTo>
                <a:lnTo>
                  <a:pt x="665986" y="107529"/>
                </a:lnTo>
                <a:lnTo>
                  <a:pt x="666542" y="107070"/>
                </a:lnTo>
                <a:lnTo>
                  <a:pt x="667083" y="106601"/>
                </a:lnTo>
                <a:lnTo>
                  <a:pt x="667609" y="106123"/>
                </a:lnTo>
                <a:lnTo>
                  <a:pt x="668121" y="105636"/>
                </a:lnTo>
                <a:lnTo>
                  <a:pt x="668783" y="104980"/>
                </a:lnTo>
                <a:lnTo>
                  <a:pt x="669432" y="104306"/>
                </a:lnTo>
                <a:lnTo>
                  <a:pt x="670068" y="103616"/>
                </a:lnTo>
                <a:lnTo>
                  <a:pt x="670691" y="102910"/>
                </a:lnTo>
                <a:lnTo>
                  <a:pt x="671301" y="102186"/>
                </a:lnTo>
                <a:lnTo>
                  <a:pt x="671899" y="101446"/>
                </a:lnTo>
                <a:lnTo>
                  <a:pt x="672483" y="100690"/>
                </a:lnTo>
                <a:lnTo>
                  <a:pt x="673055" y="99916"/>
                </a:lnTo>
                <a:lnTo>
                  <a:pt x="673614" y="99126"/>
                </a:lnTo>
                <a:lnTo>
                  <a:pt x="674161" y="98320"/>
                </a:lnTo>
                <a:lnTo>
                  <a:pt x="674694" y="97496"/>
                </a:lnTo>
                <a:lnTo>
                  <a:pt x="675215" y="96657"/>
                </a:lnTo>
                <a:lnTo>
                  <a:pt x="675722" y="95800"/>
                </a:lnTo>
                <a:lnTo>
                  <a:pt x="676217" y="94927"/>
                </a:lnTo>
                <a:lnTo>
                  <a:pt x="676699" y="94037"/>
                </a:lnTo>
                <a:lnTo>
                  <a:pt x="677169" y="93131"/>
                </a:lnTo>
                <a:lnTo>
                  <a:pt x="677625" y="92207"/>
                </a:lnTo>
                <a:lnTo>
                  <a:pt x="678069" y="91268"/>
                </a:lnTo>
                <a:lnTo>
                  <a:pt x="678500" y="90311"/>
                </a:lnTo>
                <a:lnTo>
                  <a:pt x="678918" y="89338"/>
                </a:lnTo>
                <a:lnTo>
                  <a:pt x="679323" y="88348"/>
                </a:lnTo>
                <a:lnTo>
                  <a:pt x="679715" y="87342"/>
                </a:lnTo>
                <a:lnTo>
                  <a:pt x="680094" y="86319"/>
                </a:lnTo>
                <a:lnTo>
                  <a:pt x="680461" y="85279"/>
                </a:lnTo>
                <a:lnTo>
                  <a:pt x="680750" y="84415"/>
                </a:lnTo>
                <a:lnTo>
                  <a:pt x="681026" y="83536"/>
                </a:lnTo>
                <a:lnTo>
                  <a:pt x="681290" y="82644"/>
                </a:lnTo>
                <a:lnTo>
                  <a:pt x="681542" y="81738"/>
                </a:lnTo>
                <a:lnTo>
                  <a:pt x="681781" y="80819"/>
                </a:lnTo>
                <a:lnTo>
                  <a:pt x="682009" y="79886"/>
                </a:lnTo>
                <a:lnTo>
                  <a:pt x="682223" y="78939"/>
                </a:lnTo>
                <a:lnTo>
                  <a:pt x="682426" y="77978"/>
                </a:lnTo>
                <a:lnTo>
                  <a:pt x="682616" y="77004"/>
                </a:lnTo>
                <a:lnTo>
                  <a:pt x="682794" y="76017"/>
                </a:lnTo>
                <a:lnTo>
                  <a:pt x="682960" y="75015"/>
                </a:lnTo>
                <a:lnTo>
                  <a:pt x="683114" y="74001"/>
                </a:lnTo>
                <a:lnTo>
                  <a:pt x="683255" y="72972"/>
                </a:lnTo>
                <a:lnTo>
                  <a:pt x="683384" y="71930"/>
                </a:lnTo>
                <a:lnTo>
                  <a:pt x="683501" y="70874"/>
                </a:lnTo>
                <a:lnTo>
                  <a:pt x="683605" y="69804"/>
                </a:lnTo>
                <a:lnTo>
                  <a:pt x="683697" y="68721"/>
                </a:lnTo>
                <a:lnTo>
                  <a:pt x="683777" y="67624"/>
                </a:lnTo>
                <a:lnTo>
                  <a:pt x="683845" y="66514"/>
                </a:lnTo>
                <a:lnTo>
                  <a:pt x="683900" y="65390"/>
                </a:lnTo>
                <a:lnTo>
                  <a:pt x="683943" y="64252"/>
                </a:lnTo>
                <a:lnTo>
                  <a:pt x="683973" y="63100"/>
                </a:lnTo>
                <a:lnTo>
                  <a:pt x="683992" y="61935"/>
                </a:lnTo>
                <a:lnTo>
                  <a:pt x="683998" y="60757"/>
                </a:lnTo>
                <a:lnTo>
                  <a:pt x="683991" y="59416"/>
                </a:lnTo>
                <a:lnTo>
                  <a:pt x="683972" y="58094"/>
                </a:lnTo>
                <a:lnTo>
                  <a:pt x="683939" y="56789"/>
                </a:lnTo>
                <a:lnTo>
                  <a:pt x="683893" y="55503"/>
                </a:lnTo>
                <a:lnTo>
                  <a:pt x="683834" y="54234"/>
                </a:lnTo>
                <a:lnTo>
                  <a:pt x="683762" y="52983"/>
                </a:lnTo>
                <a:lnTo>
                  <a:pt x="683677" y="51750"/>
                </a:lnTo>
                <a:lnTo>
                  <a:pt x="683579" y="50534"/>
                </a:lnTo>
                <a:lnTo>
                  <a:pt x="683467" y="49337"/>
                </a:lnTo>
                <a:lnTo>
                  <a:pt x="683343" y="48158"/>
                </a:lnTo>
                <a:lnTo>
                  <a:pt x="683205" y="46996"/>
                </a:lnTo>
                <a:lnTo>
                  <a:pt x="683055" y="45852"/>
                </a:lnTo>
                <a:lnTo>
                  <a:pt x="682891" y="44727"/>
                </a:lnTo>
                <a:lnTo>
                  <a:pt x="682714" y="43619"/>
                </a:lnTo>
                <a:lnTo>
                  <a:pt x="682524" y="42529"/>
                </a:lnTo>
                <a:lnTo>
                  <a:pt x="682321" y="41456"/>
                </a:lnTo>
                <a:lnTo>
                  <a:pt x="682105" y="40402"/>
                </a:lnTo>
                <a:lnTo>
                  <a:pt x="681876" y="39366"/>
                </a:lnTo>
                <a:lnTo>
                  <a:pt x="681634" y="38347"/>
                </a:lnTo>
                <a:lnTo>
                  <a:pt x="681378" y="37346"/>
                </a:lnTo>
                <a:lnTo>
                  <a:pt x="681110" y="36363"/>
                </a:lnTo>
                <a:lnTo>
                  <a:pt x="680828" y="35399"/>
                </a:lnTo>
                <a:lnTo>
                  <a:pt x="680533" y="34451"/>
                </a:lnTo>
                <a:lnTo>
                  <a:pt x="680225" y="33522"/>
                </a:lnTo>
                <a:lnTo>
                  <a:pt x="679905" y="32608"/>
                </a:lnTo>
                <a:lnTo>
                  <a:pt x="679572" y="31706"/>
                </a:lnTo>
                <a:lnTo>
                  <a:pt x="679228" y="30815"/>
                </a:lnTo>
                <a:lnTo>
                  <a:pt x="678872" y="29936"/>
                </a:lnTo>
                <a:lnTo>
                  <a:pt x="678503" y="29069"/>
                </a:lnTo>
                <a:lnTo>
                  <a:pt x="678123" y="28214"/>
                </a:lnTo>
                <a:lnTo>
                  <a:pt x="677730" y="27371"/>
                </a:lnTo>
                <a:lnTo>
                  <a:pt x="677326" y="26540"/>
                </a:lnTo>
                <a:lnTo>
                  <a:pt x="676909" y="25721"/>
                </a:lnTo>
                <a:lnTo>
                  <a:pt x="676481" y="24913"/>
                </a:lnTo>
                <a:lnTo>
                  <a:pt x="676040" y="24118"/>
                </a:lnTo>
                <a:lnTo>
                  <a:pt x="675588" y="23334"/>
                </a:lnTo>
                <a:lnTo>
                  <a:pt x="675123" y="22562"/>
                </a:lnTo>
                <a:lnTo>
                  <a:pt x="674647" y="21802"/>
                </a:lnTo>
                <a:lnTo>
                  <a:pt x="674158" y="21054"/>
                </a:lnTo>
                <a:lnTo>
                  <a:pt x="673658" y="20318"/>
                </a:lnTo>
                <a:lnTo>
                  <a:pt x="673145" y="19593"/>
                </a:lnTo>
                <a:lnTo>
                  <a:pt x="672621" y="18881"/>
                </a:lnTo>
                <a:lnTo>
                  <a:pt x="672084" y="18180"/>
                </a:lnTo>
                <a:lnTo>
                  <a:pt x="671536" y="17491"/>
                </a:lnTo>
                <a:lnTo>
                  <a:pt x="670975" y="16815"/>
                </a:lnTo>
                <a:lnTo>
                  <a:pt x="670403" y="16150"/>
                </a:lnTo>
                <a:lnTo>
                  <a:pt x="669818" y="15496"/>
                </a:lnTo>
                <a:lnTo>
                  <a:pt x="669222" y="14855"/>
                </a:lnTo>
                <a:lnTo>
                  <a:pt x="668614" y="14228"/>
                </a:lnTo>
                <a:lnTo>
                  <a:pt x="667996" y="13617"/>
                </a:lnTo>
                <a:lnTo>
                  <a:pt x="667368" y="13022"/>
                </a:lnTo>
                <a:lnTo>
                  <a:pt x="666730" y="12443"/>
                </a:lnTo>
                <a:lnTo>
                  <a:pt x="666082" y="11880"/>
                </a:lnTo>
                <a:lnTo>
                  <a:pt x="665424" y="11333"/>
                </a:lnTo>
                <a:lnTo>
                  <a:pt x="664756" y="10802"/>
                </a:lnTo>
                <a:lnTo>
                  <a:pt x="664078" y="10288"/>
                </a:lnTo>
                <a:lnTo>
                  <a:pt x="663389" y="9789"/>
                </a:lnTo>
                <a:lnTo>
                  <a:pt x="662691" y="9307"/>
                </a:lnTo>
                <a:lnTo>
                  <a:pt x="661982" y="8841"/>
                </a:lnTo>
                <a:lnTo>
                  <a:pt x="661263" y="8390"/>
                </a:lnTo>
                <a:lnTo>
                  <a:pt x="660535" y="7956"/>
                </a:lnTo>
                <a:lnTo>
                  <a:pt x="659796" y="7538"/>
                </a:lnTo>
                <a:lnTo>
                  <a:pt x="659047" y="7137"/>
                </a:lnTo>
                <a:lnTo>
                  <a:pt x="658288" y="6751"/>
                </a:lnTo>
                <a:lnTo>
                  <a:pt x="657518" y="6381"/>
                </a:lnTo>
                <a:lnTo>
                  <a:pt x="656739" y="6028"/>
                </a:lnTo>
                <a:lnTo>
                  <a:pt x="655950" y="5690"/>
                </a:lnTo>
                <a:lnTo>
                  <a:pt x="655150" y="5369"/>
                </a:lnTo>
                <a:lnTo>
                  <a:pt x="654341" y="5063"/>
                </a:lnTo>
                <a:lnTo>
                  <a:pt x="653521" y="4774"/>
                </a:lnTo>
                <a:lnTo>
                  <a:pt x="652691" y="4501"/>
                </a:lnTo>
                <a:lnTo>
                  <a:pt x="651851" y="4244"/>
                </a:lnTo>
                <a:lnTo>
                  <a:pt x="651211" y="4065"/>
                </a:lnTo>
                <a:lnTo>
                  <a:pt x="650546" y="3893"/>
                </a:lnTo>
                <a:lnTo>
                  <a:pt x="649858" y="3729"/>
                </a:lnTo>
                <a:lnTo>
                  <a:pt x="649146" y="3572"/>
                </a:lnTo>
                <a:lnTo>
                  <a:pt x="648410" y="3423"/>
                </a:lnTo>
                <a:lnTo>
                  <a:pt x="647651" y="3281"/>
                </a:lnTo>
                <a:lnTo>
                  <a:pt x="646868" y="3148"/>
                </a:lnTo>
                <a:lnTo>
                  <a:pt x="646061" y="3022"/>
                </a:lnTo>
                <a:lnTo>
                  <a:pt x="645231" y="2903"/>
                </a:lnTo>
                <a:lnTo>
                  <a:pt x="644376" y="2792"/>
                </a:lnTo>
                <a:lnTo>
                  <a:pt x="643498" y="2689"/>
                </a:lnTo>
                <a:lnTo>
                  <a:pt x="642596" y="2594"/>
                </a:lnTo>
                <a:lnTo>
                  <a:pt x="641671" y="2506"/>
                </a:lnTo>
                <a:lnTo>
                  <a:pt x="640721" y="2426"/>
                </a:lnTo>
                <a:lnTo>
                  <a:pt x="639748" y="2353"/>
                </a:lnTo>
                <a:lnTo>
                  <a:pt x="638751" y="2288"/>
                </a:lnTo>
                <a:lnTo>
                  <a:pt x="637731" y="2231"/>
                </a:lnTo>
                <a:lnTo>
                  <a:pt x="636687" y="2181"/>
                </a:lnTo>
                <a:lnTo>
                  <a:pt x="635619" y="2139"/>
                </a:lnTo>
                <a:lnTo>
                  <a:pt x="634527" y="2105"/>
                </a:lnTo>
                <a:lnTo>
                  <a:pt x="633411" y="2078"/>
                </a:lnTo>
                <a:lnTo>
                  <a:pt x="632272" y="2059"/>
                </a:lnTo>
                <a:lnTo>
                  <a:pt x="631109" y="2047"/>
                </a:lnTo>
                <a:lnTo>
                  <a:pt x="629922" y="2044"/>
                </a:lnTo>
                <a:lnTo>
                  <a:pt x="587400" y="2044"/>
                </a:lnTo>
                <a:lnTo>
                  <a:pt x="587400" y="117269"/>
                </a:lnTo>
                <a:lnTo>
                  <a:pt x="631180" y="117269"/>
                </a:lnTo>
                <a:lnTo>
                  <a:pt x="632245" y="117265"/>
                </a:lnTo>
                <a:lnTo>
                  <a:pt x="633292" y="117252"/>
                </a:lnTo>
                <a:close/>
                <a:moveTo>
                  <a:pt x="624530" y="21553"/>
                </a:moveTo>
                <a:lnTo>
                  <a:pt x="625601" y="21567"/>
                </a:lnTo>
                <a:lnTo>
                  <a:pt x="626641" y="21584"/>
                </a:lnTo>
                <a:lnTo>
                  <a:pt x="627648" y="21605"/>
                </a:lnTo>
                <a:lnTo>
                  <a:pt x="628622" y="21630"/>
                </a:lnTo>
                <a:lnTo>
                  <a:pt x="629564" y="21658"/>
                </a:lnTo>
                <a:lnTo>
                  <a:pt x="630474" y="21691"/>
                </a:lnTo>
                <a:lnTo>
                  <a:pt x="631351" y="21727"/>
                </a:lnTo>
                <a:lnTo>
                  <a:pt x="632195" y="21767"/>
                </a:lnTo>
                <a:lnTo>
                  <a:pt x="633007" y="21811"/>
                </a:lnTo>
                <a:lnTo>
                  <a:pt x="633787" y="21859"/>
                </a:lnTo>
                <a:lnTo>
                  <a:pt x="634534" y="21910"/>
                </a:lnTo>
                <a:lnTo>
                  <a:pt x="635249" y="21966"/>
                </a:lnTo>
                <a:lnTo>
                  <a:pt x="635931" y="22025"/>
                </a:lnTo>
                <a:lnTo>
                  <a:pt x="636580" y="22088"/>
                </a:lnTo>
                <a:lnTo>
                  <a:pt x="637198" y="22155"/>
                </a:lnTo>
                <a:lnTo>
                  <a:pt x="637782" y="22226"/>
                </a:lnTo>
                <a:lnTo>
                  <a:pt x="638334" y="22300"/>
                </a:lnTo>
                <a:lnTo>
                  <a:pt x="638854" y="22378"/>
                </a:lnTo>
                <a:lnTo>
                  <a:pt x="639341" y="22461"/>
                </a:lnTo>
                <a:lnTo>
                  <a:pt x="639796" y="22547"/>
                </a:lnTo>
                <a:lnTo>
                  <a:pt x="640219" y="22636"/>
                </a:lnTo>
                <a:lnTo>
                  <a:pt x="640758" y="22759"/>
                </a:lnTo>
                <a:lnTo>
                  <a:pt x="641290" y="22890"/>
                </a:lnTo>
                <a:lnTo>
                  <a:pt x="641814" y="23030"/>
                </a:lnTo>
                <a:lnTo>
                  <a:pt x="642330" y="23179"/>
                </a:lnTo>
                <a:lnTo>
                  <a:pt x="642838" y="23337"/>
                </a:lnTo>
                <a:lnTo>
                  <a:pt x="643338" y="23505"/>
                </a:lnTo>
                <a:lnTo>
                  <a:pt x="643830" y="23681"/>
                </a:lnTo>
                <a:lnTo>
                  <a:pt x="644314" y="23866"/>
                </a:lnTo>
                <a:lnTo>
                  <a:pt x="644791" y="24060"/>
                </a:lnTo>
                <a:lnTo>
                  <a:pt x="645259" y="24264"/>
                </a:lnTo>
                <a:lnTo>
                  <a:pt x="645720" y="24476"/>
                </a:lnTo>
                <a:lnTo>
                  <a:pt x="646172" y="24697"/>
                </a:lnTo>
                <a:lnTo>
                  <a:pt x="646617" y="24927"/>
                </a:lnTo>
                <a:lnTo>
                  <a:pt x="647054" y="25167"/>
                </a:lnTo>
                <a:lnTo>
                  <a:pt x="647483" y="25415"/>
                </a:lnTo>
                <a:lnTo>
                  <a:pt x="647904" y="25672"/>
                </a:lnTo>
                <a:lnTo>
                  <a:pt x="648317" y="25939"/>
                </a:lnTo>
                <a:lnTo>
                  <a:pt x="648722" y="26214"/>
                </a:lnTo>
                <a:lnTo>
                  <a:pt x="649119" y="26498"/>
                </a:lnTo>
                <a:lnTo>
                  <a:pt x="649509" y="26791"/>
                </a:lnTo>
                <a:lnTo>
                  <a:pt x="649890" y="27094"/>
                </a:lnTo>
                <a:lnTo>
                  <a:pt x="650263" y="27405"/>
                </a:lnTo>
                <a:lnTo>
                  <a:pt x="650629" y="27725"/>
                </a:lnTo>
                <a:lnTo>
                  <a:pt x="650987" y="28055"/>
                </a:lnTo>
                <a:lnTo>
                  <a:pt x="651337" y="28394"/>
                </a:lnTo>
                <a:lnTo>
                  <a:pt x="651681" y="28744"/>
                </a:lnTo>
                <a:lnTo>
                  <a:pt x="652018" y="29105"/>
                </a:lnTo>
                <a:lnTo>
                  <a:pt x="652349" y="29477"/>
                </a:lnTo>
                <a:lnTo>
                  <a:pt x="652673" y="29859"/>
                </a:lnTo>
                <a:lnTo>
                  <a:pt x="652991" y="30253"/>
                </a:lnTo>
                <a:lnTo>
                  <a:pt x="653302" y="30657"/>
                </a:lnTo>
                <a:lnTo>
                  <a:pt x="653607" y="31073"/>
                </a:lnTo>
                <a:lnTo>
                  <a:pt x="653905" y="31499"/>
                </a:lnTo>
                <a:lnTo>
                  <a:pt x="654196" y="31937"/>
                </a:lnTo>
                <a:lnTo>
                  <a:pt x="654481" y="32385"/>
                </a:lnTo>
                <a:lnTo>
                  <a:pt x="654759" y="32844"/>
                </a:lnTo>
                <a:lnTo>
                  <a:pt x="655031" y="33314"/>
                </a:lnTo>
                <a:lnTo>
                  <a:pt x="655296" y="33795"/>
                </a:lnTo>
                <a:lnTo>
                  <a:pt x="655555" y="34286"/>
                </a:lnTo>
                <a:lnTo>
                  <a:pt x="655807" y="34789"/>
                </a:lnTo>
                <a:lnTo>
                  <a:pt x="656053" y="35303"/>
                </a:lnTo>
                <a:lnTo>
                  <a:pt x="656292" y="35827"/>
                </a:lnTo>
                <a:lnTo>
                  <a:pt x="656525" y="36363"/>
                </a:lnTo>
                <a:lnTo>
                  <a:pt x="656751" y="36909"/>
                </a:lnTo>
                <a:lnTo>
                  <a:pt x="656970" y="37466"/>
                </a:lnTo>
                <a:lnTo>
                  <a:pt x="657183" y="38034"/>
                </a:lnTo>
                <a:lnTo>
                  <a:pt x="657389" y="38614"/>
                </a:lnTo>
                <a:lnTo>
                  <a:pt x="657589" y="39203"/>
                </a:lnTo>
                <a:lnTo>
                  <a:pt x="657781" y="39810"/>
                </a:lnTo>
                <a:lnTo>
                  <a:pt x="657966" y="40437"/>
                </a:lnTo>
                <a:lnTo>
                  <a:pt x="658142" y="41087"/>
                </a:lnTo>
                <a:lnTo>
                  <a:pt x="658309" y="41757"/>
                </a:lnTo>
                <a:lnTo>
                  <a:pt x="658469" y="42450"/>
                </a:lnTo>
                <a:lnTo>
                  <a:pt x="658621" y="43164"/>
                </a:lnTo>
                <a:lnTo>
                  <a:pt x="658764" y="43899"/>
                </a:lnTo>
                <a:lnTo>
                  <a:pt x="658899" y="44656"/>
                </a:lnTo>
                <a:lnTo>
                  <a:pt x="659026" y="45434"/>
                </a:lnTo>
                <a:lnTo>
                  <a:pt x="659145" y="46234"/>
                </a:lnTo>
                <a:lnTo>
                  <a:pt x="659255" y="47056"/>
                </a:lnTo>
                <a:lnTo>
                  <a:pt x="659357" y="47899"/>
                </a:lnTo>
                <a:lnTo>
                  <a:pt x="659452" y="48764"/>
                </a:lnTo>
                <a:lnTo>
                  <a:pt x="659538" y="49650"/>
                </a:lnTo>
                <a:lnTo>
                  <a:pt x="659615" y="50557"/>
                </a:lnTo>
                <a:lnTo>
                  <a:pt x="659685" y="51487"/>
                </a:lnTo>
                <a:lnTo>
                  <a:pt x="659746" y="52437"/>
                </a:lnTo>
                <a:lnTo>
                  <a:pt x="659799" y="53410"/>
                </a:lnTo>
                <a:lnTo>
                  <a:pt x="659845" y="54404"/>
                </a:lnTo>
                <a:lnTo>
                  <a:pt x="659881" y="55419"/>
                </a:lnTo>
                <a:lnTo>
                  <a:pt x="659910" y="56456"/>
                </a:lnTo>
                <a:lnTo>
                  <a:pt x="659930" y="57514"/>
                </a:lnTo>
                <a:lnTo>
                  <a:pt x="659943" y="58594"/>
                </a:lnTo>
                <a:lnTo>
                  <a:pt x="659947" y="59696"/>
                </a:lnTo>
                <a:lnTo>
                  <a:pt x="659943" y="60798"/>
                </a:lnTo>
                <a:lnTo>
                  <a:pt x="659930" y="61881"/>
                </a:lnTo>
                <a:lnTo>
                  <a:pt x="659910" y="62945"/>
                </a:lnTo>
                <a:lnTo>
                  <a:pt x="659881" y="63989"/>
                </a:lnTo>
                <a:lnTo>
                  <a:pt x="659845" y="65013"/>
                </a:lnTo>
                <a:lnTo>
                  <a:pt x="659799" y="66018"/>
                </a:lnTo>
                <a:lnTo>
                  <a:pt x="659746" y="67004"/>
                </a:lnTo>
                <a:lnTo>
                  <a:pt x="659685" y="67970"/>
                </a:lnTo>
                <a:lnTo>
                  <a:pt x="659615" y="68917"/>
                </a:lnTo>
                <a:lnTo>
                  <a:pt x="659538" y="69844"/>
                </a:lnTo>
                <a:lnTo>
                  <a:pt x="659452" y="70751"/>
                </a:lnTo>
                <a:lnTo>
                  <a:pt x="659357" y="71640"/>
                </a:lnTo>
                <a:lnTo>
                  <a:pt x="659255" y="72508"/>
                </a:lnTo>
                <a:lnTo>
                  <a:pt x="659145" y="73357"/>
                </a:lnTo>
                <a:lnTo>
                  <a:pt x="659026" y="74187"/>
                </a:lnTo>
                <a:lnTo>
                  <a:pt x="658899" y="74997"/>
                </a:lnTo>
                <a:lnTo>
                  <a:pt x="658764" y="75788"/>
                </a:lnTo>
                <a:lnTo>
                  <a:pt x="658621" y="76559"/>
                </a:lnTo>
                <a:lnTo>
                  <a:pt x="658469" y="77311"/>
                </a:lnTo>
                <a:lnTo>
                  <a:pt x="658309" y="78043"/>
                </a:lnTo>
                <a:lnTo>
                  <a:pt x="658142" y="78756"/>
                </a:lnTo>
                <a:lnTo>
                  <a:pt x="657966" y="79449"/>
                </a:lnTo>
                <a:lnTo>
                  <a:pt x="657781" y="80123"/>
                </a:lnTo>
                <a:lnTo>
                  <a:pt x="657589" y="80777"/>
                </a:lnTo>
                <a:lnTo>
                  <a:pt x="657390" y="81414"/>
                </a:lnTo>
                <a:lnTo>
                  <a:pt x="657186" y="82036"/>
                </a:lnTo>
                <a:lnTo>
                  <a:pt x="656978" y="82643"/>
                </a:lnTo>
                <a:lnTo>
                  <a:pt x="656765" y="83234"/>
                </a:lnTo>
                <a:lnTo>
                  <a:pt x="656547" y="83811"/>
                </a:lnTo>
                <a:lnTo>
                  <a:pt x="656324" y="84372"/>
                </a:lnTo>
                <a:lnTo>
                  <a:pt x="656096" y="84918"/>
                </a:lnTo>
                <a:lnTo>
                  <a:pt x="655864" y="85449"/>
                </a:lnTo>
                <a:lnTo>
                  <a:pt x="655627" y="85965"/>
                </a:lnTo>
                <a:lnTo>
                  <a:pt x="655385" y="86466"/>
                </a:lnTo>
                <a:lnTo>
                  <a:pt x="655139" y="86952"/>
                </a:lnTo>
                <a:lnTo>
                  <a:pt x="654887" y="87422"/>
                </a:lnTo>
                <a:lnTo>
                  <a:pt x="654631" y="87878"/>
                </a:lnTo>
                <a:lnTo>
                  <a:pt x="654370" y="88318"/>
                </a:lnTo>
                <a:lnTo>
                  <a:pt x="654104" y="88743"/>
                </a:lnTo>
                <a:lnTo>
                  <a:pt x="653834" y="89153"/>
                </a:lnTo>
                <a:lnTo>
                  <a:pt x="653558" y="89548"/>
                </a:lnTo>
                <a:lnTo>
                  <a:pt x="653278" y="89928"/>
                </a:lnTo>
                <a:lnTo>
                  <a:pt x="652993" y="90293"/>
                </a:lnTo>
                <a:lnTo>
                  <a:pt x="652704" y="90642"/>
                </a:lnTo>
                <a:lnTo>
                  <a:pt x="652409" y="90977"/>
                </a:lnTo>
                <a:lnTo>
                  <a:pt x="652110" y="91296"/>
                </a:lnTo>
                <a:lnTo>
                  <a:pt x="651806" y="91600"/>
                </a:lnTo>
                <a:lnTo>
                  <a:pt x="651498" y="91889"/>
                </a:lnTo>
                <a:lnTo>
                  <a:pt x="651183" y="92167"/>
                </a:lnTo>
                <a:lnTo>
                  <a:pt x="650862" y="92438"/>
                </a:lnTo>
                <a:lnTo>
                  <a:pt x="650534" y="92702"/>
                </a:lnTo>
                <a:lnTo>
                  <a:pt x="650200" y="92959"/>
                </a:lnTo>
                <a:lnTo>
                  <a:pt x="649858" y="93210"/>
                </a:lnTo>
                <a:lnTo>
                  <a:pt x="649510" y="93454"/>
                </a:lnTo>
                <a:lnTo>
                  <a:pt x="649156" y="93691"/>
                </a:lnTo>
                <a:lnTo>
                  <a:pt x="648795" y="93921"/>
                </a:lnTo>
                <a:lnTo>
                  <a:pt x="648427" y="94144"/>
                </a:lnTo>
                <a:lnTo>
                  <a:pt x="648052" y="94361"/>
                </a:lnTo>
                <a:lnTo>
                  <a:pt x="647671" y="94570"/>
                </a:lnTo>
                <a:lnTo>
                  <a:pt x="647283" y="94773"/>
                </a:lnTo>
                <a:lnTo>
                  <a:pt x="646888" y="94969"/>
                </a:lnTo>
                <a:lnTo>
                  <a:pt x="646487" y="95159"/>
                </a:lnTo>
                <a:lnTo>
                  <a:pt x="646079" y="95341"/>
                </a:lnTo>
                <a:lnTo>
                  <a:pt x="645664" y="95517"/>
                </a:lnTo>
                <a:lnTo>
                  <a:pt x="645242" y="95685"/>
                </a:lnTo>
                <a:lnTo>
                  <a:pt x="644814" y="95847"/>
                </a:lnTo>
                <a:lnTo>
                  <a:pt x="644379" y="96003"/>
                </a:lnTo>
                <a:lnTo>
                  <a:pt x="643938" y="96151"/>
                </a:lnTo>
                <a:lnTo>
                  <a:pt x="643490" y="96292"/>
                </a:lnTo>
                <a:lnTo>
                  <a:pt x="643035" y="96427"/>
                </a:lnTo>
                <a:lnTo>
                  <a:pt x="642573" y="96555"/>
                </a:lnTo>
                <a:lnTo>
                  <a:pt x="642105" y="96676"/>
                </a:lnTo>
                <a:lnTo>
                  <a:pt x="641735" y="96766"/>
                </a:lnTo>
                <a:lnTo>
                  <a:pt x="641347" y="96852"/>
                </a:lnTo>
                <a:lnTo>
                  <a:pt x="640940" y="96934"/>
                </a:lnTo>
                <a:lnTo>
                  <a:pt x="640513" y="97012"/>
                </a:lnTo>
                <a:lnTo>
                  <a:pt x="640068" y="97087"/>
                </a:lnTo>
                <a:lnTo>
                  <a:pt x="639605" y="97158"/>
                </a:lnTo>
                <a:lnTo>
                  <a:pt x="639122" y="97224"/>
                </a:lnTo>
                <a:lnTo>
                  <a:pt x="638620" y="97288"/>
                </a:lnTo>
                <a:lnTo>
                  <a:pt x="638100" y="97347"/>
                </a:lnTo>
                <a:lnTo>
                  <a:pt x="637561" y="97402"/>
                </a:lnTo>
                <a:lnTo>
                  <a:pt x="637003" y="97454"/>
                </a:lnTo>
                <a:lnTo>
                  <a:pt x="636426" y="97501"/>
                </a:lnTo>
                <a:lnTo>
                  <a:pt x="635831" y="97545"/>
                </a:lnTo>
                <a:lnTo>
                  <a:pt x="635216" y="97586"/>
                </a:lnTo>
                <a:lnTo>
                  <a:pt x="634583" y="97622"/>
                </a:lnTo>
                <a:lnTo>
                  <a:pt x="633931" y="97654"/>
                </a:lnTo>
                <a:lnTo>
                  <a:pt x="633260" y="97683"/>
                </a:lnTo>
                <a:lnTo>
                  <a:pt x="632570" y="97708"/>
                </a:lnTo>
                <a:lnTo>
                  <a:pt x="631861" y="97729"/>
                </a:lnTo>
                <a:lnTo>
                  <a:pt x="631134" y="97746"/>
                </a:lnTo>
                <a:lnTo>
                  <a:pt x="630388" y="97759"/>
                </a:lnTo>
                <a:lnTo>
                  <a:pt x="629623" y="97769"/>
                </a:lnTo>
                <a:lnTo>
                  <a:pt x="628839" y="97775"/>
                </a:lnTo>
                <a:lnTo>
                  <a:pt x="628036" y="97777"/>
                </a:lnTo>
                <a:lnTo>
                  <a:pt x="610666" y="97777"/>
                </a:lnTo>
                <a:lnTo>
                  <a:pt x="610666" y="21536"/>
                </a:lnTo>
                <a:lnTo>
                  <a:pt x="621119" y="21536"/>
                </a:lnTo>
                <a:lnTo>
                  <a:pt x="622288" y="21538"/>
                </a:lnTo>
                <a:lnTo>
                  <a:pt x="623425" y="21544"/>
                </a:lnTo>
                <a:lnTo>
                  <a:pt x="624530" y="21553"/>
                </a:lnTo>
                <a:close/>
                <a:moveTo>
                  <a:pt x="1101550" y="63047"/>
                </a:moveTo>
                <a:lnTo>
                  <a:pt x="1101535" y="62296"/>
                </a:lnTo>
                <a:lnTo>
                  <a:pt x="1101516" y="61560"/>
                </a:lnTo>
                <a:lnTo>
                  <a:pt x="1101493" y="60840"/>
                </a:lnTo>
                <a:lnTo>
                  <a:pt x="1101465" y="60136"/>
                </a:lnTo>
                <a:lnTo>
                  <a:pt x="1101434" y="59447"/>
                </a:lnTo>
                <a:lnTo>
                  <a:pt x="1101398" y="58773"/>
                </a:lnTo>
                <a:lnTo>
                  <a:pt x="1101358" y="58115"/>
                </a:lnTo>
                <a:lnTo>
                  <a:pt x="1101313" y="57473"/>
                </a:lnTo>
                <a:lnTo>
                  <a:pt x="1101265" y="56846"/>
                </a:lnTo>
                <a:lnTo>
                  <a:pt x="1101212" y="56235"/>
                </a:lnTo>
                <a:lnTo>
                  <a:pt x="1101155" y="55640"/>
                </a:lnTo>
                <a:lnTo>
                  <a:pt x="1101093" y="55060"/>
                </a:lnTo>
                <a:lnTo>
                  <a:pt x="1101028" y="54495"/>
                </a:lnTo>
                <a:lnTo>
                  <a:pt x="1100958" y="53946"/>
                </a:lnTo>
                <a:lnTo>
                  <a:pt x="1100884" y="53413"/>
                </a:lnTo>
                <a:lnTo>
                  <a:pt x="1100806" y="52895"/>
                </a:lnTo>
                <a:lnTo>
                  <a:pt x="1100723" y="52392"/>
                </a:lnTo>
                <a:lnTo>
                  <a:pt x="1100636" y="51906"/>
                </a:lnTo>
                <a:lnTo>
                  <a:pt x="1100545" y="51435"/>
                </a:lnTo>
                <a:lnTo>
                  <a:pt x="1100450" y="50979"/>
                </a:lnTo>
                <a:lnTo>
                  <a:pt x="1100351" y="50539"/>
                </a:lnTo>
                <a:lnTo>
                  <a:pt x="1100246" y="50108"/>
                </a:lnTo>
                <a:lnTo>
                  <a:pt x="1100135" y="49682"/>
                </a:lnTo>
                <a:lnTo>
                  <a:pt x="1100017" y="49259"/>
                </a:lnTo>
                <a:lnTo>
                  <a:pt x="1099892" y="48840"/>
                </a:lnTo>
                <a:lnTo>
                  <a:pt x="1099761" y="48425"/>
                </a:lnTo>
                <a:lnTo>
                  <a:pt x="1099624" y="48014"/>
                </a:lnTo>
                <a:lnTo>
                  <a:pt x="1099480" y="47606"/>
                </a:lnTo>
                <a:lnTo>
                  <a:pt x="1099329" y="47203"/>
                </a:lnTo>
                <a:lnTo>
                  <a:pt x="1099172" y="46803"/>
                </a:lnTo>
                <a:lnTo>
                  <a:pt x="1099008" y="46407"/>
                </a:lnTo>
                <a:lnTo>
                  <a:pt x="1098838" y="46015"/>
                </a:lnTo>
                <a:lnTo>
                  <a:pt x="1098661" y="45626"/>
                </a:lnTo>
                <a:lnTo>
                  <a:pt x="1098478" y="45242"/>
                </a:lnTo>
                <a:lnTo>
                  <a:pt x="1098288" y="44861"/>
                </a:lnTo>
                <a:lnTo>
                  <a:pt x="1098091" y="44484"/>
                </a:lnTo>
                <a:lnTo>
                  <a:pt x="1097888" y="44111"/>
                </a:lnTo>
                <a:lnTo>
                  <a:pt x="1097678" y="43742"/>
                </a:lnTo>
                <a:lnTo>
                  <a:pt x="1097462" y="43377"/>
                </a:lnTo>
                <a:lnTo>
                  <a:pt x="1097240" y="43015"/>
                </a:lnTo>
                <a:lnTo>
                  <a:pt x="1097010" y="42657"/>
                </a:lnTo>
                <a:lnTo>
                  <a:pt x="1096775" y="42303"/>
                </a:lnTo>
                <a:lnTo>
                  <a:pt x="1096532" y="41953"/>
                </a:lnTo>
                <a:lnTo>
                  <a:pt x="1096283" y="41607"/>
                </a:lnTo>
                <a:lnTo>
                  <a:pt x="1096028" y="41264"/>
                </a:lnTo>
                <a:lnTo>
                  <a:pt x="1095764" y="40926"/>
                </a:lnTo>
                <a:lnTo>
                  <a:pt x="1095490" y="40593"/>
                </a:lnTo>
                <a:lnTo>
                  <a:pt x="1095206" y="40265"/>
                </a:lnTo>
                <a:lnTo>
                  <a:pt x="1094911" y="39942"/>
                </a:lnTo>
                <a:lnTo>
                  <a:pt x="1094606" y="39624"/>
                </a:lnTo>
                <a:lnTo>
                  <a:pt x="1094291" y="39312"/>
                </a:lnTo>
                <a:lnTo>
                  <a:pt x="1093966" y="39004"/>
                </a:lnTo>
                <a:lnTo>
                  <a:pt x="1093631" y="38701"/>
                </a:lnTo>
                <a:lnTo>
                  <a:pt x="1093285" y="38403"/>
                </a:lnTo>
                <a:lnTo>
                  <a:pt x="1092929" y="38111"/>
                </a:lnTo>
                <a:lnTo>
                  <a:pt x="1092563" y="37823"/>
                </a:lnTo>
                <a:lnTo>
                  <a:pt x="1092186" y="37541"/>
                </a:lnTo>
                <a:lnTo>
                  <a:pt x="1091800" y="37263"/>
                </a:lnTo>
                <a:lnTo>
                  <a:pt x="1091403" y="36991"/>
                </a:lnTo>
                <a:lnTo>
                  <a:pt x="1090996" y="36723"/>
                </a:lnTo>
                <a:lnTo>
                  <a:pt x="1090578" y="36461"/>
                </a:lnTo>
                <a:lnTo>
                  <a:pt x="1090151" y="36204"/>
                </a:lnTo>
                <a:lnTo>
                  <a:pt x="1089713" y="35951"/>
                </a:lnTo>
                <a:lnTo>
                  <a:pt x="1089265" y="35704"/>
                </a:lnTo>
                <a:lnTo>
                  <a:pt x="1088807" y="35462"/>
                </a:lnTo>
                <a:lnTo>
                  <a:pt x="1088338" y="35225"/>
                </a:lnTo>
                <a:lnTo>
                  <a:pt x="1087859" y="34993"/>
                </a:lnTo>
                <a:lnTo>
                  <a:pt x="1087370" y="34766"/>
                </a:lnTo>
                <a:lnTo>
                  <a:pt x="1086871" y="34544"/>
                </a:lnTo>
                <a:lnTo>
                  <a:pt x="1086365" y="34329"/>
                </a:lnTo>
                <a:lnTo>
                  <a:pt x="1085854" y="34124"/>
                </a:lnTo>
                <a:lnTo>
                  <a:pt x="1085338" y="33927"/>
                </a:lnTo>
                <a:lnTo>
                  <a:pt x="1084819" y="33740"/>
                </a:lnTo>
                <a:lnTo>
                  <a:pt x="1084295" y="33561"/>
                </a:lnTo>
                <a:lnTo>
                  <a:pt x="1083767" y="33392"/>
                </a:lnTo>
                <a:lnTo>
                  <a:pt x="1083234" y="33232"/>
                </a:lnTo>
                <a:lnTo>
                  <a:pt x="1082697" y="33081"/>
                </a:lnTo>
                <a:lnTo>
                  <a:pt x="1082155" y="32940"/>
                </a:lnTo>
                <a:lnTo>
                  <a:pt x="1081609" y="32807"/>
                </a:lnTo>
                <a:lnTo>
                  <a:pt x="1081059" y="32684"/>
                </a:lnTo>
                <a:lnTo>
                  <a:pt x="1080505" y="32569"/>
                </a:lnTo>
                <a:lnTo>
                  <a:pt x="1079946" y="32464"/>
                </a:lnTo>
                <a:lnTo>
                  <a:pt x="1079382" y="32368"/>
                </a:lnTo>
                <a:lnTo>
                  <a:pt x="1078815" y="32281"/>
                </a:lnTo>
                <a:lnTo>
                  <a:pt x="1078243" y="32204"/>
                </a:lnTo>
                <a:lnTo>
                  <a:pt x="1077666" y="32135"/>
                </a:lnTo>
                <a:lnTo>
                  <a:pt x="1077086" y="32076"/>
                </a:lnTo>
                <a:lnTo>
                  <a:pt x="1076501" y="32025"/>
                </a:lnTo>
                <a:lnTo>
                  <a:pt x="1075911" y="31984"/>
                </a:lnTo>
                <a:lnTo>
                  <a:pt x="1075317" y="31952"/>
                </a:lnTo>
                <a:lnTo>
                  <a:pt x="1074719" y="31929"/>
                </a:lnTo>
                <a:lnTo>
                  <a:pt x="1074116" y="31916"/>
                </a:lnTo>
                <a:lnTo>
                  <a:pt x="1073509" y="31911"/>
                </a:lnTo>
                <a:lnTo>
                  <a:pt x="1072137" y="31936"/>
                </a:lnTo>
                <a:lnTo>
                  <a:pt x="1070785" y="32009"/>
                </a:lnTo>
                <a:lnTo>
                  <a:pt x="1069452" y="32132"/>
                </a:lnTo>
                <a:lnTo>
                  <a:pt x="1068138" y="32304"/>
                </a:lnTo>
                <a:lnTo>
                  <a:pt x="1066845" y="32525"/>
                </a:lnTo>
                <a:lnTo>
                  <a:pt x="1065571" y="32795"/>
                </a:lnTo>
                <a:lnTo>
                  <a:pt x="1064317" y="33115"/>
                </a:lnTo>
                <a:lnTo>
                  <a:pt x="1063082" y="33483"/>
                </a:lnTo>
                <a:lnTo>
                  <a:pt x="1061867" y="33901"/>
                </a:lnTo>
                <a:lnTo>
                  <a:pt x="1060672" y="34367"/>
                </a:lnTo>
                <a:lnTo>
                  <a:pt x="1059496" y="34883"/>
                </a:lnTo>
                <a:lnTo>
                  <a:pt x="1058340" y="35448"/>
                </a:lnTo>
                <a:lnTo>
                  <a:pt x="1057203" y="36062"/>
                </a:lnTo>
                <a:lnTo>
                  <a:pt x="1056087" y="36725"/>
                </a:lnTo>
                <a:lnTo>
                  <a:pt x="1054990" y="37437"/>
                </a:lnTo>
                <a:lnTo>
                  <a:pt x="1053912" y="38199"/>
                </a:lnTo>
                <a:lnTo>
                  <a:pt x="1052854" y="39009"/>
                </a:lnTo>
                <a:lnTo>
                  <a:pt x="1051816" y="39869"/>
                </a:lnTo>
                <a:lnTo>
                  <a:pt x="1050798" y="40778"/>
                </a:lnTo>
                <a:lnTo>
                  <a:pt x="1049799" y="41736"/>
                </a:lnTo>
                <a:lnTo>
                  <a:pt x="1048820" y="42743"/>
                </a:lnTo>
                <a:lnTo>
                  <a:pt x="1047860" y="43799"/>
                </a:lnTo>
                <a:lnTo>
                  <a:pt x="1046920" y="44904"/>
                </a:lnTo>
                <a:lnTo>
                  <a:pt x="1046000" y="46059"/>
                </a:lnTo>
                <a:lnTo>
                  <a:pt x="1046000" y="33797"/>
                </a:lnTo>
                <a:lnTo>
                  <a:pt x="1025486" y="33797"/>
                </a:lnTo>
                <a:lnTo>
                  <a:pt x="1025486" y="117269"/>
                </a:lnTo>
                <a:lnTo>
                  <a:pt x="1047572" y="117269"/>
                </a:lnTo>
                <a:lnTo>
                  <a:pt x="1047572" y="79507"/>
                </a:lnTo>
                <a:lnTo>
                  <a:pt x="1047575" y="78358"/>
                </a:lnTo>
                <a:lnTo>
                  <a:pt x="1047584" y="77239"/>
                </a:lnTo>
                <a:lnTo>
                  <a:pt x="1047598" y="76151"/>
                </a:lnTo>
                <a:lnTo>
                  <a:pt x="1047619" y="75093"/>
                </a:lnTo>
                <a:lnTo>
                  <a:pt x="1047645" y="74066"/>
                </a:lnTo>
                <a:lnTo>
                  <a:pt x="1047677" y="73069"/>
                </a:lnTo>
                <a:lnTo>
                  <a:pt x="1047716" y="72103"/>
                </a:lnTo>
                <a:lnTo>
                  <a:pt x="1047760" y="71167"/>
                </a:lnTo>
                <a:lnTo>
                  <a:pt x="1047810" y="70262"/>
                </a:lnTo>
                <a:lnTo>
                  <a:pt x="1047865" y="69388"/>
                </a:lnTo>
                <a:lnTo>
                  <a:pt x="1047927" y="68544"/>
                </a:lnTo>
                <a:lnTo>
                  <a:pt x="1047994" y="67730"/>
                </a:lnTo>
                <a:lnTo>
                  <a:pt x="1048068" y="66948"/>
                </a:lnTo>
                <a:lnTo>
                  <a:pt x="1048147" y="66195"/>
                </a:lnTo>
                <a:lnTo>
                  <a:pt x="1048232" y="65473"/>
                </a:lnTo>
                <a:lnTo>
                  <a:pt x="1048323" y="64782"/>
                </a:lnTo>
                <a:lnTo>
                  <a:pt x="1048420" y="64121"/>
                </a:lnTo>
                <a:lnTo>
                  <a:pt x="1048522" y="63491"/>
                </a:lnTo>
                <a:lnTo>
                  <a:pt x="1048631" y="62892"/>
                </a:lnTo>
                <a:lnTo>
                  <a:pt x="1048745" y="62322"/>
                </a:lnTo>
                <a:lnTo>
                  <a:pt x="1048866" y="61784"/>
                </a:lnTo>
                <a:lnTo>
                  <a:pt x="1048992" y="61276"/>
                </a:lnTo>
                <a:lnTo>
                  <a:pt x="1049124" y="60798"/>
                </a:lnTo>
                <a:lnTo>
                  <a:pt x="1049262" y="60351"/>
                </a:lnTo>
                <a:lnTo>
                  <a:pt x="1049408" y="59923"/>
                </a:lnTo>
                <a:lnTo>
                  <a:pt x="1049563" y="59502"/>
                </a:lnTo>
                <a:lnTo>
                  <a:pt x="1049729" y="59088"/>
                </a:lnTo>
                <a:lnTo>
                  <a:pt x="1049905" y="58681"/>
                </a:lnTo>
                <a:lnTo>
                  <a:pt x="1050090" y="58281"/>
                </a:lnTo>
                <a:lnTo>
                  <a:pt x="1050286" y="57888"/>
                </a:lnTo>
                <a:lnTo>
                  <a:pt x="1050492" y="57502"/>
                </a:lnTo>
                <a:lnTo>
                  <a:pt x="1050707" y="57123"/>
                </a:lnTo>
                <a:lnTo>
                  <a:pt x="1050933" y="56752"/>
                </a:lnTo>
                <a:lnTo>
                  <a:pt x="1051168" y="56387"/>
                </a:lnTo>
                <a:lnTo>
                  <a:pt x="1051413" y="56030"/>
                </a:lnTo>
                <a:lnTo>
                  <a:pt x="1051669" y="55680"/>
                </a:lnTo>
                <a:lnTo>
                  <a:pt x="1051934" y="55337"/>
                </a:lnTo>
                <a:lnTo>
                  <a:pt x="1052209" y="55000"/>
                </a:lnTo>
                <a:lnTo>
                  <a:pt x="1052495" y="54671"/>
                </a:lnTo>
                <a:lnTo>
                  <a:pt x="1052790" y="54350"/>
                </a:lnTo>
                <a:lnTo>
                  <a:pt x="1053095" y="54035"/>
                </a:lnTo>
                <a:lnTo>
                  <a:pt x="1053410" y="53727"/>
                </a:lnTo>
                <a:lnTo>
                  <a:pt x="1053735" y="53426"/>
                </a:lnTo>
                <a:lnTo>
                  <a:pt x="1054070" y="53133"/>
                </a:lnTo>
                <a:lnTo>
                  <a:pt x="1054415" y="52846"/>
                </a:lnTo>
                <a:lnTo>
                  <a:pt x="1054770" y="52567"/>
                </a:lnTo>
                <a:lnTo>
                  <a:pt x="1055135" y="52295"/>
                </a:lnTo>
                <a:lnTo>
                  <a:pt x="1055510" y="52030"/>
                </a:lnTo>
                <a:lnTo>
                  <a:pt x="1055892" y="51773"/>
                </a:lnTo>
                <a:lnTo>
                  <a:pt x="1056278" y="51528"/>
                </a:lnTo>
                <a:lnTo>
                  <a:pt x="1056668" y="51293"/>
                </a:lnTo>
                <a:lnTo>
                  <a:pt x="1057063" y="51070"/>
                </a:lnTo>
                <a:lnTo>
                  <a:pt x="1057461" y="50857"/>
                </a:lnTo>
                <a:lnTo>
                  <a:pt x="1057863" y="50655"/>
                </a:lnTo>
                <a:lnTo>
                  <a:pt x="1058270" y="50464"/>
                </a:lnTo>
                <a:lnTo>
                  <a:pt x="1058680" y="50285"/>
                </a:lnTo>
                <a:lnTo>
                  <a:pt x="1059095" y="50115"/>
                </a:lnTo>
                <a:lnTo>
                  <a:pt x="1059514" y="49957"/>
                </a:lnTo>
                <a:lnTo>
                  <a:pt x="1059937" y="49810"/>
                </a:lnTo>
                <a:lnTo>
                  <a:pt x="1060364" y="49674"/>
                </a:lnTo>
                <a:lnTo>
                  <a:pt x="1060795" y="49548"/>
                </a:lnTo>
                <a:lnTo>
                  <a:pt x="1061230" y="49434"/>
                </a:lnTo>
                <a:lnTo>
                  <a:pt x="1061669" y="49330"/>
                </a:lnTo>
                <a:lnTo>
                  <a:pt x="1062113" y="49237"/>
                </a:lnTo>
                <a:lnTo>
                  <a:pt x="1062560" y="49156"/>
                </a:lnTo>
                <a:lnTo>
                  <a:pt x="1063012" y="49085"/>
                </a:lnTo>
                <a:lnTo>
                  <a:pt x="1063467" y="49025"/>
                </a:lnTo>
                <a:lnTo>
                  <a:pt x="1063927" y="48976"/>
                </a:lnTo>
                <a:lnTo>
                  <a:pt x="1064391" y="48937"/>
                </a:lnTo>
                <a:lnTo>
                  <a:pt x="1064859" y="48910"/>
                </a:lnTo>
                <a:lnTo>
                  <a:pt x="1065331" y="48894"/>
                </a:lnTo>
                <a:lnTo>
                  <a:pt x="1065807" y="48888"/>
                </a:lnTo>
                <a:lnTo>
                  <a:pt x="1066178" y="48892"/>
                </a:lnTo>
                <a:lnTo>
                  <a:pt x="1066544" y="48904"/>
                </a:lnTo>
                <a:lnTo>
                  <a:pt x="1066907" y="48923"/>
                </a:lnTo>
                <a:lnTo>
                  <a:pt x="1067264" y="48949"/>
                </a:lnTo>
                <a:lnTo>
                  <a:pt x="1067617" y="48984"/>
                </a:lnTo>
                <a:lnTo>
                  <a:pt x="1067966" y="49026"/>
                </a:lnTo>
                <a:lnTo>
                  <a:pt x="1068310" y="49075"/>
                </a:lnTo>
                <a:lnTo>
                  <a:pt x="1068649" y="49133"/>
                </a:lnTo>
                <a:lnTo>
                  <a:pt x="1068984" y="49197"/>
                </a:lnTo>
                <a:lnTo>
                  <a:pt x="1069315" y="49270"/>
                </a:lnTo>
                <a:lnTo>
                  <a:pt x="1069641" y="49350"/>
                </a:lnTo>
                <a:lnTo>
                  <a:pt x="1069963" y="49438"/>
                </a:lnTo>
                <a:lnTo>
                  <a:pt x="1070280" y="49533"/>
                </a:lnTo>
                <a:lnTo>
                  <a:pt x="1070592" y="49636"/>
                </a:lnTo>
                <a:lnTo>
                  <a:pt x="1070900" y="49747"/>
                </a:lnTo>
                <a:lnTo>
                  <a:pt x="1071204" y="49865"/>
                </a:lnTo>
                <a:lnTo>
                  <a:pt x="1071503" y="49991"/>
                </a:lnTo>
                <a:lnTo>
                  <a:pt x="1071797" y="50125"/>
                </a:lnTo>
                <a:lnTo>
                  <a:pt x="1072087" y="50266"/>
                </a:lnTo>
                <a:lnTo>
                  <a:pt x="1072373" y="50415"/>
                </a:lnTo>
                <a:lnTo>
                  <a:pt x="1072654" y="50571"/>
                </a:lnTo>
                <a:lnTo>
                  <a:pt x="1072931" y="50735"/>
                </a:lnTo>
                <a:lnTo>
                  <a:pt x="1073203" y="50907"/>
                </a:lnTo>
                <a:lnTo>
                  <a:pt x="1073470" y="51087"/>
                </a:lnTo>
                <a:lnTo>
                  <a:pt x="1073732" y="51273"/>
                </a:lnTo>
                <a:lnTo>
                  <a:pt x="1073988" y="51465"/>
                </a:lnTo>
                <a:lnTo>
                  <a:pt x="1074238" y="51664"/>
                </a:lnTo>
                <a:lnTo>
                  <a:pt x="1074482" y="51868"/>
                </a:lnTo>
                <a:lnTo>
                  <a:pt x="1074720" y="52079"/>
                </a:lnTo>
                <a:lnTo>
                  <a:pt x="1074951" y="52296"/>
                </a:lnTo>
                <a:lnTo>
                  <a:pt x="1075177" y="52519"/>
                </a:lnTo>
                <a:lnTo>
                  <a:pt x="1075396" y="52748"/>
                </a:lnTo>
                <a:lnTo>
                  <a:pt x="1075609" y="52984"/>
                </a:lnTo>
                <a:lnTo>
                  <a:pt x="1075816" y="53225"/>
                </a:lnTo>
                <a:lnTo>
                  <a:pt x="1076017" y="53473"/>
                </a:lnTo>
                <a:lnTo>
                  <a:pt x="1076211" y="53726"/>
                </a:lnTo>
                <a:lnTo>
                  <a:pt x="1076400" y="53986"/>
                </a:lnTo>
                <a:lnTo>
                  <a:pt x="1076582" y="54252"/>
                </a:lnTo>
                <a:lnTo>
                  <a:pt x="1076758" y="54524"/>
                </a:lnTo>
                <a:lnTo>
                  <a:pt x="1076928" y="54803"/>
                </a:lnTo>
                <a:lnTo>
                  <a:pt x="1077092" y="55087"/>
                </a:lnTo>
                <a:lnTo>
                  <a:pt x="1077250" y="55377"/>
                </a:lnTo>
                <a:lnTo>
                  <a:pt x="1077402" y="55674"/>
                </a:lnTo>
                <a:lnTo>
                  <a:pt x="1077547" y="55977"/>
                </a:lnTo>
                <a:lnTo>
                  <a:pt x="1077687" y="56286"/>
                </a:lnTo>
                <a:lnTo>
                  <a:pt x="1077820" y="56601"/>
                </a:lnTo>
                <a:lnTo>
                  <a:pt x="1077947" y="56922"/>
                </a:lnTo>
                <a:lnTo>
                  <a:pt x="1078068" y="57249"/>
                </a:lnTo>
                <a:lnTo>
                  <a:pt x="1078184" y="57596"/>
                </a:lnTo>
                <a:lnTo>
                  <a:pt x="1078294" y="57976"/>
                </a:lnTo>
                <a:lnTo>
                  <a:pt x="1078400" y="58389"/>
                </a:lnTo>
                <a:lnTo>
                  <a:pt x="1078500" y="58836"/>
                </a:lnTo>
                <a:lnTo>
                  <a:pt x="1078596" y="59315"/>
                </a:lnTo>
                <a:lnTo>
                  <a:pt x="1078687" y="59828"/>
                </a:lnTo>
                <a:lnTo>
                  <a:pt x="1078773" y="60373"/>
                </a:lnTo>
                <a:lnTo>
                  <a:pt x="1078854" y="60952"/>
                </a:lnTo>
                <a:lnTo>
                  <a:pt x="1078930" y="61564"/>
                </a:lnTo>
                <a:lnTo>
                  <a:pt x="1079001" y="62209"/>
                </a:lnTo>
                <a:lnTo>
                  <a:pt x="1079068" y="62887"/>
                </a:lnTo>
                <a:lnTo>
                  <a:pt x="1079129" y="63599"/>
                </a:lnTo>
                <a:lnTo>
                  <a:pt x="1079186" y="64343"/>
                </a:lnTo>
                <a:lnTo>
                  <a:pt x="1079237" y="65120"/>
                </a:lnTo>
                <a:lnTo>
                  <a:pt x="1079284" y="65931"/>
                </a:lnTo>
                <a:lnTo>
                  <a:pt x="1079326" y="66775"/>
                </a:lnTo>
                <a:lnTo>
                  <a:pt x="1079363" y="67652"/>
                </a:lnTo>
                <a:lnTo>
                  <a:pt x="1079394" y="68562"/>
                </a:lnTo>
                <a:lnTo>
                  <a:pt x="1079421" y="69505"/>
                </a:lnTo>
                <a:lnTo>
                  <a:pt x="1079444" y="70481"/>
                </a:lnTo>
                <a:lnTo>
                  <a:pt x="1079461" y="71491"/>
                </a:lnTo>
                <a:lnTo>
                  <a:pt x="1079473" y="72533"/>
                </a:lnTo>
                <a:lnTo>
                  <a:pt x="1079480" y="73609"/>
                </a:lnTo>
                <a:lnTo>
                  <a:pt x="1079483" y="74718"/>
                </a:lnTo>
                <a:lnTo>
                  <a:pt x="1079483" y="117269"/>
                </a:lnTo>
                <a:lnTo>
                  <a:pt x="1101569" y="117269"/>
                </a:lnTo>
                <a:lnTo>
                  <a:pt x="1101569" y="65394"/>
                </a:lnTo>
                <a:lnTo>
                  <a:pt x="1101567" y="64596"/>
                </a:lnTo>
                <a:lnTo>
                  <a:pt x="1101561" y="63814"/>
                </a:lnTo>
                <a:lnTo>
                  <a:pt x="1101550" y="63047"/>
                </a:lnTo>
                <a:close/>
                <a:moveTo>
                  <a:pt x="751230" y="92703"/>
                </a:moveTo>
                <a:lnTo>
                  <a:pt x="751052" y="93173"/>
                </a:lnTo>
                <a:lnTo>
                  <a:pt x="750868" y="93631"/>
                </a:lnTo>
                <a:lnTo>
                  <a:pt x="750679" y="94076"/>
                </a:lnTo>
                <a:lnTo>
                  <a:pt x="750483" y="94510"/>
                </a:lnTo>
                <a:lnTo>
                  <a:pt x="750281" y="94932"/>
                </a:lnTo>
                <a:lnTo>
                  <a:pt x="750073" y="95342"/>
                </a:lnTo>
                <a:lnTo>
                  <a:pt x="749860" y="95740"/>
                </a:lnTo>
                <a:lnTo>
                  <a:pt x="749640" y="96126"/>
                </a:lnTo>
                <a:lnTo>
                  <a:pt x="749414" y="96500"/>
                </a:lnTo>
                <a:lnTo>
                  <a:pt x="749183" y="96862"/>
                </a:lnTo>
                <a:lnTo>
                  <a:pt x="748945" y="97212"/>
                </a:lnTo>
                <a:lnTo>
                  <a:pt x="748701" y="97550"/>
                </a:lnTo>
                <a:lnTo>
                  <a:pt x="748452" y="97875"/>
                </a:lnTo>
                <a:lnTo>
                  <a:pt x="748196" y="98189"/>
                </a:lnTo>
                <a:lnTo>
                  <a:pt x="747934" y="98491"/>
                </a:lnTo>
                <a:lnTo>
                  <a:pt x="747666" y="98781"/>
                </a:lnTo>
                <a:lnTo>
                  <a:pt x="747393" y="99059"/>
                </a:lnTo>
                <a:lnTo>
                  <a:pt x="747113" y="99325"/>
                </a:lnTo>
                <a:lnTo>
                  <a:pt x="746827" y="99578"/>
                </a:lnTo>
                <a:lnTo>
                  <a:pt x="746535" y="99820"/>
                </a:lnTo>
                <a:lnTo>
                  <a:pt x="746238" y="100051"/>
                </a:lnTo>
                <a:lnTo>
                  <a:pt x="745935" y="100272"/>
                </a:lnTo>
                <a:lnTo>
                  <a:pt x="745625" y="100483"/>
                </a:lnTo>
                <a:lnTo>
                  <a:pt x="745311" y="100685"/>
                </a:lnTo>
                <a:lnTo>
                  <a:pt x="744990" y="100876"/>
                </a:lnTo>
                <a:lnTo>
                  <a:pt x="744664" y="101058"/>
                </a:lnTo>
                <a:lnTo>
                  <a:pt x="744332" y="101230"/>
                </a:lnTo>
                <a:lnTo>
                  <a:pt x="743994" y="101392"/>
                </a:lnTo>
                <a:lnTo>
                  <a:pt x="743651" y="101544"/>
                </a:lnTo>
                <a:lnTo>
                  <a:pt x="743301" y="101687"/>
                </a:lnTo>
                <a:lnTo>
                  <a:pt x="742947" y="101820"/>
                </a:lnTo>
                <a:lnTo>
                  <a:pt x="742586" y="101942"/>
                </a:lnTo>
                <a:lnTo>
                  <a:pt x="742219" y="102055"/>
                </a:lnTo>
                <a:lnTo>
                  <a:pt x="741847" y="102158"/>
                </a:lnTo>
                <a:lnTo>
                  <a:pt x="741470" y="102252"/>
                </a:lnTo>
                <a:lnTo>
                  <a:pt x="741086" y="102335"/>
                </a:lnTo>
                <a:lnTo>
                  <a:pt x="740697" y="102409"/>
                </a:lnTo>
                <a:lnTo>
                  <a:pt x="740302" y="102473"/>
                </a:lnTo>
                <a:lnTo>
                  <a:pt x="739901" y="102527"/>
                </a:lnTo>
                <a:lnTo>
                  <a:pt x="739494" y="102571"/>
                </a:lnTo>
                <a:lnTo>
                  <a:pt x="739082" y="102605"/>
                </a:lnTo>
                <a:lnTo>
                  <a:pt x="738664" y="102630"/>
                </a:lnTo>
                <a:lnTo>
                  <a:pt x="738240" y="102645"/>
                </a:lnTo>
                <a:lnTo>
                  <a:pt x="737811" y="102650"/>
                </a:lnTo>
                <a:lnTo>
                  <a:pt x="737180" y="102640"/>
                </a:lnTo>
                <a:lnTo>
                  <a:pt x="736558" y="102612"/>
                </a:lnTo>
                <a:lnTo>
                  <a:pt x="735944" y="102564"/>
                </a:lnTo>
                <a:lnTo>
                  <a:pt x="735340" y="102498"/>
                </a:lnTo>
                <a:lnTo>
                  <a:pt x="734743" y="102413"/>
                </a:lnTo>
                <a:lnTo>
                  <a:pt x="734156" y="102308"/>
                </a:lnTo>
                <a:lnTo>
                  <a:pt x="733578" y="102185"/>
                </a:lnTo>
                <a:lnTo>
                  <a:pt x="733008" y="102043"/>
                </a:lnTo>
                <a:lnTo>
                  <a:pt x="732447" y="101882"/>
                </a:lnTo>
                <a:lnTo>
                  <a:pt x="731894" y="101701"/>
                </a:lnTo>
                <a:lnTo>
                  <a:pt x="731351" y="101502"/>
                </a:lnTo>
                <a:lnTo>
                  <a:pt x="730816" y="101284"/>
                </a:lnTo>
                <a:lnTo>
                  <a:pt x="730290" y="101047"/>
                </a:lnTo>
                <a:lnTo>
                  <a:pt x="729772" y="100791"/>
                </a:lnTo>
                <a:lnTo>
                  <a:pt x="729263" y="100516"/>
                </a:lnTo>
                <a:lnTo>
                  <a:pt x="728763" y="100222"/>
                </a:lnTo>
                <a:lnTo>
                  <a:pt x="728272" y="99909"/>
                </a:lnTo>
                <a:lnTo>
                  <a:pt x="727790" y="99577"/>
                </a:lnTo>
                <a:lnTo>
                  <a:pt x="727316" y="99226"/>
                </a:lnTo>
                <a:lnTo>
                  <a:pt x="726851" y="98856"/>
                </a:lnTo>
                <a:lnTo>
                  <a:pt x="726395" y="98467"/>
                </a:lnTo>
                <a:lnTo>
                  <a:pt x="725947" y="98060"/>
                </a:lnTo>
                <a:lnTo>
                  <a:pt x="725508" y="97633"/>
                </a:lnTo>
                <a:lnTo>
                  <a:pt x="725078" y="97187"/>
                </a:lnTo>
                <a:lnTo>
                  <a:pt x="724661" y="96724"/>
                </a:lnTo>
                <a:lnTo>
                  <a:pt x="724260" y="96246"/>
                </a:lnTo>
                <a:lnTo>
                  <a:pt x="723877" y="95753"/>
                </a:lnTo>
                <a:lnTo>
                  <a:pt x="723510" y="95245"/>
                </a:lnTo>
                <a:lnTo>
                  <a:pt x="723161" y="94722"/>
                </a:lnTo>
                <a:lnTo>
                  <a:pt x="722828" y="94183"/>
                </a:lnTo>
                <a:lnTo>
                  <a:pt x="722512" y="93629"/>
                </a:lnTo>
                <a:lnTo>
                  <a:pt x="722214" y="93061"/>
                </a:lnTo>
                <a:lnTo>
                  <a:pt x="721932" y="92477"/>
                </a:lnTo>
                <a:lnTo>
                  <a:pt x="721667" y="91878"/>
                </a:lnTo>
                <a:lnTo>
                  <a:pt x="721419" y="91263"/>
                </a:lnTo>
                <a:lnTo>
                  <a:pt x="721187" y="90634"/>
                </a:lnTo>
                <a:lnTo>
                  <a:pt x="720973" y="89989"/>
                </a:lnTo>
                <a:lnTo>
                  <a:pt x="720776" y="89330"/>
                </a:lnTo>
                <a:lnTo>
                  <a:pt x="720595" y="88655"/>
                </a:lnTo>
                <a:lnTo>
                  <a:pt x="720432" y="87965"/>
                </a:lnTo>
                <a:lnTo>
                  <a:pt x="720285" y="87260"/>
                </a:lnTo>
                <a:lnTo>
                  <a:pt x="720156" y="86539"/>
                </a:lnTo>
                <a:lnTo>
                  <a:pt x="720043" y="85804"/>
                </a:lnTo>
                <a:lnTo>
                  <a:pt x="719947" y="85053"/>
                </a:lnTo>
                <a:lnTo>
                  <a:pt x="719868" y="84288"/>
                </a:lnTo>
                <a:lnTo>
                  <a:pt x="719806" y="83507"/>
                </a:lnTo>
                <a:lnTo>
                  <a:pt x="719761" y="82711"/>
                </a:lnTo>
                <a:lnTo>
                  <a:pt x="719733" y="81900"/>
                </a:lnTo>
                <a:lnTo>
                  <a:pt x="775067" y="81900"/>
                </a:lnTo>
                <a:lnTo>
                  <a:pt x="775087" y="79807"/>
                </a:lnTo>
                <a:lnTo>
                  <a:pt x="775067" y="77759"/>
                </a:lnTo>
                <a:lnTo>
                  <a:pt x="775009" y="75757"/>
                </a:lnTo>
                <a:lnTo>
                  <a:pt x="774912" y="73801"/>
                </a:lnTo>
                <a:lnTo>
                  <a:pt x="774775" y="71890"/>
                </a:lnTo>
                <a:lnTo>
                  <a:pt x="774600" y="70024"/>
                </a:lnTo>
                <a:lnTo>
                  <a:pt x="774386" y="68204"/>
                </a:lnTo>
                <a:lnTo>
                  <a:pt x="774132" y="66429"/>
                </a:lnTo>
                <a:lnTo>
                  <a:pt x="773840" y="64699"/>
                </a:lnTo>
                <a:lnTo>
                  <a:pt x="773508" y="63016"/>
                </a:lnTo>
                <a:lnTo>
                  <a:pt x="773138" y="61377"/>
                </a:lnTo>
                <a:lnTo>
                  <a:pt x="772728" y="59784"/>
                </a:lnTo>
                <a:lnTo>
                  <a:pt x="772280" y="58236"/>
                </a:lnTo>
                <a:lnTo>
                  <a:pt x="771792" y="56734"/>
                </a:lnTo>
                <a:lnTo>
                  <a:pt x="771266" y="55277"/>
                </a:lnTo>
                <a:lnTo>
                  <a:pt x="770700" y="53866"/>
                </a:lnTo>
                <a:lnTo>
                  <a:pt x="770096" y="52500"/>
                </a:lnTo>
                <a:lnTo>
                  <a:pt x="769452" y="51180"/>
                </a:lnTo>
                <a:lnTo>
                  <a:pt x="768769" y="49905"/>
                </a:lnTo>
                <a:lnTo>
                  <a:pt x="768047" y="48675"/>
                </a:lnTo>
                <a:lnTo>
                  <a:pt x="767287" y="47491"/>
                </a:lnTo>
                <a:lnTo>
                  <a:pt x="766487" y="46353"/>
                </a:lnTo>
                <a:lnTo>
                  <a:pt x="765648" y="45259"/>
                </a:lnTo>
                <a:lnTo>
                  <a:pt x="764770" y="44212"/>
                </a:lnTo>
                <a:lnTo>
                  <a:pt x="763859" y="43208"/>
                </a:lnTo>
                <a:lnTo>
                  <a:pt x="762921" y="42247"/>
                </a:lnTo>
                <a:lnTo>
                  <a:pt x="761956" y="41329"/>
                </a:lnTo>
                <a:lnTo>
                  <a:pt x="760963" y="40453"/>
                </a:lnTo>
                <a:lnTo>
                  <a:pt x="759943" y="39620"/>
                </a:lnTo>
                <a:lnTo>
                  <a:pt x="758895" y="38830"/>
                </a:lnTo>
                <a:lnTo>
                  <a:pt x="757820" y="38083"/>
                </a:lnTo>
                <a:lnTo>
                  <a:pt x="756718" y="37378"/>
                </a:lnTo>
                <a:lnTo>
                  <a:pt x="755589" y="36716"/>
                </a:lnTo>
                <a:lnTo>
                  <a:pt x="754432" y="36097"/>
                </a:lnTo>
                <a:lnTo>
                  <a:pt x="753249" y="35520"/>
                </a:lnTo>
                <a:lnTo>
                  <a:pt x="752037" y="34986"/>
                </a:lnTo>
                <a:lnTo>
                  <a:pt x="750799" y="34495"/>
                </a:lnTo>
                <a:lnTo>
                  <a:pt x="749533" y="34047"/>
                </a:lnTo>
                <a:lnTo>
                  <a:pt x="748240" y="33641"/>
                </a:lnTo>
                <a:lnTo>
                  <a:pt x="746920" y="33278"/>
                </a:lnTo>
                <a:lnTo>
                  <a:pt x="745572" y="32957"/>
                </a:lnTo>
                <a:lnTo>
                  <a:pt x="744197" y="32680"/>
                </a:lnTo>
                <a:lnTo>
                  <a:pt x="742795" y="32445"/>
                </a:lnTo>
                <a:lnTo>
                  <a:pt x="741365" y="32253"/>
                </a:lnTo>
                <a:lnTo>
                  <a:pt x="739909" y="32103"/>
                </a:lnTo>
                <a:lnTo>
                  <a:pt x="738425" y="31996"/>
                </a:lnTo>
                <a:lnTo>
                  <a:pt x="736913" y="31932"/>
                </a:lnTo>
                <a:lnTo>
                  <a:pt x="735374" y="31911"/>
                </a:lnTo>
                <a:lnTo>
                  <a:pt x="734002" y="31931"/>
                </a:lnTo>
                <a:lnTo>
                  <a:pt x="732650" y="31993"/>
                </a:lnTo>
                <a:lnTo>
                  <a:pt x="731318" y="32095"/>
                </a:lnTo>
                <a:lnTo>
                  <a:pt x="730006" y="32237"/>
                </a:lnTo>
                <a:lnTo>
                  <a:pt x="728713" y="32421"/>
                </a:lnTo>
                <a:lnTo>
                  <a:pt x="727441" y="32645"/>
                </a:lnTo>
                <a:lnTo>
                  <a:pt x="726188" y="32911"/>
                </a:lnTo>
                <a:lnTo>
                  <a:pt x="724956" y="33217"/>
                </a:lnTo>
                <a:lnTo>
                  <a:pt x="723743" y="33563"/>
                </a:lnTo>
                <a:lnTo>
                  <a:pt x="722550" y="33951"/>
                </a:lnTo>
                <a:lnTo>
                  <a:pt x="721378" y="34379"/>
                </a:lnTo>
                <a:lnTo>
                  <a:pt x="720225" y="34849"/>
                </a:lnTo>
                <a:lnTo>
                  <a:pt x="719092" y="35359"/>
                </a:lnTo>
                <a:lnTo>
                  <a:pt x="717979" y="35909"/>
                </a:lnTo>
                <a:lnTo>
                  <a:pt x="716885" y="36501"/>
                </a:lnTo>
                <a:lnTo>
                  <a:pt x="715812" y="37133"/>
                </a:lnTo>
                <a:lnTo>
                  <a:pt x="714759" y="37807"/>
                </a:lnTo>
                <a:lnTo>
                  <a:pt x="713725" y="38521"/>
                </a:lnTo>
                <a:lnTo>
                  <a:pt x="712712" y="39275"/>
                </a:lnTo>
                <a:lnTo>
                  <a:pt x="711718" y="40071"/>
                </a:lnTo>
                <a:lnTo>
                  <a:pt x="710745" y="40907"/>
                </a:lnTo>
                <a:lnTo>
                  <a:pt x="709791" y="41785"/>
                </a:lnTo>
                <a:lnTo>
                  <a:pt x="708857" y="42703"/>
                </a:lnTo>
                <a:lnTo>
                  <a:pt x="707944" y="43661"/>
                </a:lnTo>
                <a:lnTo>
                  <a:pt x="707059" y="44656"/>
                </a:lnTo>
                <a:lnTo>
                  <a:pt x="706211" y="45682"/>
                </a:lnTo>
                <a:lnTo>
                  <a:pt x="705401" y="46740"/>
                </a:lnTo>
                <a:lnTo>
                  <a:pt x="704629" y="47828"/>
                </a:lnTo>
                <a:lnTo>
                  <a:pt x="703895" y="48948"/>
                </a:lnTo>
                <a:lnTo>
                  <a:pt x="703198" y="50099"/>
                </a:lnTo>
                <a:lnTo>
                  <a:pt x="702539" y="51282"/>
                </a:lnTo>
                <a:lnTo>
                  <a:pt x="701918" y="52495"/>
                </a:lnTo>
                <a:lnTo>
                  <a:pt x="701334" y="53740"/>
                </a:lnTo>
                <a:lnTo>
                  <a:pt x="700788" y="55016"/>
                </a:lnTo>
                <a:lnTo>
                  <a:pt x="700279" y="56323"/>
                </a:lnTo>
                <a:lnTo>
                  <a:pt x="699809" y="57662"/>
                </a:lnTo>
                <a:lnTo>
                  <a:pt x="699376" y="59032"/>
                </a:lnTo>
                <a:lnTo>
                  <a:pt x="698980" y="60433"/>
                </a:lnTo>
                <a:lnTo>
                  <a:pt x="698622" y="61865"/>
                </a:lnTo>
                <a:lnTo>
                  <a:pt x="698302" y="63329"/>
                </a:lnTo>
                <a:lnTo>
                  <a:pt x="698020" y="64823"/>
                </a:lnTo>
                <a:lnTo>
                  <a:pt x="697775" y="66349"/>
                </a:lnTo>
                <a:lnTo>
                  <a:pt x="697568" y="67907"/>
                </a:lnTo>
                <a:lnTo>
                  <a:pt x="697398" y="69495"/>
                </a:lnTo>
                <a:lnTo>
                  <a:pt x="697266" y="71115"/>
                </a:lnTo>
                <a:lnTo>
                  <a:pt x="697172" y="72766"/>
                </a:lnTo>
                <a:lnTo>
                  <a:pt x="697116" y="74448"/>
                </a:lnTo>
                <a:lnTo>
                  <a:pt x="697097" y="76162"/>
                </a:lnTo>
                <a:lnTo>
                  <a:pt x="697111" y="77599"/>
                </a:lnTo>
                <a:lnTo>
                  <a:pt x="697154" y="79016"/>
                </a:lnTo>
                <a:lnTo>
                  <a:pt x="697226" y="80411"/>
                </a:lnTo>
                <a:lnTo>
                  <a:pt x="697326" y="81786"/>
                </a:lnTo>
                <a:lnTo>
                  <a:pt x="697455" y="83140"/>
                </a:lnTo>
                <a:lnTo>
                  <a:pt x="697613" y="84474"/>
                </a:lnTo>
                <a:lnTo>
                  <a:pt x="697799" y="85786"/>
                </a:lnTo>
                <a:lnTo>
                  <a:pt x="698014" y="87078"/>
                </a:lnTo>
                <a:lnTo>
                  <a:pt x="698258" y="88350"/>
                </a:lnTo>
                <a:lnTo>
                  <a:pt x="698530" y="89600"/>
                </a:lnTo>
                <a:lnTo>
                  <a:pt x="698831" y="90830"/>
                </a:lnTo>
                <a:lnTo>
                  <a:pt x="699160" y="92039"/>
                </a:lnTo>
                <a:lnTo>
                  <a:pt x="699518" y="93227"/>
                </a:lnTo>
                <a:lnTo>
                  <a:pt x="699905" y="94395"/>
                </a:lnTo>
                <a:lnTo>
                  <a:pt x="700321" y="95541"/>
                </a:lnTo>
                <a:lnTo>
                  <a:pt x="700765" y="96667"/>
                </a:lnTo>
                <a:lnTo>
                  <a:pt x="701238" y="97773"/>
                </a:lnTo>
                <a:lnTo>
                  <a:pt x="701739" y="98857"/>
                </a:lnTo>
                <a:lnTo>
                  <a:pt x="702269" y="99921"/>
                </a:lnTo>
                <a:lnTo>
                  <a:pt x="702828" y="100964"/>
                </a:lnTo>
                <a:lnTo>
                  <a:pt x="703416" y="101987"/>
                </a:lnTo>
                <a:lnTo>
                  <a:pt x="704032" y="102988"/>
                </a:lnTo>
                <a:lnTo>
                  <a:pt x="704676" y="103969"/>
                </a:lnTo>
                <a:lnTo>
                  <a:pt x="705350" y="104929"/>
                </a:lnTo>
                <a:lnTo>
                  <a:pt x="706241" y="106090"/>
                </a:lnTo>
                <a:lnTo>
                  <a:pt x="707171" y="107201"/>
                </a:lnTo>
                <a:lnTo>
                  <a:pt x="708140" y="108263"/>
                </a:lnTo>
                <a:lnTo>
                  <a:pt x="709149" y="109276"/>
                </a:lnTo>
                <a:lnTo>
                  <a:pt x="710197" y="110239"/>
                </a:lnTo>
                <a:lnTo>
                  <a:pt x="711284" y="111153"/>
                </a:lnTo>
                <a:lnTo>
                  <a:pt x="712411" y="112018"/>
                </a:lnTo>
                <a:lnTo>
                  <a:pt x="713576" y="112833"/>
                </a:lnTo>
                <a:lnTo>
                  <a:pt x="714782" y="113598"/>
                </a:lnTo>
                <a:lnTo>
                  <a:pt x="716026" y="114314"/>
                </a:lnTo>
                <a:lnTo>
                  <a:pt x="717310" y="114981"/>
                </a:lnTo>
                <a:lnTo>
                  <a:pt x="718633" y="115599"/>
                </a:lnTo>
                <a:lnTo>
                  <a:pt x="719995" y="116167"/>
                </a:lnTo>
                <a:lnTo>
                  <a:pt x="721397" y="116686"/>
                </a:lnTo>
                <a:lnTo>
                  <a:pt x="722838" y="117155"/>
                </a:lnTo>
                <a:lnTo>
                  <a:pt x="724318" y="117575"/>
                </a:lnTo>
                <a:lnTo>
                  <a:pt x="725838" y="117945"/>
                </a:lnTo>
                <a:lnTo>
                  <a:pt x="727397" y="118266"/>
                </a:lnTo>
                <a:lnTo>
                  <a:pt x="728995" y="118538"/>
                </a:lnTo>
                <a:lnTo>
                  <a:pt x="730632" y="118760"/>
                </a:lnTo>
                <a:lnTo>
                  <a:pt x="732309" y="118933"/>
                </a:lnTo>
                <a:lnTo>
                  <a:pt x="734025" y="119057"/>
                </a:lnTo>
                <a:lnTo>
                  <a:pt x="735781" y="119131"/>
                </a:lnTo>
                <a:lnTo>
                  <a:pt x="737575" y="119155"/>
                </a:lnTo>
                <a:lnTo>
                  <a:pt x="738713" y="119144"/>
                </a:lnTo>
                <a:lnTo>
                  <a:pt x="739836" y="119112"/>
                </a:lnTo>
                <a:lnTo>
                  <a:pt x="740942" y="119057"/>
                </a:lnTo>
                <a:lnTo>
                  <a:pt x="742032" y="118980"/>
                </a:lnTo>
                <a:lnTo>
                  <a:pt x="743107" y="118882"/>
                </a:lnTo>
                <a:lnTo>
                  <a:pt x="744165" y="118761"/>
                </a:lnTo>
                <a:lnTo>
                  <a:pt x="745208" y="118619"/>
                </a:lnTo>
                <a:lnTo>
                  <a:pt x="746234" y="118455"/>
                </a:lnTo>
                <a:lnTo>
                  <a:pt x="747245" y="118268"/>
                </a:lnTo>
                <a:lnTo>
                  <a:pt x="748239" y="118060"/>
                </a:lnTo>
                <a:lnTo>
                  <a:pt x="749218" y="117830"/>
                </a:lnTo>
                <a:lnTo>
                  <a:pt x="750180" y="117579"/>
                </a:lnTo>
                <a:lnTo>
                  <a:pt x="751127" y="117305"/>
                </a:lnTo>
                <a:lnTo>
                  <a:pt x="752058" y="117009"/>
                </a:lnTo>
                <a:lnTo>
                  <a:pt x="752973" y="116692"/>
                </a:lnTo>
                <a:lnTo>
                  <a:pt x="753871" y="116352"/>
                </a:lnTo>
                <a:lnTo>
                  <a:pt x="754754" y="115991"/>
                </a:lnTo>
                <a:lnTo>
                  <a:pt x="755621" y="115607"/>
                </a:lnTo>
                <a:lnTo>
                  <a:pt x="756472" y="115202"/>
                </a:lnTo>
                <a:lnTo>
                  <a:pt x="757307" y="114775"/>
                </a:lnTo>
                <a:lnTo>
                  <a:pt x="758126" y="114326"/>
                </a:lnTo>
                <a:lnTo>
                  <a:pt x="758929" y="113855"/>
                </a:lnTo>
                <a:lnTo>
                  <a:pt x="759716" y="113363"/>
                </a:lnTo>
                <a:lnTo>
                  <a:pt x="760487" y="112848"/>
                </a:lnTo>
                <a:lnTo>
                  <a:pt x="761241" y="112312"/>
                </a:lnTo>
                <a:lnTo>
                  <a:pt x="761979" y="111757"/>
                </a:lnTo>
                <a:lnTo>
                  <a:pt x="762699" y="111181"/>
                </a:lnTo>
                <a:lnTo>
                  <a:pt x="763402" y="110585"/>
                </a:lnTo>
                <a:lnTo>
                  <a:pt x="764089" y="109970"/>
                </a:lnTo>
                <a:lnTo>
                  <a:pt x="764758" y="109334"/>
                </a:lnTo>
                <a:lnTo>
                  <a:pt x="765410" y="108679"/>
                </a:lnTo>
                <a:lnTo>
                  <a:pt x="766045" y="108003"/>
                </a:lnTo>
                <a:lnTo>
                  <a:pt x="766663" y="107308"/>
                </a:lnTo>
                <a:lnTo>
                  <a:pt x="767264" y="106592"/>
                </a:lnTo>
                <a:lnTo>
                  <a:pt x="767848" y="105857"/>
                </a:lnTo>
                <a:lnTo>
                  <a:pt x="768415" y="105101"/>
                </a:lnTo>
                <a:lnTo>
                  <a:pt x="768965" y="104325"/>
                </a:lnTo>
                <a:lnTo>
                  <a:pt x="769498" y="103530"/>
                </a:lnTo>
                <a:lnTo>
                  <a:pt x="770014" y="102714"/>
                </a:lnTo>
                <a:lnTo>
                  <a:pt x="770512" y="101879"/>
                </a:lnTo>
                <a:lnTo>
                  <a:pt x="770994" y="101024"/>
                </a:lnTo>
                <a:lnTo>
                  <a:pt x="771459" y="100148"/>
                </a:lnTo>
                <a:lnTo>
                  <a:pt x="771906" y="99253"/>
                </a:lnTo>
                <a:lnTo>
                  <a:pt x="772337" y="98337"/>
                </a:lnTo>
                <a:lnTo>
                  <a:pt x="772750" y="97402"/>
                </a:lnTo>
                <a:lnTo>
                  <a:pt x="773146" y="96446"/>
                </a:lnTo>
                <a:lnTo>
                  <a:pt x="773526" y="95471"/>
                </a:lnTo>
                <a:lnTo>
                  <a:pt x="773888" y="94475"/>
                </a:lnTo>
                <a:lnTo>
                  <a:pt x="751880" y="90703"/>
                </a:lnTo>
                <a:lnTo>
                  <a:pt x="751727" y="91221"/>
                </a:lnTo>
                <a:lnTo>
                  <a:pt x="751567" y="91727"/>
                </a:lnTo>
                <a:lnTo>
                  <a:pt x="751401" y="92221"/>
                </a:lnTo>
                <a:lnTo>
                  <a:pt x="751230" y="92703"/>
                </a:lnTo>
                <a:close/>
                <a:moveTo>
                  <a:pt x="720182" y="66189"/>
                </a:moveTo>
                <a:lnTo>
                  <a:pt x="720233" y="65484"/>
                </a:lnTo>
                <a:lnTo>
                  <a:pt x="720302" y="64793"/>
                </a:lnTo>
                <a:lnTo>
                  <a:pt x="720387" y="64114"/>
                </a:lnTo>
                <a:lnTo>
                  <a:pt x="720488" y="63449"/>
                </a:lnTo>
                <a:lnTo>
                  <a:pt x="720607" y="62797"/>
                </a:lnTo>
                <a:lnTo>
                  <a:pt x="720742" y="62157"/>
                </a:lnTo>
                <a:lnTo>
                  <a:pt x="720893" y="61531"/>
                </a:lnTo>
                <a:lnTo>
                  <a:pt x="721061" y="60918"/>
                </a:lnTo>
                <a:lnTo>
                  <a:pt x="721246" y="60318"/>
                </a:lnTo>
                <a:lnTo>
                  <a:pt x="721448" y="59730"/>
                </a:lnTo>
                <a:lnTo>
                  <a:pt x="721666" y="59156"/>
                </a:lnTo>
                <a:lnTo>
                  <a:pt x="721901" y="58595"/>
                </a:lnTo>
                <a:lnTo>
                  <a:pt x="722152" y="58047"/>
                </a:lnTo>
                <a:lnTo>
                  <a:pt x="722421" y="57512"/>
                </a:lnTo>
                <a:lnTo>
                  <a:pt x="722705" y="56990"/>
                </a:lnTo>
                <a:lnTo>
                  <a:pt x="723007" y="56481"/>
                </a:lnTo>
                <a:lnTo>
                  <a:pt x="723325" y="55985"/>
                </a:lnTo>
                <a:lnTo>
                  <a:pt x="723660" y="55503"/>
                </a:lnTo>
                <a:lnTo>
                  <a:pt x="724011" y="55033"/>
                </a:lnTo>
                <a:lnTo>
                  <a:pt x="724379" y="54576"/>
                </a:lnTo>
                <a:lnTo>
                  <a:pt x="724764" y="54132"/>
                </a:lnTo>
                <a:lnTo>
                  <a:pt x="725161" y="53704"/>
                </a:lnTo>
                <a:lnTo>
                  <a:pt x="725567" y="53295"/>
                </a:lnTo>
                <a:lnTo>
                  <a:pt x="725982" y="52903"/>
                </a:lnTo>
                <a:lnTo>
                  <a:pt x="726405" y="52530"/>
                </a:lnTo>
                <a:lnTo>
                  <a:pt x="726838" y="52175"/>
                </a:lnTo>
                <a:lnTo>
                  <a:pt x="727279" y="51838"/>
                </a:lnTo>
                <a:lnTo>
                  <a:pt x="727729" y="51519"/>
                </a:lnTo>
                <a:lnTo>
                  <a:pt x="728187" y="51219"/>
                </a:lnTo>
                <a:lnTo>
                  <a:pt x="728654" y="50937"/>
                </a:lnTo>
                <a:lnTo>
                  <a:pt x="729130" y="50673"/>
                </a:lnTo>
                <a:lnTo>
                  <a:pt x="729615" y="50427"/>
                </a:lnTo>
                <a:lnTo>
                  <a:pt x="730108" y="50199"/>
                </a:lnTo>
                <a:lnTo>
                  <a:pt x="730611" y="49990"/>
                </a:lnTo>
                <a:lnTo>
                  <a:pt x="731121" y="49799"/>
                </a:lnTo>
                <a:lnTo>
                  <a:pt x="731641" y="49626"/>
                </a:lnTo>
                <a:lnTo>
                  <a:pt x="732169" y="49471"/>
                </a:lnTo>
                <a:lnTo>
                  <a:pt x="732706" y="49334"/>
                </a:lnTo>
                <a:lnTo>
                  <a:pt x="733252" y="49216"/>
                </a:lnTo>
                <a:lnTo>
                  <a:pt x="733807" y="49116"/>
                </a:lnTo>
                <a:lnTo>
                  <a:pt x="734370" y="49034"/>
                </a:lnTo>
                <a:lnTo>
                  <a:pt x="734942" y="48970"/>
                </a:lnTo>
                <a:lnTo>
                  <a:pt x="735523" y="48925"/>
                </a:lnTo>
                <a:lnTo>
                  <a:pt x="736112" y="48897"/>
                </a:lnTo>
                <a:lnTo>
                  <a:pt x="736711" y="48888"/>
                </a:lnTo>
                <a:lnTo>
                  <a:pt x="737270" y="48897"/>
                </a:lnTo>
                <a:lnTo>
                  <a:pt x="737823" y="48923"/>
                </a:lnTo>
                <a:lnTo>
                  <a:pt x="738369" y="48966"/>
                </a:lnTo>
                <a:lnTo>
                  <a:pt x="738907" y="49026"/>
                </a:lnTo>
                <a:lnTo>
                  <a:pt x="739438" y="49104"/>
                </a:lnTo>
                <a:lnTo>
                  <a:pt x="739963" y="49199"/>
                </a:lnTo>
                <a:lnTo>
                  <a:pt x="740480" y="49311"/>
                </a:lnTo>
                <a:lnTo>
                  <a:pt x="740990" y="49441"/>
                </a:lnTo>
                <a:lnTo>
                  <a:pt x="741493" y="49587"/>
                </a:lnTo>
                <a:lnTo>
                  <a:pt x="741989" y="49751"/>
                </a:lnTo>
                <a:lnTo>
                  <a:pt x="742478" y="49933"/>
                </a:lnTo>
                <a:lnTo>
                  <a:pt x="742959" y="50131"/>
                </a:lnTo>
                <a:lnTo>
                  <a:pt x="743434" y="50347"/>
                </a:lnTo>
                <a:lnTo>
                  <a:pt x="743901" y="50580"/>
                </a:lnTo>
                <a:lnTo>
                  <a:pt x="744362" y="50830"/>
                </a:lnTo>
                <a:lnTo>
                  <a:pt x="744815" y="51098"/>
                </a:lnTo>
                <a:lnTo>
                  <a:pt x="745261" y="51383"/>
                </a:lnTo>
                <a:lnTo>
                  <a:pt x="745700" y="51685"/>
                </a:lnTo>
                <a:lnTo>
                  <a:pt x="746132" y="52004"/>
                </a:lnTo>
                <a:lnTo>
                  <a:pt x="746557" y="52341"/>
                </a:lnTo>
                <a:lnTo>
                  <a:pt x="746975" y="52694"/>
                </a:lnTo>
                <a:lnTo>
                  <a:pt x="747386" y="53066"/>
                </a:lnTo>
                <a:lnTo>
                  <a:pt x="747789" y="53454"/>
                </a:lnTo>
                <a:lnTo>
                  <a:pt x="748186" y="53860"/>
                </a:lnTo>
                <a:lnTo>
                  <a:pt x="748571" y="54282"/>
                </a:lnTo>
                <a:lnTo>
                  <a:pt x="748941" y="54720"/>
                </a:lnTo>
                <a:lnTo>
                  <a:pt x="749295" y="55174"/>
                </a:lnTo>
                <a:lnTo>
                  <a:pt x="749634" y="55644"/>
                </a:lnTo>
                <a:lnTo>
                  <a:pt x="749957" y="56130"/>
                </a:lnTo>
                <a:lnTo>
                  <a:pt x="750264" y="56631"/>
                </a:lnTo>
                <a:lnTo>
                  <a:pt x="750556" y="57149"/>
                </a:lnTo>
                <a:lnTo>
                  <a:pt x="750832" y="57683"/>
                </a:lnTo>
                <a:lnTo>
                  <a:pt x="751093" y="58232"/>
                </a:lnTo>
                <a:lnTo>
                  <a:pt x="751338" y="58797"/>
                </a:lnTo>
                <a:lnTo>
                  <a:pt x="751568" y="59379"/>
                </a:lnTo>
                <a:lnTo>
                  <a:pt x="751782" y="59976"/>
                </a:lnTo>
                <a:lnTo>
                  <a:pt x="751980" y="60589"/>
                </a:lnTo>
                <a:lnTo>
                  <a:pt x="752163" y="61217"/>
                </a:lnTo>
                <a:lnTo>
                  <a:pt x="752331" y="61862"/>
                </a:lnTo>
                <a:lnTo>
                  <a:pt x="752483" y="62523"/>
                </a:lnTo>
                <a:lnTo>
                  <a:pt x="752619" y="63200"/>
                </a:lnTo>
                <a:lnTo>
                  <a:pt x="752740" y="63892"/>
                </a:lnTo>
                <a:lnTo>
                  <a:pt x="752845" y="64600"/>
                </a:lnTo>
                <a:lnTo>
                  <a:pt x="752935" y="65325"/>
                </a:lnTo>
                <a:lnTo>
                  <a:pt x="753009" y="66065"/>
                </a:lnTo>
                <a:lnTo>
                  <a:pt x="753067" y="66821"/>
                </a:lnTo>
                <a:lnTo>
                  <a:pt x="753110" y="67593"/>
                </a:lnTo>
                <a:lnTo>
                  <a:pt x="753138" y="68381"/>
                </a:lnTo>
                <a:lnTo>
                  <a:pt x="720126" y="68381"/>
                </a:lnTo>
                <a:lnTo>
                  <a:pt x="720128" y="67637"/>
                </a:lnTo>
                <a:lnTo>
                  <a:pt x="720147" y="66906"/>
                </a:lnTo>
                <a:lnTo>
                  <a:pt x="720182" y="66189"/>
                </a:lnTo>
                <a:close/>
                <a:moveTo>
                  <a:pt x="786473" y="97339"/>
                </a:moveTo>
                <a:lnTo>
                  <a:pt x="786836" y="98248"/>
                </a:lnTo>
                <a:lnTo>
                  <a:pt x="787222" y="99140"/>
                </a:lnTo>
                <a:lnTo>
                  <a:pt x="787633" y="100014"/>
                </a:lnTo>
                <a:lnTo>
                  <a:pt x="788068" y="100872"/>
                </a:lnTo>
                <a:lnTo>
                  <a:pt x="788526" y="101712"/>
                </a:lnTo>
                <a:lnTo>
                  <a:pt x="789008" y="102535"/>
                </a:lnTo>
                <a:lnTo>
                  <a:pt x="789515" y="103341"/>
                </a:lnTo>
                <a:lnTo>
                  <a:pt x="790045" y="104130"/>
                </a:lnTo>
                <a:lnTo>
                  <a:pt x="790599" y="104902"/>
                </a:lnTo>
                <a:lnTo>
                  <a:pt x="791176" y="105657"/>
                </a:lnTo>
                <a:lnTo>
                  <a:pt x="791778" y="106394"/>
                </a:lnTo>
                <a:lnTo>
                  <a:pt x="792404" y="107115"/>
                </a:lnTo>
                <a:lnTo>
                  <a:pt x="793053" y="107818"/>
                </a:lnTo>
                <a:lnTo>
                  <a:pt x="793727" y="108504"/>
                </a:lnTo>
                <a:lnTo>
                  <a:pt x="794424" y="109173"/>
                </a:lnTo>
                <a:lnTo>
                  <a:pt x="795145" y="109825"/>
                </a:lnTo>
                <a:lnTo>
                  <a:pt x="795890" y="110459"/>
                </a:lnTo>
                <a:lnTo>
                  <a:pt x="796659" y="111077"/>
                </a:lnTo>
                <a:lnTo>
                  <a:pt x="797451" y="111678"/>
                </a:lnTo>
                <a:lnTo>
                  <a:pt x="798268" y="112261"/>
                </a:lnTo>
                <a:lnTo>
                  <a:pt x="799109" y="112823"/>
                </a:lnTo>
                <a:lnTo>
                  <a:pt x="799975" y="113362"/>
                </a:lnTo>
                <a:lnTo>
                  <a:pt x="800865" y="113877"/>
                </a:lnTo>
                <a:lnTo>
                  <a:pt x="801780" y="114368"/>
                </a:lnTo>
                <a:lnTo>
                  <a:pt x="802720" y="114834"/>
                </a:lnTo>
                <a:lnTo>
                  <a:pt x="803684" y="115277"/>
                </a:lnTo>
                <a:lnTo>
                  <a:pt x="804673" y="115696"/>
                </a:lnTo>
                <a:lnTo>
                  <a:pt x="805687" y="116091"/>
                </a:lnTo>
                <a:lnTo>
                  <a:pt x="806725" y="116462"/>
                </a:lnTo>
                <a:lnTo>
                  <a:pt x="807789" y="116809"/>
                </a:lnTo>
                <a:lnTo>
                  <a:pt x="808876" y="117133"/>
                </a:lnTo>
                <a:lnTo>
                  <a:pt x="809989" y="117432"/>
                </a:lnTo>
                <a:lnTo>
                  <a:pt x="811126" y="117707"/>
                </a:lnTo>
                <a:lnTo>
                  <a:pt x="812288" y="117958"/>
                </a:lnTo>
                <a:lnTo>
                  <a:pt x="813475" y="118186"/>
                </a:lnTo>
                <a:lnTo>
                  <a:pt x="814686" y="118389"/>
                </a:lnTo>
                <a:lnTo>
                  <a:pt x="815922" y="118569"/>
                </a:lnTo>
                <a:lnTo>
                  <a:pt x="817183" y="118724"/>
                </a:lnTo>
                <a:lnTo>
                  <a:pt x="818469" y="118856"/>
                </a:lnTo>
                <a:lnTo>
                  <a:pt x="819779" y="118964"/>
                </a:lnTo>
                <a:lnTo>
                  <a:pt x="821114" y="119048"/>
                </a:lnTo>
                <a:lnTo>
                  <a:pt x="822473" y="119108"/>
                </a:lnTo>
                <a:lnTo>
                  <a:pt x="823858" y="119143"/>
                </a:lnTo>
                <a:lnTo>
                  <a:pt x="825267" y="119155"/>
                </a:lnTo>
                <a:lnTo>
                  <a:pt x="826816" y="119141"/>
                </a:lnTo>
                <a:lnTo>
                  <a:pt x="828334" y="119098"/>
                </a:lnTo>
                <a:lnTo>
                  <a:pt x="829819" y="119026"/>
                </a:lnTo>
                <a:lnTo>
                  <a:pt x="831273" y="118926"/>
                </a:lnTo>
                <a:lnTo>
                  <a:pt x="832695" y="118797"/>
                </a:lnTo>
                <a:lnTo>
                  <a:pt x="834084" y="118639"/>
                </a:lnTo>
                <a:lnTo>
                  <a:pt x="835442" y="118453"/>
                </a:lnTo>
                <a:lnTo>
                  <a:pt x="836768" y="118238"/>
                </a:lnTo>
                <a:lnTo>
                  <a:pt x="838062" y="117994"/>
                </a:lnTo>
                <a:lnTo>
                  <a:pt x="839324" y="117722"/>
                </a:lnTo>
                <a:lnTo>
                  <a:pt x="840554" y="117421"/>
                </a:lnTo>
                <a:lnTo>
                  <a:pt x="841753" y="117091"/>
                </a:lnTo>
                <a:lnTo>
                  <a:pt x="842919" y="116733"/>
                </a:lnTo>
                <a:lnTo>
                  <a:pt x="844053" y="116345"/>
                </a:lnTo>
                <a:lnTo>
                  <a:pt x="845156" y="115930"/>
                </a:lnTo>
                <a:lnTo>
                  <a:pt x="846226" y="115485"/>
                </a:lnTo>
                <a:lnTo>
                  <a:pt x="847265" y="115012"/>
                </a:lnTo>
                <a:lnTo>
                  <a:pt x="848271" y="114510"/>
                </a:lnTo>
                <a:lnTo>
                  <a:pt x="849246" y="113980"/>
                </a:lnTo>
                <a:lnTo>
                  <a:pt x="850189" y="113421"/>
                </a:lnTo>
                <a:lnTo>
                  <a:pt x="851100" y="112833"/>
                </a:lnTo>
                <a:lnTo>
                  <a:pt x="851979" y="112217"/>
                </a:lnTo>
                <a:lnTo>
                  <a:pt x="852826" y="111571"/>
                </a:lnTo>
                <a:lnTo>
                  <a:pt x="853641" y="110898"/>
                </a:lnTo>
                <a:lnTo>
                  <a:pt x="854423" y="110204"/>
                </a:lnTo>
                <a:lnTo>
                  <a:pt x="855172" y="109499"/>
                </a:lnTo>
                <a:lnTo>
                  <a:pt x="855888" y="108783"/>
                </a:lnTo>
                <a:lnTo>
                  <a:pt x="856571" y="108055"/>
                </a:lnTo>
                <a:lnTo>
                  <a:pt x="857220" y="107317"/>
                </a:lnTo>
                <a:lnTo>
                  <a:pt x="857836" y="106567"/>
                </a:lnTo>
                <a:lnTo>
                  <a:pt x="858419" y="105806"/>
                </a:lnTo>
                <a:lnTo>
                  <a:pt x="858968" y="105034"/>
                </a:lnTo>
                <a:lnTo>
                  <a:pt x="859484" y="104251"/>
                </a:lnTo>
                <a:lnTo>
                  <a:pt x="859967" y="103456"/>
                </a:lnTo>
                <a:lnTo>
                  <a:pt x="860416" y="102651"/>
                </a:lnTo>
                <a:lnTo>
                  <a:pt x="860832" y="101834"/>
                </a:lnTo>
                <a:lnTo>
                  <a:pt x="861215" y="101006"/>
                </a:lnTo>
                <a:lnTo>
                  <a:pt x="861565" y="100166"/>
                </a:lnTo>
                <a:lnTo>
                  <a:pt x="861881" y="99316"/>
                </a:lnTo>
                <a:lnTo>
                  <a:pt x="862164" y="98454"/>
                </a:lnTo>
                <a:lnTo>
                  <a:pt x="862414" y="97581"/>
                </a:lnTo>
                <a:lnTo>
                  <a:pt x="862630" y="96697"/>
                </a:lnTo>
                <a:lnTo>
                  <a:pt x="862814" y="95802"/>
                </a:lnTo>
                <a:lnTo>
                  <a:pt x="862963" y="94895"/>
                </a:lnTo>
                <a:lnTo>
                  <a:pt x="863080" y="93977"/>
                </a:lnTo>
                <a:lnTo>
                  <a:pt x="863163" y="93049"/>
                </a:lnTo>
                <a:lnTo>
                  <a:pt x="863213" y="92108"/>
                </a:lnTo>
                <a:lnTo>
                  <a:pt x="863230" y="91157"/>
                </a:lnTo>
                <a:lnTo>
                  <a:pt x="863218" y="90287"/>
                </a:lnTo>
                <a:lnTo>
                  <a:pt x="863182" y="89433"/>
                </a:lnTo>
                <a:lnTo>
                  <a:pt x="863122" y="88595"/>
                </a:lnTo>
                <a:lnTo>
                  <a:pt x="863038" y="87774"/>
                </a:lnTo>
                <a:lnTo>
                  <a:pt x="862930" y="86968"/>
                </a:lnTo>
                <a:lnTo>
                  <a:pt x="862797" y="86178"/>
                </a:lnTo>
                <a:lnTo>
                  <a:pt x="862641" y="85405"/>
                </a:lnTo>
                <a:lnTo>
                  <a:pt x="862461" y="84648"/>
                </a:lnTo>
                <a:lnTo>
                  <a:pt x="862257" y="83906"/>
                </a:lnTo>
                <a:lnTo>
                  <a:pt x="862029" y="83181"/>
                </a:lnTo>
                <a:lnTo>
                  <a:pt x="861777" y="82472"/>
                </a:lnTo>
                <a:lnTo>
                  <a:pt x="861501" y="81779"/>
                </a:lnTo>
                <a:lnTo>
                  <a:pt x="861200" y="81103"/>
                </a:lnTo>
                <a:lnTo>
                  <a:pt x="860876" y="80442"/>
                </a:lnTo>
                <a:lnTo>
                  <a:pt x="860528" y="79797"/>
                </a:lnTo>
                <a:lnTo>
                  <a:pt x="860156" y="79169"/>
                </a:lnTo>
                <a:lnTo>
                  <a:pt x="859759" y="78556"/>
                </a:lnTo>
                <a:lnTo>
                  <a:pt x="859339" y="77960"/>
                </a:lnTo>
                <a:lnTo>
                  <a:pt x="858895" y="77380"/>
                </a:lnTo>
                <a:lnTo>
                  <a:pt x="858427" y="76816"/>
                </a:lnTo>
                <a:lnTo>
                  <a:pt x="857934" y="76268"/>
                </a:lnTo>
                <a:lnTo>
                  <a:pt x="857418" y="75736"/>
                </a:lnTo>
                <a:lnTo>
                  <a:pt x="856877" y="75220"/>
                </a:lnTo>
                <a:lnTo>
                  <a:pt x="856313" y="74720"/>
                </a:lnTo>
                <a:lnTo>
                  <a:pt x="855712" y="74238"/>
                </a:lnTo>
                <a:lnTo>
                  <a:pt x="855073" y="73763"/>
                </a:lnTo>
                <a:lnTo>
                  <a:pt x="854398" y="73294"/>
                </a:lnTo>
                <a:lnTo>
                  <a:pt x="853685" y="72831"/>
                </a:lnTo>
                <a:lnTo>
                  <a:pt x="852936" y="72375"/>
                </a:lnTo>
                <a:lnTo>
                  <a:pt x="852150" y="71924"/>
                </a:lnTo>
                <a:lnTo>
                  <a:pt x="851326" y="71480"/>
                </a:lnTo>
                <a:lnTo>
                  <a:pt x="850466" y="71043"/>
                </a:lnTo>
                <a:lnTo>
                  <a:pt x="849569" y="70611"/>
                </a:lnTo>
                <a:lnTo>
                  <a:pt x="848635" y="70186"/>
                </a:lnTo>
                <a:lnTo>
                  <a:pt x="847663" y="69768"/>
                </a:lnTo>
                <a:lnTo>
                  <a:pt x="846655" y="69355"/>
                </a:lnTo>
                <a:lnTo>
                  <a:pt x="845610" y="68949"/>
                </a:lnTo>
                <a:lnTo>
                  <a:pt x="844528" y="68549"/>
                </a:lnTo>
                <a:lnTo>
                  <a:pt x="843409" y="68156"/>
                </a:lnTo>
                <a:lnTo>
                  <a:pt x="842253" y="67769"/>
                </a:lnTo>
                <a:lnTo>
                  <a:pt x="841060" y="67388"/>
                </a:lnTo>
                <a:lnTo>
                  <a:pt x="839829" y="67013"/>
                </a:lnTo>
                <a:lnTo>
                  <a:pt x="838562" y="66645"/>
                </a:lnTo>
                <a:lnTo>
                  <a:pt x="837258" y="66283"/>
                </a:lnTo>
                <a:lnTo>
                  <a:pt x="835917" y="65927"/>
                </a:lnTo>
                <a:lnTo>
                  <a:pt x="834539" y="65578"/>
                </a:lnTo>
                <a:lnTo>
                  <a:pt x="833124" y="65235"/>
                </a:lnTo>
                <a:lnTo>
                  <a:pt x="831672" y="64898"/>
                </a:lnTo>
                <a:lnTo>
                  <a:pt x="830227" y="64567"/>
                </a:lnTo>
                <a:lnTo>
                  <a:pt x="828833" y="64243"/>
                </a:lnTo>
                <a:lnTo>
                  <a:pt x="827490" y="63925"/>
                </a:lnTo>
                <a:lnTo>
                  <a:pt x="826198" y="63613"/>
                </a:lnTo>
                <a:lnTo>
                  <a:pt x="824956" y="63308"/>
                </a:lnTo>
                <a:lnTo>
                  <a:pt x="823766" y="63009"/>
                </a:lnTo>
                <a:lnTo>
                  <a:pt x="822626" y="62716"/>
                </a:lnTo>
                <a:lnTo>
                  <a:pt x="821538" y="62429"/>
                </a:lnTo>
                <a:lnTo>
                  <a:pt x="820500" y="62149"/>
                </a:lnTo>
                <a:lnTo>
                  <a:pt x="819513" y="61875"/>
                </a:lnTo>
                <a:lnTo>
                  <a:pt x="818577" y="61607"/>
                </a:lnTo>
                <a:lnTo>
                  <a:pt x="817692" y="61346"/>
                </a:lnTo>
                <a:lnTo>
                  <a:pt x="816857" y="61090"/>
                </a:lnTo>
                <a:lnTo>
                  <a:pt x="816074" y="60841"/>
                </a:lnTo>
                <a:lnTo>
                  <a:pt x="815342" y="60599"/>
                </a:lnTo>
                <a:lnTo>
                  <a:pt x="814660" y="60362"/>
                </a:lnTo>
                <a:lnTo>
                  <a:pt x="814030" y="60132"/>
                </a:lnTo>
                <a:lnTo>
                  <a:pt x="813450" y="59908"/>
                </a:lnTo>
                <a:lnTo>
                  <a:pt x="812921" y="59690"/>
                </a:lnTo>
                <a:lnTo>
                  <a:pt x="812443" y="59479"/>
                </a:lnTo>
                <a:lnTo>
                  <a:pt x="812016" y="59274"/>
                </a:lnTo>
                <a:lnTo>
                  <a:pt x="811640" y="59075"/>
                </a:lnTo>
                <a:lnTo>
                  <a:pt x="811315" y="58882"/>
                </a:lnTo>
                <a:lnTo>
                  <a:pt x="811040" y="58696"/>
                </a:lnTo>
                <a:lnTo>
                  <a:pt x="810861" y="58557"/>
                </a:lnTo>
                <a:lnTo>
                  <a:pt x="810689" y="58416"/>
                </a:lnTo>
                <a:lnTo>
                  <a:pt x="810525" y="58273"/>
                </a:lnTo>
                <a:lnTo>
                  <a:pt x="810368" y="58127"/>
                </a:lnTo>
                <a:lnTo>
                  <a:pt x="810219" y="57979"/>
                </a:lnTo>
                <a:lnTo>
                  <a:pt x="810077" y="57828"/>
                </a:lnTo>
                <a:lnTo>
                  <a:pt x="809944" y="57675"/>
                </a:lnTo>
                <a:lnTo>
                  <a:pt x="809818" y="57519"/>
                </a:lnTo>
                <a:lnTo>
                  <a:pt x="809699" y="57361"/>
                </a:lnTo>
                <a:lnTo>
                  <a:pt x="809588" y="57200"/>
                </a:lnTo>
                <a:lnTo>
                  <a:pt x="809485" y="57037"/>
                </a:lnTo>
                <a:lnTo>
                  <a:pt x="809390" y="56872"/>
                </a:lnTo>
                <a:lnTo>
                  <a:pt x="809302" y="56704"/>
                </a:lnTo>
                <a:lnTo>
                  <a:pt x="809222" y="56533"/>
                </a:lnTo>
                <a:lnTo>
                  <a:pt x="809149" y="56360"/>
                </a:lnTo>
                <a:lnTo>
                  <a:pt x="809084" y="56185"/>
                </a:lnTo>
                <a:lnTo>
                  <a:pt x="809027" y="56007"/>
                </a:lnTo>
                <a:lnTo>
                  <a:pt x="808977" y="55827"/>
                </a:lnTo>
                <a:lnTo>
                  <a:pt x="808935" y="55645"/>
                </a:lnTo>
                <a:lnTo>
                  <a:pt x="808901" y="55460"/>
                </a:lnTo>
                <a:lnTo>
                  <a:pt x="808874" y="55272"/>
                </a:lnTo>
                <a:lnTo>
                  <a:pt x="808855" y="55082"/>
                </a:lnTo>
                <a:lnTo>
                  <a:pt x="808843" y="54890"/>
                </a:lnTo>
                <a:lnTo>
                  <a:pt x="808840" y="54695"/>
                </a:lnTo>
                <a:lnTo>
                  <a:pt x="808844" y="54468"/>
                </a:lnTo>
                <a:lnTo>
                  <a:pt x="808857" y="54244"/>
                </a:lnTo>
                <a:lnTo>
                  <a:pt x="808879" y="54024"/>
                </a:lnTo>
                <a:lnTo>
                  <a:pt x="808909" y="53807"/>
                </a:lnTo>
                <a:lnTo>
                  <a:pt x="808949" y="53594"/>
                </a:lnTo>
                <a:lnTo>
                  <a:pt x="808997" y="53385"/>
                </a:lnTo>
                <a:lnTo>
                  <a:pt x="809054" y="53179"/>
                </a:lnTo>
                <a:lnTo>
                  <a:pt x="809119" y="52976"/>
                </a:lnTo>
                <a:lnTo>
                  <a:pt x="809193" y="52777"/>
                </a:lnTo>
                <a:lnTo>
                  <a:pt x="809276" y="52582"/>
                </a:lnTo>
                <a:lnTo>
                  <a:pt x="809368" y="52390"/>
                </a:lnTo>
                <a:lnTo>
                  <a:pt x="809468" y="52202"/>
                </a:lnTo>
                <a:lnTo>
                  <a:pt x="809577" y="52018"/>
                </a:lnTo>
                <a:lnTo>
                  <a:pt x="809695" y="51837"/>
                </a:lnTo>
                <a:lnTo>
                  <a:pt x="809822" y="51659"/>
                </a:lnTo>
                <a:lnTo>
                  <a:pt x="809957" y="51485"/>
                </a:lnTo>
                <a:lnTo>
                  <a:pt x="810101" y="51315"/>
                </a:lnTo>
                <a:lnTo>
                  <a:pt x="810254" y="51148"/>
                </a:lnTo>
                <a:lnTo>
                  <a:pt x="810416" y="50985"/>
                </a:lnTo>
                <a:lnTo>
                  <a:pt x="810586" y="50825"/>
                </a:lnTo>
                <a:lnTo>
                  <a:pt x="810765" y="50669"/>
                </a:lnTo>
                <a:lnTo>
                  <a:pt x="810953" y="50517"/>
                </a:lnTo>
                <a:lnTo>
                  <a:pt x="811149" y="50367"/>
                </a:lnTo>
                <a:lnTo>
                  <a:pt x="811355" y="50222"/>
                </a:lnTo>
                <a:lnTo>
                  <a:pt x="811678" y="50023"/>
                </a:lnTo>
                <a:lnTo>
                  <a:pt x="812018" y="49833"/>
                </a:lnTo>
                <a:lnTo>
                  <a:pt x="812375" y="49652"/>
                </a:lnTo>
                <a:lnTo>
                  <a:pt x="812750" y="49478"/>
                </a:lnTo>
                <a:lnTo>
                  <a:pt x="813142" y="49313"/>
                </a:lnTo>
                <a:lnTo>
                  <a:pt x="813551" y="49157"/>
                </a:lnTo>
                <a:lnTo>
                  <a:pt x="813977" y="49009"/>
                </a:lnTo>
                <a:lnTo>
                  <a:pt x="814420" y="48870"/>
                </a:lnTo>
                <a:lnTo>
                  <a:pt x="814881" y="48739"/>
                </a:lnTo>
                <a:lnTo>
                  <a:pt x="815358" y="48616"/>
                </a:lnTo>
                <a:lnTo>
                  <a:pt x="815853" y="48502"/>
                </a:lnTo>
                <a:lnTo>
                  <a:pt x="816365" y="48396"/>
                </a:lnTo>
                <a:lnTo>
                  <a:pt x="816895" y="48299"/>
                </a:lnTo>
                <a:lnTo>
                  <a:pt x="817441" y="48211"/>
                </a:lnTo>
                <a:lnTo>
                  <a:pt x="818005" y="48130"/>
                </a:lnTo>
                <a:lnTo>
                  <a:pt x="818586" y="48058"/>
                </a:lnTo>
                <a:lnTo>
                  <a:pt x="819184" y="47995"/>
                </a:lnTo>
                <a:lnTo>
                  <a:pt x="819799" y="47940"/>
                </a:lnTo>
                <a:lnTo>
                  <a:pt x="820432" y="47894"/>
                </a:lnTo>
                <a:lnTo>
                  <a:pt x="821081" y="47856"/>
                </a:lnTo>
                <a:lnTo>
                  <a:pt x="821748" y="47826"/>
                </a:lnTo>
                <a:lnTo>
                  <a:pt x="822432" y="47805"/>
                </a:lnTo>
                <a:lnTo>
                  <a:pt x="823133" y="47792"/>
                </a:lnTo>
                <a:lnTo>
                  <a:pt x="823852" y="47788"/>
                </a:lnTo>
                <a:lnTo>
                  <a:pt x="824423" y="47792"/>
                </a:lnTo>
                <a:lnTo>
                  <a:pt x="824983" y="47806"/>
                </a:lnTo>
                <a:lnTo>
                  <a:pt x="825531" y="47828"/>
                </a:lnTo>
                <a:lnTo>
                  <a:pt x="826069" y="47860"/>
                </a:lnTo>
                <a:lnTo>
                  <a:pt x="826596" y="47900"/>
                </a:lnTo>
                <a:lnTo>
                  <a:pt x="827111" y="47950"/>
                </a:lnTo>
                <a:lnTo>
                  <a:pt x="827616" y="48009"/>
                </a:lnTo>
                <a:lnTo>
                  <a:pt x="828109" y="48076"/>
                </a:lnTo>
                <a:lnTo>
                  <a:pt x="828592" y="48153"/>
                </a:lnTo>
                <a:lnTo>
                  <a:pt x="829063" y="48238"/>
                </a:lnTo>
                <a:lnTo>
                  <a:pt x="829523" y="48333"/>
                </a:lnTo>
                <a:lnTo>
                  <a:pt x="829973" y="48436"/>
                </a:lnTo>
                <a:lnTo>
                  <a:pt x="830411" y="48549"/>
                </a:lnTo>
                <a:lnTo>
                  <a:pt x="830838" y="48671"/>
                </a:lnTo>
                <a:lnTo>
                  <a:pt x="831254" y="48801"/>
                </a:lnTo>
                <a:lnTo>
                  <a:pt x="831659" y="48941"/>
                </a:lnTo>
                <a:lnTo>
                  <a:pt x="832053" y="49089"/>
                </a:lnTo>
                <a:lnTo>
                  <a:pt x="832436" y="49247"/>
                </a:lnTo>
                <a:lnTo>
                  <a:pt x="832808" y="49414"/>
                </a:lnTo>
                <a:lnTo>
                  <a:pt x="833169" y="49589"/>
                </a:lnTo>
                <a:lnTo>
                  <a:pt x="833519" y="49774"/>
                </a:lnTo>
                <a:lnTo>
                  <a:pt x="833858" y="49967"/>
                </a:lnTo>
                <a:lnTo>
                  <a:pt x="834185" y="50170"/>
                </a:lnTo>
                <a:lnTo>
                  <a:pt x="834502" y="50382"/>
                </a:lnTo>
                <a:lnTo>
                  <a:pt x="834809" y="50602"/>
                </a:lnTo>
                <a:lnTo>
                  <a:pt x="835108" y="50830"/>
                </a:lnTo>
                <a:lnTo>
                  <a:pt x="835398" y="51066"/>
                </a:lnTo>
                <a:lnTo>
                  <a:pt x="835680" y="51310"/>
                </a:lnTo>
                <a:lnTo>
                  <a:pt x="835954" y="51561"/>
                </a:lnTo>
                <a:lnTo>
                  <a:pt x="836219" y="51821"/>
                </a:lnTo>
                <a:lnTo>
                  <a:pt x="836476" y="52089"/>
                </a:lnTo>
                <a:lnTo>
                  <a:pt x="836725" y="52364"/>
                </a:lnTo>
                <a:lnTo>
                  <a:pt x="836965" y="52648"/>
                </a:lnTo>
                <a:lnTo>
                  <a:pt x="837197" y="52939"/>
                </a:lnTo>
                <a:lnTo>
                  <a:pt x="837421" y="53238"/>
                </a:lnTo>
                <a:lnTo>
                  <a:pt x="837636" y="53545"/>
                </a:lnTo>
                <a:lnTo>
                  <a:pt x="837843" y="53860"/>
                </a:lnTo>
                <a:lnTo>
                  <a:pt x="838042" y="54183"/>
                </a:lnTo>
                <a:lnTo>
                  <a:pt x="838232" y="54514"/>
                </a:lnTo>
                <a:lnTo>
                  <a:pt x="838414" y="54853"/>
                </a:lnTo>
                <a:lnTo>
                  <a:pt x="838588" y="55200"/>
                </a:lnTo>
                <a:lnTo>
                  <a:pt x="838754" y="55554"/>
                </a:lnTo>
                <a:lnTo>
                  <a:pt x="838911" y="55917"/>
                </a:lnTo>
                <a:lnTo>
                  <a:pt x="839060" y="56287"/>
                </a:lnTo>
                <a:lnTo>
                  <a:pt x="839200" y="56666"/>
                </a:lnTo>
                <a:lnTo>
                  <a:pt x="839332" y="57052"/>
                </a:lnTo>
                <a:lnTo>
                  <a:pt x="839456" y="57446"/>
                </a:lnTo>
                <a:lnTo>
                  <a:pt x="839572" y="57849"/>
                </a:lnTo>
                <a:lnTo>
                  <a:pt x="860400" y="53919"/>
                </a:lnTo>
                <a:lnTo>
                  <a:pt x="860129" y="53021"/>
                </a:lnTo>
                <a:lnTo>
                  <a:pt x="859840" y="52141"/>
                </a:lnTo>
                <a:lnTo>
                  <a:pt x="859533" y="51280"/>
                </a:lnTo>
                <a:lnTo>
                  <a:pt x="859208" y="50438"/>
                </a:lnTo>
                <a:lnTo>
                  <a:pt x="858865" y="49614"/>
                </a:lnTo>
                <a:lnTo>
                  <a:pt x="858504" y="48808"/>
                </a:lnTo>
                <a:lnTo>
                  <a:pt x="858125" y="48021"/>
                </a:lnTo>
                <a:lnTo>
                  <a:pt x="857728" y="47253"/>
                </a:lnTo>
                <a:lnTo>
                  <a:pt x="857313" y="46503"/>
                </a:lnTo>
                <a:lnTo>
                  <a:pt x="856880" y="45772"/>
                </a:lnTo>
                <a:lnTo>
                  <a:pt x="856429" y="45058"/>
                </a:lnTo>
                <a:lnTo>
                  <a:pt x="855959" y="44364"/>
                </a:lnTo>
                <a:lnTo>
                  <a:pt x="855472" y="43688"/>
                </a:lnTo>
                <a:lnTo>
                  <a:pt x="854967" y="43030"/>
                </a:lnTo>
                <a:lnTo>
                  <a:pt x="854444" y="42391"/>
                </a:lnTo>
                <a:lnTo>
                  <a:pt x="853903" y="41771"/>
                </a:lnTo>
                <a:lnTo>
                  <a:pt x="853344" y="41169"/>
                </a:lnTo>
                <a:lnTo>
                  <a:pt x="852766" y="40585"/>
                </a:lnTo>
                <a:lnTo>
                  <a:pt x="852171" y="40020"/>
                </a:lnTo>
                <a:lnTo>
                  <a:pt x="851558" y="39473"/>
                </a:lnTo>
                <a:lnTo>
                  <a:pt x="850927" y="38945"/>
                </a:lnTo>
                <a:lnTo>
                  <a:pt x="850277" y="38436"/>
                </a:lnTo>
                <a:lnTo>
                  <a:pt x="849610" y="37945"/>
                </a:lnTo>
                <a:lnTo>
                  <a:pt x="848925" y="37472"/>
                </a:lnTo>
                <a:lnTo>
                  <a:pt x="848215" y="37018"/>
                </a:lnTo>
                <a:lnTo>
                  <a:pt x="847475" y="36584"/>
                </a:lnTo>
                <a:lnTo>
                  <a:pt x="846704" y="36169"/>
                </a:lnTo>
                <a:lnTo>
                  <a:pt x="845903" y="35773"/>
                </a:lnTo>
                <a:lnTo>
                  <a:pt x="845071" y="35396"/>
                </a:lnTo>
                <a:lnTo>
                  <a:pt x="844209" y="35039"/>
                </a:lnTo>
                <a:lnTo>
                  <a:pt x="843316" y="34701"/>
                </a:lnTo>
                <a:lnTo>
                  <a:pt x="842392" y="34382"/>
                </a:lnTo>
                <a:lnTo>
                  <a:pt x="841438" y="34083"/>
                </a:lnTo>
                <a:lnTo>
                  <a:pt x="840454" y="33803"/>
                </a:lnTo>
                <a:lnTo>
                  <a:pt x="839438" y="33543"/>
                </a:lnTo>
                <a:lnTo>
                  <a:pt x="838393" y="33301"/>
                </a:lnTo>
                <a:lnTo>
                  <a:pt x="837316" y="33079"/>
                </a:lnTo>
                <a:lnTo>
                  <a:pt x="836209" y="32876"/>
                </a:lnTo>
                <a:lnTo>
                  <a:pt x="835072" y="32693"/>
                </a:lnTo>
                <a:lnTo>
                  <a:pt x="833904" y="32529"/>
                </a:lnTo>
                <a:lnTo>
                  <a:pt x="832705" y="32384"/>
                </a:lnTo>
                <a:lnTo>
                  <a:pt x="831476" y="32259"/>
                </a:lnTo>
                <a:lnTo>
                  <a:pt x="830216" y="32152"/>
                </a:lnTo>
                <a:lnTo>
                  <a:pt x="828926" y="32065"/>
                </a:lnTo>
                <a:lnTo>
                  <a:pt x="827605" y="31998"/>
                </a:lnTo>
                <a:lnTo>
                  <a:pt x="826253" y="31950"/>
                </a:lnTo>
                <a:lnTo>
                  <a:pt x="824871" y="31921"/>
                </a:lnTo>
                <a:lnTo>
                  <a:pt x="823459" y="31911"/>
                </a:lnTo>
                <a:lnTo>
                  <a:pt x="821975" y="31924"/>
                </a:lnTo>
                <a:lnTo>
                  <a:pt x="820525" y="31962"/>
                </a:lnTo>
                <a:lnTo>
                  <a:pt x="819106" y="32026"/>
                </a:lnTo>
                <a:lnTo>
                  <a:pt x="817721" y="32116"/>
                </a:lnTo>
                <a:lnTo>
                  <a:pt x="816369" y="32231"/>
                </a:lnTo>
                <a:lnTo>
                  <a:pt x="815049" y="32372"/>
                </a:lnTo>
                <a:lnTo>
                  <a:pt x="813762" y="32539"/>
                </a:lnTo>
                <a:lnTo>
                  <a:pt x="812507" y="32731"/>
                </a:lnTo>
                <a:lnTo>
                  <a:pt x="811286" y="32949"/>
                </a:lnTo>
                <a:lnTo>
                  <a:pt x="810097" y="33192"/>
                </a:lnTo>
                <a:lnTo>
                  <a:pt x="808941" y="33462"/>
                </a:lnTo>
                <a:lnTo>
                  <a:pt x="807818" y="33756"/>
                </a:lnTo>
                <a:lnTo>
                  <a:pt x="806727" y="34077"/>
                </a:lnTo>
                <a:lnTo>
                  <a:pt x="805669" y="34423"/>
                </a:lnTo>
                <a:lnTo>
                  <a:pt x="804644" y="34794"/>
                </a:lnTo>
                <a:lnTo>
                  <a:pt x="803652" y="35191"/>
                </a:lnTo>
                <a:lnTo>
                  <a:pt x="802692" y="35614"/>
                </a:lnTo>
                <a:lnTo>
                  <a:pt x="801766" y="36063"/>
                </a:lnTo>
                <a:lnTo>
                  <a:pt x="800872" y="36537"/>
                </a:lnTo>
                <a:lnTo>
                  <a:pt x="800010" y="37037"/>
                </a:lnTo>
                <a:lnTo>
                  <a:pt x="799182" y="37562"/>
                </a:lnTo>
                <a:lnTo>
                  <a:pt x="798386" y="38113"/>
                </a:lnTo>
                <a:lnTo>
                  <a:pt x="797623" y="38690"/>
                </a:lnTo>
                <a:lnTo>
                  <a:pt x="796893" y="39292"/>
                </a:lnTo>
                <a:lnTo>
                  <a:pt x="796194" y="39913"/>
                </a:lnTo>
                <a:lnTo>
                  <a:pt x="795524" y="40546"/>
                </a:lnTo>
                <a:lnTo>
                  <a:pt x="794885" y="41191"/>
                </a:lnTo>
                <a:lnTo>
                  <a:pt x="794275" y="41848"/>
                </a:lnTo>
                <a:lnTo>
                  <a:pt x="793695" y="42517"/>
                </a:lnTo>
                <a:lnTo>
                  <a:pt x="793144" y="43198"/>
                </a:lnTo>
                <a:lnTo>
                  <a:pt x="792624" y="43891"/>
                </a:lnTo>
                <a:lnTo>
                  <a:pt x="792133" y="44596"/>
                </a:lnTo>
                <a:lnTo>
                  <a:pt x="791672" y="45314"/>
                </a:lnTo>
                <a:lnTo>
                  <a:pt x="791241" y="46043"/>
                </a:lnTo>
                <a:lnTo>
                  <a:pt x="790839" y="46784"/>
                </a:lnTo>
                <a:lnTo>
                  <a:pt x="790467" y="47537"/>
                </a:lnTo>
                <a:lnTo>
                  <a:pt x="790125" y="48302"/>
                </a:lnTo>
                <a:lnTo>
                  <a:pt x="789813" y="49079"/>
                </a:lnTo>
                <a:lnTo>
                  <a:pt x="789530" y="49868"/>
                </a:lnTo>
                <a:lnTo>
                  <a:pt x="789277" y="50669"/>
                </a:lnTo>
                <a:lnTo>
                  <a:pt x="789054" y="51482"/>
                </a:lnTo>
                <a:lnTo>
                  <a:pt x="788861" y="52307"/>
                </a:lnTo>
                <a:lnTo>
                  <a:pt x="788697" y="53144"/>
                </a:lnTo>
                <a:lnTo>
                  <a:pt x="788563" y="53993"/>
                </a:lnTo>
                <a:lnTo>
                  <a:pt x="788459" y="54854"/>
                </a:lnTo>
                <a:lnTo>
                  <a:pt x="788385" y="55727"/>
                </a:lnTo>
                <a:lnTo>
                  <a:pt x="788340" y="56613"/>
                </a:lnTo>
                <a:lnTo>
                  <a:pt x="788325" y="57510"/>
                </a:lnTo>
                <a:lnTo>
                  <a:pt x="788343" y="58502"/>
                </a:lnTo>
                <a:lnTo>
                  <a:pt x="788394" y="59475"/>
                </a:lnTo>
                <a:lnTo>
                  <a:pt x="788480" y="60431"/>
                </a:lnTo>
                <a:lnTo>
                  <a:pt x="788600" y="61368"/>
                </a:lnTo>
                <a:lnTo>
                  <a:pt x="788755" y="62287"/>
                </a:lnTo>
                <a:lnTo>
                  <a:pt x="788944" y="63188"/>
                </a:lnTo>
                <a:lnTo>
                  <a:pt x="789168" y="64070"/>
                </a:lnTo>
                <a:lnTo>
                  <a:pt x="789426" y="64934"/>
                </a:lnTo>
                <a:lnTo>
                  <a:pt x="789718" y="65780"/>
                </a:lnTo>
                <a:lnTo>
                  <a:pt x="790045" y="66608"/>
                </a:lnTo>
                <a:lnTo>
                  <a:pt x="790406" y="67417"/>
                </a:lnTo>
                <a:lnTo>
                  <a:pt x="790801" y="68208"/>
                </a:lnTo>
                <a:lnTo>
                  <a:pt x="791231" y="68981"/>
                </a:lnTo>
                <a:lnTo>
                  <a:pt x="791695" y="69736"/>
                </a:lnTo>
                <a:lnTo>
                  <a:pt x="792194" y="70472"/>
                </a:lnTo>
                <a:lnTo>
                  <a:pt x="792727" y="71190"/>
                </a:lnTo>
                <a:lnTo>
                  <a:pt x="793294" y="71890"/>
                </a:lnTo>
                <a:lnTo>
                  <a:pt x="793896" y="72571"/>
                </a:lnTo>
                <a:lnTo>
                  <a:pt x="794532" y="73235"/>
                </a:lnTo>
                <a:lnTo>
                  <a:pt x="795203" y="73880"/>
                </a:lnTo>
                <a:lnTo>
                  <a:pt x="795908" y="74507"/>
                </a:lnTo>
                <a:lnTo>
                  <a:pt x="796647" y="75115"/>
                </a:lnTo>
                <a:lnTo>
                  <a:pt x="797421" y="75705"/>
                </a:lnTo>
                <a:lnTo>
                  <a:pt x="798229" y="76277"/>
                </a:lnTo>
                <a:lnTo>
                  <a:pt x="798859" y="76685"/>
                </a:lnTo>
                <a:lnTo>
                  <a:pt x="799557" y="77096"/>
                </a:lnTo>
                <a:lnTo>
                  <a:pt x="800323" y="77510"/>
                </a:lnTo>
                <a:lnTo>
                  <a:pt x="801157" y="77928"/>
                </a:lnTo>
                <a:lnTo>
                  <a:pt x="802058" y="78350"/>
                </a:lnTo>
                <a:lnTo>
                  <a:pt x="803028" y="78775"/>
                </a:lnTo>
                <a:lnTo>
                  <a:pt x="804066" y="79204"/>
                </a:lnTo>
                <a:lnTo>
                  <a:pt x="805172" y="79636"/>
                </a:lnTo>
                <a:lnTo>
                  <a:pt x="806345" y="80072"/>
                </a:lnTo>
                <a:lnTo>
                  <a:pt x="807587" y="80511"/>
                </a:lnTo>
                <a:lnTo>
                  <a:pt x="808896" y="80954"/>
                </a:lnTo>
                <a:lnTo>
                  <a:pt x="810274" y="81400"/>
                </a:lnTo>
                <a:lnTo>
                  <a:pt x="811719" y="81850"/>
                </a:lnTo>
                <a:lnTo>
                  <a:pt x="813233" y="82303"/>
                </a:lnTo>
                <a:lnTo>
                  <a:pt x="814814" y="82760"/>
                </a:lnTo>
                <a:lnTo>
                  <a:pt x="816464" y="83220"/>
                </a:lnTo>
                <a:lnTo>
                  <a:pt x="818181" y="83684"/>
                </a:lnTo>
                <a:lnTo>
                  <a:pt x="819966" y="84152"/>
                </a:lnTo>
                <a:lnTo>
                  <a:pt x="821819" y="84623"/>
                </a:lnTo>
                <a:lnTo>
                  <a:pt x="823741" y="85097"/>
                </a:lnTo>
                <a:lnTo>
                  <a:pt x="825730" y="85575"/>
                </a:lnTo>
                <a:lnTo>
                  <a:pt x="827787" y="86057"/>
                </a:lnTo>
                <a:lnTo>
                  <a:pt x="829912" y="86542"/>
                </a:lnTo>
                <a:lnTo>
                  <a:pt x="832105" y="87031"/>
                </a:lnTo>
                <a:lnTo>
                  <a:pt x="832576" y="87142"/>
                </a:lnTo>
                <a:lnTo>
                  <a:pt x="833033" y="87255"/>
                </a:lnTo>
                <a:lnTo>
                  <a:pt x="833475" y="87368"/>
                </a:lnTo>
                <a:lnTo>
                  <a:pt x="833904" y="87482"/>
                </a:lnTo>
                <a:lnTo>
                  <a:pt x="834318" y="87597"/>
                </a:lnTo>
                <a:lnTo>
                  <a:pt x="834718" y="87712"/>
                </a:lnTo>
                <a:lnTo>
                  <a:pt x="835104" y="87829"/>
                </a:lnTo>
                <a:lnTo>
                  <a:pt x="835476" y="87946"/>
                </a:lnTo>
                <a:lnTo>
                  <a:pt x="835833" y="88064"/>
                </a:lnTo>
                <a:lnTo>
                  <a:pt x="836177" y="88183"/>
                </a:lnTo>
                <a:lnTo>
                  <a:pt x="836506" y="88303"/>
                </a:lnTo>
                <a:lnTo>
                  <a:pt x="836821" y="88423"/>
                </a:lnTo>
                <a:lnTo>
                  <a:pt x="837121" y="88545"/>
                </a:lnTo>
                <a:lnTo>
                  <a:pt x="837408" y="88667"/>
                </a:lnTo>
                <a:lnTo>
                  <a:pt x="837680" y="88790"/>
                </a:lnTo>
                <a:lnTo>
                  <a:pt x="837938" y="88914"/>
                </a:lnTo>
                <a:lnTo>
                  <a:pt x="838182" y="89038"/>
                </a:lnTo>
                <a:lnTo>
                  <a:pt x="838412" y="89164"/>
                </a:lnTo>
                <a:lnTo>
                  <a:pt x="838628" y="89290"/>
                </a:lnTo>
                <a:lnTo>
                  <a:pt x="838829" y="89417"/>
                </a:lnTo>
                <a:lnTo>
                  <a:pt x="839016" y="89545"/>
                </a:lnTo>
                <a:lnTo>
                  <a:pt x="839190" y="89674"/>
                </a:lnTo>
                <a:lnTo>
                  <a:pt x="839348" y="89804"/>
                </a:lnTo>
                <a:lnTo>
                  <a:pt x="839493" y="89934"/>
                </a:lnTo>
                <a:lnTo>
                  <a:pt x="839621" y="90073"/>
                </a:lnTo>
                <a:lnTo>
                  <a:pt x="839744" y="90215"/>
                </a:lnTo>
                <a:lnTo>
                  <a:pt x="839861" y="90359"/>
                </a:lnTo>
                <a:lnTo>
                  <a:pt x="839973" y="90507"/>
                </a:lnTo>
                <a:lnTo>
                  <a:pt x="840080" y="90658"/>
                </a:lnTo>
                <a:lnTo>
                  <a:pt x="840181" y="90812"/>
                </a:lnTo>
                <a:lnTo>
                  <a:pt x="840276" y="90969"/>
                </a:lnTo>
                <a:lnTo>
                  <a:pt x="840366" y="91129"/>
                </a:lnTo>
                <a:lnTo>
                  <a:pt x="840451" y="91292"/>
                </a:lnTo>
                <a:lnTo>
                  <a:pt x="840530" y="91457"/>
                </a:lnTo>
                <a:lnTo>
                  <a:pt x="840604" y="91626"/>
                </a:lnTo>
                <a:lnTo>
                  <a:pt x="840672" y="91798"/>
                </a:lnTo>
                <a:lnTo>
                  <a:pt x="840735" y="91973"/>
                </a:lnTo>
                <a:lnTo>
                  <a:pt x="840792" y="92151"/>
                </a:lnTo>
                <a:lnTo>
                  <a:pt x="840844" y="92332"/>
                </a:lnTo>
                <a:lnTo>
                  <a:pt x="840890" y="92516"/>
                </a:lnTo>
                <a:lnTo>
                  <a:pt x="840931" y="92703"/>
                </a:lnTo>
                <a:lnTo>
                  <a:pt x="840967" y="92892"/>
                </a:lnTo>
                <a:lnTo>
                  <a:pt x="840997" y="93085"/>
                </a:lnTo>
                <a:lnTo>
                  <a:pt x="841021" y="93281"/>
                </a:lnTo>
                <a:lnTo>
                  <a:pt x="841040" y="93480"/>
                </a:lnTo>
                <a:lnTo>
                  <a:pt x="841054" y="93682"/>
                </a:lnTo>
                <a:lnTo>
                  <a:pt x="841062" y="93887"/>
                </a:lnTo>
                <a:lnTo>
                  <a:pt x="841065" y="94095"/>
                </a:lnTo>
                <a:lnTo>
                  <a:pt x="841060" y="94400"/>
                </a:lnTo>
                <a:lnTo>
                  <a:pt x="841045" y="94699"/>
                </a:lnTo>
                <a:lnTo>
                  <a:pt x="841020" y="94994"/>
                </a:lnTo>
                <a:lnTo>
                  <a:pt x="840984" y="95283"/>
                </a:lnTo>
                <a:lnTo>
                  <a:pt x="840939" y="95567"/>
                </a:lnTo>
                <a:lnTo>
                  <a:pt x="840883" y="95846"/>
                </a:lnTo>
                <a:lnTo>
                  <a:pt x="840818" y="96120"/>
                </a:lnTo>
                <a:lnTo>
                  <a:pt x="840742" y="96389"/>
                </a:lnTo>
                <a:lnTo>
                  <a:pt x="840656" y="96652"/>
                </a:lnTo>
                <a:lnTo>
                  <a:pt x="840560" y="96910"/>
                </a:lnTo>
                <a:lnTo>
                  <a:pt x="840454" y="97163"/>
                </a:lnTo>
                <a:lnTo>
                  <a:pt x="840338" y="97411"/>
                </a:lnTo>
                <a:lnTo>
                  <a:pt x="840212" y="97654"/>
                </a:lnTo>
                <a:lnTo>
                  <a:pt x="840075" y="97892"/>
                </a:lnTo>
                <a:lnTo>
                  <a:pt x="839929" y="98124"/>
                </a:lnTo>
                <a:lnTo>
                  <a:pt x="839772" y="98351"/>
                </a:lnTo>
                <a:lnTo>
                  <a:pt x="839606" y="98573"/>
                </a:lnTo>
                <a:lnTo>
                  <a:pt x="839429" y="98790"/>
                </a:lnTo>
                <a:lnTo>
                  <a:pt x="839242" y="99002"/>
                </a:lnTo>
                <a:lnTo>
                  <a:pt x="839045" y="99208"/>
                </a:lnTo>
                <a:lnTo>
                  <a:pt x="838838" y="99409"/>
                </a:lnTo>
                <a:lnTo>
                  <a:pt x="838621" y="99606"/>
                </a:lnTo>
                <a:lnTo>
                  <a:pt x="838394" y="99796"/>
                </a:lnTo>
                <a:lnTo>
                  <a:pt x="838157" y="99982"/>
                </a:lnTo>
                <a:lnTo>
                  <a:pt x="837789" y="100238"/>
                </a:lnTo>
                <a:lnTo>
                  <a:pt x="837407" y="100484"/>
                </a:lnTo>
                <a:lnTo>
                  <a:pt x="837010" y="100718"/>
                </a:lnTo>
                <a:lnTo>
                  <a:pt x="836598" y="100941"/>
                </a:lnTo>
                <a:lnTo>
                  <a:pt x="836171" y="101154"/>
                </a:lnTo>
                <a:lnTo>
                  <a:pt x="835730" y="101356"/>
                </a:lnTo>
                <a:lnTo>
                  <a:pt x="835274" y="101546"/>
                </a:lnTo>
                <a:lnTo>
                  <a:pt x="834803" y="101726"/>
                </a:lnTo>
                <a:lnTo>
                  <a:pt x="834318" y="101895"/>
                </a:lnTo>
                <a:lnTo>
                  <a:pt x="833818" y="102053"/>
                </a:lnTo>
                <a:lnTo>
                  <a:pt x="833303" y="102200"/>
                </a:lnTo>
                <a:lnTo>
                  <a:pt x="832773" y="102337"/>
                </a:lnTo>
                <a:lnTo>
                  <a:pt x="832228" y="102462"/>
                </a:lnTo>
                <a:lnTo>
                  <a:pt x="831669" y="102576"/>
                </a:lnTo>
                <a:lnTo>
                  <a:pt x="831095" y="102680"/>
                </a:lnTo>
                <a:lnTo>
                  <a:pt x="830507" y="102773"/>
                </a:lnTo>
                <a:lnTo>
                  <a:pt x="829903" y="102854"/>
                </a:lnTo>
                <a:lnTo>
                  <a:pt x="829285" y="102925"/>
                </a:lnTo>
                <a:lnTo>
                  <a:pt x="828652" y="102985"/>
                </a:lnTo>
                <a:lnTo>
                  <a:pt x="828004" y="103034"/>
                </a:lnTo>
                <a:lnTo>
                  <a:pt x="827342" y="103072"/>
                </a:lnTo>
                <a:lnTo>
                  <a:pt x="826665" y="103099"/>
                </a:lnTo>
                <a:lnTo>
                  <a:pt x="825973" y="103116"/>
                </a:lnTo>
                <a:lnTo>
                  <a:pt x="825267" y="103121"/>
                </a:lnTo>
                <a:lnTo>
                  <a:pt x="824624" y="103116"/>
                </a:lnTo>
                <a:lnTo>
                  <a:pt x="823994" y="103098"/>
                </a:lnTo>
                <a:lnTo>
                  <a:pt x="823375" y="103069"/>
                </a:lnTo>
                <a:lnTo>
                  <a:pt x="822769" y="103029"/>
                </a:lnTo>
                <a:lnTo>
                  <a:pt x="822175" y="102977"/>
                </a:lnTo>
                <a:lnTo>
                  <a:pt x="821592" y="102914"/>
                </a:lnTo>
                <a:lnTo>
                  <a:pt x="821022" y="102839"/>
                </a:lnTo>
                <a:lnTo>
                  <a:pt x="820463" y="102752"/>
                </a:lnTo>
                <a:lnTo>
                  <a:pt x="819917" y="102654"/>
                </a:lnTo>
                <a:lnTo>
                  <a:pt x="819383" y="102545"/>
                </a:lnTo>
                <a:lnTo>
                  <a:pt x="818860" y="102424"/>
                </a:lnTo>
                <a:lnTo>
                  <a:pt x="818350" y="102291"/>
                </a:lnTo>
                <a:lnTo>
                  <a:pt x="817852" y="102147"/>
                </a:lnTo>
                <a:lnTo>
                  <a:pt x="817365" y="101991"/>
                </a:lnTo>
                <a:lnTo>
                  <a:pt x="816891" y="101824"/>
                </a:lnTo>
                <a:lnTo>
                  <a:pt x="816429" y="101645"/>
                </a:lnTo>
                <a:lnTo>
                  <a:pt x="815978" y="101455"/>
                </a:lnTo>
                <a:lnTo>
                  <a:pt x="815540" y="101253"/>
                </a:lnTo>
                <a:lnTo>
                  <a:pt x="815114" y="101040"/>
                </a:lnTo>
                <a:lnTo>
                  <a:pt x="814700" y="100815"/>
                </a:lnTo>
                <a:lnTo>
                  <a:pt x="814297" y="100579"/>
                </a:lnTo>
                <a:lnTo>
                  <a:pt x="813907" y="100331"/>
                </a:lnTo>
                <a:lnTo>
                  <a:pt x="813529" y="100071"/>
                </a:lnTo>
                <a:lnTo>
                  <a:pt x="813162" y="99801"/>
                </a:lnTo>
                <a:lnTo>
                  <a:pt x="812807" y="99518"/>
                </a:lnTo>
                <a:lnTo>
                  <a:pt x="812462" y="99226"/>
                </a:lnTo>
                <a:lnTo>
                  <a:pt x="812127" y="98922"/>
                </a:lnTo>
                <a:lnTo>
                  <a:pt x="811802" y="98608"/>
                </a:lnTo>
                <a:lnTo>
                  <a:pt x="811487" y="98283"/>
                </a:lnTo>
                <a:lnTo>
                  <a:pt x="811183" y="97947"/>
                </a:lnTo>
                <a:lnTo>
                  <a:pt x="810888" y="97601"/>
                </a:lnTo>
                <a:lnTo>
                  <a:pt x="810604" y="97244"/>
                </a:lnTo>
                <a:lnTo>
                  <a:pt x="810329" y="96876"/>
                </a:lnTo>
                <a:lnTo>
                  <a:pt x="810065" y="96498"/>
                </a:lnTo>
                <a:lnTo>
                  <a:pt x="809811" y="96108"/>
                </a:lnTo>
                <a:lnTo>
                  <a:pt x="809567" y="95708"/>
                </a:lnTo>
                <a:lnTo>
                  <a:pt x="809333" y="95298"/>
                </a:lnTo>
                <a:lnTo>
                  <a:pt x="809109" y="94876"/>
                </a:lnTo>
                <a:lnTo>
                  <a:pt x="808895" y="94444"/>
                </a:lnTo>
                <a:lnTo>
                  <a:pt x="808691" y="94002"/>
                </a:lnTo>
                <a:lnTo>
                  <a:pt x="808497" y="93548"/>
                </a:lnTo>
                <a:lnTo>
                  <a:pt x="808314" y="93084"/>
                </a:lnTo>
                <a:lnTo>
                  <a:pt x="808140" y="92609"/>
                </a:lnTo>
                <a:lnTo>
                  <a:pt x="807977" y="92124"/>
                </a:lnTo>
                <a:lnTo>
                  <a:pt x="807824" y="91627"/>
                </a:lnTo>
                <a:lnTo>
                  <a:pt x="807681" y="91120"/>
                </a:lnTo>
                <a:lnTo>
                  <a:pt x="807548" y="90602"/>
                </a:lnTo>
                <a:lnTo>
                  <a:pt x="807425" y="90074"/>
                </a:lnTo>
                <a:lnTo>
                  <a:pt x="785260" y="93532"/>
                </a:lnTo>
                <a:lnTo>
                  <a:pt x="785527" y="94510"/>
                </a:lnTo>
                <a:lnTo>
                  <a:pt x="785819" y="95470"/>
                </a:lnTo>
                <a:lnTo>
                  <a:pt x="786134" y="96413"/>
                </a:lnTo>
                <a:lnTo>
                  <a:pt x="786473" y="97339"/>
                </a:lnTo>
                <a:close/>
                <a:moveTo>
                  <a:pt x="882540" y="117269"/>
                </a:moveTo>
                <a:lnTo>
                  <a:pt x="904627" y="117269"/>
                </a:lnTo>
                <a:lnTo>
                  <a:pt x="904627" y="33797"/>
                </a:lnTo>
                <a:lnTo>
                  <a:pt x="882540" y="33797"/>
                </a:lnTo>
                <a:lnTo>
                  <a:pt x="882540" y="117269"/>
                </a:lnTo>
                <a:close/>
                <a:moveTo>
                  <a:pt x="925222" y="123129"/>
                </a:moveTo>
                <a:lnTo>
                  <a:pt x="925217" y="123253"/>
                </a:lnTo>
                <a:lnTo>
                  <a:pt x="925212" y="123376"/>
                </a:lnTo>
                <a:lnTo>
                  <a:pt x="925207" y="123498"/>
                </a:lnTo>
                <a:lnTo>
                  <a:pt x="925203" y="123617"/>
                </a:lnTo>
                <a:lnTo>
                  <a:pt x="925199" y="123735"/>
                </a:lnTo>
                <a:lnTo>
                  <a:pt x="925195" y="123852"/>
                </a:lnTo>
                <a:lnTo>
                  <a:pt x="925191" y="123966"/>
                </a:lnTo>
                <a:lnTo>
                  <a:pt x="925188" y="124079"/>
                </a:lnTo>
                <a:lnTo>
                  <a:pt x="925184" y="124191"/>
                </a:lnTo>
                <a:lnTo>
                  <a:pt x="925182" y="124301"/>
                </a:lnTo>
                <a:lnTo>
                  <a:pt x="925179" y="124409"/>
                </a:lnTo>
                <a:lnTo>
                  <a:pt x="925177" y="124515"/>
                </a:lnTo>
                <a:lnTo>
                  <a:pt x="925175" y="124620"/>
                </a:lnTo>
                <a:lnTo>
                  <a:pt x="925173" y="124723"/>
                </a:lnTo>
                <a:lnTo>
                  <a:pt x="925171" y="124825"/>
                </a:lnTo>
                <a:lnTo>
                  <a:pt x="925170" y="124925"/>
                </a:lnTo>
                <a:lnTo>
                  <a:pt x="925169" y="125023"/>
                </a:lnTo>
                <a:lnTo>
                  <a:pt x="925168" y="125120"/>
                </a:lnTo>
                <a:lnTo>
                  <a:pt x="925168" y="125215"/>
                </a:lnTo>
                <a:lnTo>
                  <a:pt x="925168" y="125308"/>
                </a:lnTo>
                <a:lnTo>
                  <a:pt x="925183" y="126239"/>
                </a:lnTo>
                <a:lnTo>
                  <a:pt x="925230" y="127157"/>
                </a:lnTo>
                <a:lnTo>
                  <a:pt x="925307" y="128060"/>
                </a:lnTo>
                <a:lnTo>
                  <a:pt x="925415" y="128951"/>
                </a:lnTo>
                <a:lnTo>
                  <a:pt x="925553" y="129827"/>
                </a:lnTo>
                <a:lnTo>
                  <a:pt x="925723" y="130690"/>
                </a:lnTo>
                <a:lnTo>
                  <a:pt x="925923" y="131539"/>
                </a:lnTo>
                <a:lnTo>
                  <a:pt x="926155" y="132375"/>
                </a:lnTo>
                <a:lnTo>
                  <a:pt x="926417" y="133197"/>
                </a:lnTo>
                <a:lnTo>
                  <a:pt x="926710" y="134005"/>
                </a:lnTo>
                <a:lnTo>
                  <a:pt x="927034" y="134800"/>
                </a:lnTo>
                <a:lnTo>
                  <a:pt x="927388" y="135581"/>
                </a:lnTo>
                <a:lnTo>
                  <a:pt x="927774" y="136349"/>
                </a:lnTo>
                <a:lnTo>
                  <a:pt x="928190" y="137103"/>
                </a:lnTo>
                <a:lnTo>
                  <a:pt x="928637" y="137843"/>
                </a:lnTo>
                <a:lnTo>
                  <a:pt x="929115" y="138570"/>
                </a:lnTo>
                <a:lnTo>
                  <a:pt x="929624" y="139283"/>
                </a:lnTo>
                <a:lnTo>
                  <a:pt x="930164" y="139982"/>
                </a:lnTo>
                <a:lnTo>
                  <a:pt x="930734" y="140668"/>
                </a:lnTo>
                <a:lnTo>
                  <a:pt x="931336" y="141340"/>
                </a:lnTo>
                <a:lnTo>
                  <a:pt x="931968" y="141998"/>
                </a:lnTo>
                <a:lnTo>
                  <a:pt x="932631" y="142643"/>
                </a:lnTo>
                <a:lnTo>
                  <a:pt x="933325" y="143274"/>
                </a:lnTo>
                <a:lnTo>
                  <a:pt x="934049" y="143892"/>
                </a:lnTo>
                <a:lnTo>
                  <a:pt x="934811" y="144490"/>
                </a:lnTo>
                <a:lnTo>
                  <a:pt x="935615" y="145063"/>
                </a:lnTo>
                <a:lnTo>
                  <a:pt x="936463" y="145610"/>
                </a:lnTo>
                <a:lnTo>
                  <a:pt x="937353" y="146132"/>
                </a:lnTo>
                <a:lnTo>
                  <a:pt x="938286" y="146629"/>
                </a:lnTo>
                <a:lnTo>
                  <a:pt x="939262" y="147099"/>
                </a:lnTo>
                <a:lnTo>
                  <a:pt x="940280" y="147545"/>
                </a:lnTo>
                <a:lnTo>
                  <a:pt x="941342" y="147965"/>
                </a:lnTo>
                <a:lnTo>
                  <a:pt x="942446" y="148360"/>
                </a:lnTo>
                <a:lnTo>
                  <a:pt x="943593" y="148729"/>
                </a:lnTo>
                <a:lnTo>
                  <a:pt x="944783" y="149072"/>
                </a:lnTo>
                <a:lnTo>
                  <a:pt x="946016" y="149391"/>
                </a:lnTo>
                <a:lnTo>
                  <a:pt x="947292" y="149683"/>
                </a:lnTo>
                <a:lnTo>
                  <a:pt x="948610" y="149951"/>
                </a:lnTo>
                <a:lnTo>
                  <a:pt x="949972" y="150193"/>
                </a:lnTo>
                <a:lnTo>
                  <a:pt x="951376" y="150409"/>
                </a:lnTo>
                <a:lnTo>
                  <a:pt x="952823" y="150600"/>
                </a:lnTo>
                <a:lnTo>
                  <a:pt x="954313" y="150765"/>
                </a:lnTo>
                <a:lnTo>
                  <a:pt x="955846" y="150905"/>
                </a:lnTo>
                <a:lnTo>
                  <a:pt x="957422" y="151020"/>
                </a:lnTo>
                <a:lnTo>
                  <a:pt x="959040" y="151109"/>
                </a:lnTo>
                <a:lnTo>
                  <a:pt x="960701" y="151173"/>
                </a:lnTo>
                <a:lnTo>
                  <a:pt x="962406" y="151211"/>
                </a:lnTo>
                <a:lnTo>
                  <a:pt x="964153" y="151224"/>
                </a:lnTo>
                <a:lnTo>
                  <a:pt x="965083" y="151220"/>
                </a:lnTo>
                <a:lnTo>
                  <a:pt x="965999" y="151207"/>
                </a:lnTo>
                <a:lnTo>
                  <a:pt x="966902" y="151187"/>
                </a:lnTo>
                <a:lnTo>
                  <a:pt x="967791" y="151158"/>
                </a:lnTo>
                <a:lnTo>
                  <a:pt x="968667" y="151121"/>
                </a:lnTo>
                <a:lnTo>
                  <a:pt x="969529" y="151076"/>
                </a:lnTo>
                <a:lnTo>
                  <a:pt x="970378" y="151023"/>
                </a:lnTo>
                <a:lnTo>
                  <a:pt x="971214" y="150961"/>
                </a:lnTo>
                <a:lnTo>
                  <a:pt x="972035" y="150892"/>
                </a:lnTo>
                <a:lnTo>
                  <a:pt x="972844" y="150814"/>
                </a:lnTo>
                <a:lnTo>
                  <a:pt x="973638" y="150728"/>
                </a:lnTo>
                <a:lnTo>
                  <a:pt x="974420" y="150634"/>
                </a:lnTo>
                <a:lnTo>
                  <a:pt x="975187" y="150531"/>
                </a:lnTo>
                <a:lnTo>
                  <a:pt x="975942" y="150420"/>
                </a:lnTo>
                <a:lnTo>
                  <a:pt x="976682" y="150302"/>
                </a:lnTo>
                <a:lnTo>
                  <a:pt x="977410" y="150175"/>
                </a:lnTo>
                <a:lnTo>
                  <a:pt x="978123" y="150039"/>
                </a:lnTo>
                <a:lnTo>
                  <a:pt x="978824" y="149896"/>
                </a:lnTo>
                <a:lnTo>
                  <a:pt x="979510" y="149744"/>
                </a:lnTo>
                <a:lnTo>
                  <a:pt x="980184" y="149584"/>
                </a:lnTo>
                <a:lnTo>
                  <a:pt x="980843" y="149416"/>
                </a:lnTo>
                <a:lnTo>
                  <a:pt x="981489" y="149240"/>
                </a:lnTo>
                <a:lnTo>
                  <a:pt x="982122" y="149056"/>
                </a:lnTo>
                <a:lnTo>
                  <a:pt x="982741" y="148863"/>
                </a:lnTo>
                <a:lnTo>
                  <a:pt x="983349" y="148664"/>
                </a:lnTo>
                <a:lnTo>
                  <a:pt x="983946" y="148458"/>
                </a:lnTo>
                <a:lnTo>
                  <a:pt x="984532" y="148245"/>
                </a:lnTo>
                <a:lnTo>
                  <a:pt x="985109" y="148027"/>
                </a:lnTo>
                <a:lnTo>
                  <a:pt x="985675" y="147802"/>
                </a:lnTo>
                <a:lnTo>
                  <a:pt x="986232" y="147571"/>
                </a:lnTo>
                <a:lnTo>
                  <a:pt x="986777" y="147334"/>
                </a:lnTo>
                <a:lnTo>
                  <a:pt x="987313" y="147090"/>
                </a:lnTo>
                <a:lnTo>
                  <a:pt x="987839" y="146840"/>
                </a:lnTo>
                <a:lnTo>
                  <a:pt x="988354" y="146584"/>
                </a:lnTo>
                <a:lnTo>
                  <a:pt x="988859" y="146321"/>
                </a:lnTo>
                <a:lnTo>
                  <a:pt x="989353" y="146052"/>
                </a:lnTo>
                <a:lnTo>
                  <a:pt x="989838" y="145777"/>
                </a:lnTo>
                <a:lnTo>
                  <a:pt x="990312" y="145495"/>
                </a:lnTo>
                <a:lnTo>
                  <a:pt x="990776" y="145208"/>
                </a:lnTo>
                <a:lnTo>
                  <a:pt x="991230" y="144914"/>
                </a:lnTo>
                <a:lnTo>
                  <a:pt x="991673" y="144613"/>
                </a:lnTo>
                <a:lnTo>
                  <a:pt x="992107" y="144307"/>
                </a:lnTo>
                <a:lnTo>
                  <a:pt x="992530" y="143994"/>
                </a:lnTo>
                <a:lnTo>
                  <a:pt x="992943" y="143674"/>
                </a:lnTo>
                <a:lnTo>
                  <a:pt x="993345" y="143349"/>
                </a:lnTo>
                <a:lnTo>
                  <a:pt x="993738" y="143017"/>
                </a:lnTo>
                <a:lnTo>
                  <a:pt x="994120" y="142679"/>
                </a:lnTo>
                <a:lnTo>
                  <a:pt x="994492" y="142335"/>
                </a:lnTo>
                <a:lnTo>
                  <a:pt x="994855" y="141982"/>
                </a:lnTo>
                <a:lnTo>
                  <a:pt x="995212" y="141618"/>
                </a:lnTo>
                <a:lnTo>
                  <a:pt x="995561" y="141243"/>
                </a:lnTo>
                <a:lnTo>
                  <a:pt x="995904" y="140858"/>
                </a:lnTo>
                <a:lnTo>
                  <a:pt x="996240" y="140461"/>
                </a:lnTo>
                <a:lnTo>
                  <a:pt x="996570" y="140054"/>
                </a:lnTo>
                <a:lnTo>
                  <a:pt x="996892" y="139636"/>
                </a:lnTo>
                <a:lnTo>
                  <a:pt x="997208" y="139206"/>
                </a:lnTo>
                <a:lnTo>
                  <a:pt x="997517" y="138766"/>
                </a:lnTo>
                <a:lnTo>
                  <a:pt x="997819" y="138315"/>
                </a:lnTo>
                <a:lnTo>
                  <a:pt x="998114" y="137853"/>
                </a:lnTo>
                <a:lnTo>
                  <a:pt x="998402" y="137380"/>
                </a:lnTo>
                <a:lnTo>
                  <a:pt x="998684" y="136896"/>
                </a:lnTo>
                <a:lnTo>
                  <a:pt x="998958" y="136401"/>
                </a:lnTo>
                <a:lnTo>
                  <a:pt x="999226" y="135895"/>
                </a:lnTo>
                <a:lnTo>
                  <a:pt x="999487" y="135379"/>
                </a:lnTo>
                <a:lnTo>
                  <a:pt x="999741" y="134851"/>
                </a:lnTo>
                <a:lnTo>
                  <a:pt x="999989" y="134312"/>
                </a:lnTo>
                <a:lnTo>
                  <a:pt x="1000229" y="133763"/>
                </a:lnTo>
                <a:lnTo>
                  <a:pt x="1000463" y="133203"/>
                </a:lnTo>
                <a:lnTo>
                  <a:pt x="1000690" y="132631"/>
                </a:lnTo>
                <a:lnTo>
                  <a:pt x="1000910" y="132049"/>
                </a:lnTo>
                <a:lnTo>
                  <a:pt x="1001123" y="131456"/>
                </a:lnTo>
                <a:lnTo>
                  <a:pt x="1001330" y="130852"/>
                </a:lnTo>
                <a:lnTo>
                  <a:pt x="1001529" y="130229"/>
                </a:lnTo>
                <a:lnTo>
                  <a:pt x="1001719" y="129581"/>
                </a:lnTo>
                <a:lnTo>
                  <a:pt x="1001901" y="128906"/>
                </a:lnTo>
                <a:lnTo>
                  <a:pt x="1002074" y="128206"/>
                </a:lnTo>
                <a:lnTo>
                  <a:pt x="1002239" y="127480"/>
                </a:lnTo>
                <a:lnTo>
                  <a:pt x="1002396" y="126728"/>
                </a:lnTo>
                <a:lnTo>
                  <a:pt x="1002544" y="125949"/>
                </a:lnTo>
                <a:lnTo>
                  <a:pt x="1002683" y="125145"/>
                </a:lnTo>
                <a:lnTo>
                  <a:pt x="1002815" y="124315"/>
                </a:lnTo>
                <a:lnTo>
                  <a:pt x="1002937" y="123459"/>
                </a:lnTo>
                <a:lnTo>
                  <a:pt x="1003052" y="122577"/>
                </a:lnTo>
                <a:lnTo>
                  <a:pt x="1003157" y="121669"/>
                </a:lnTo>
                <a:lnTo>
                  <a:pt x="1003255" y="120735"/>
                </a:lnTo>
                <a:lnTo>
                  <a:pt x="1003343" y="119776"/>
                </a:lnTo>
                <a:lnTo>
                  <a:pt x="1003424" y="118790"/>
                </a:lnTo>
                <a:lnTo>
                  <a:pt x="1003496" y="117778"/>
                </a:lnTo>
                <a:lnTo>
                  <a:pt x="1003559" y="116741"/>
                </a:lnTo>
                <a:lnTo>
                  <a:pt x="1003614" y="115677"/>
                </a:lnTo>
                <a:lnTo>
                  <a:pt x="1003661" y="114588"/>
                </a:lnTo>
                <a:lnTo>
                  <a:pt x="1003699" y="113472"/>
                </a:lnTo>
                <a:lnTo>
                  <a:pt x="1003728" y="112331"/>
                </a:lnTo>
                <a:lnTo>
                  <a:pt x="1003749" y="111163"/>
                </a:lnTo>
                <a:lnTo>
                  <a:pt x="1003762" y="109970"/>
                </a:lnTo>
                <a:lnTo>
                  <a:pt x="1003766" y="108751"/>
                </a:lnTo>
                <a:lnTo>
                  <a:pt x="1003766" y="33797"/>
                </a:lnTo>
                <a:lnTo>
                  <a:pt x="983095" y="33797"/>
                </a:lnTo>
                <a:lnTo>
                  <a:pt x="983095" y="45572"/>
                </a:lnTo>
                <a:lnTo>
                  <a:pt x="982247" y="44458"/>
                </a:lnTo>
                <a:lnTo>
                  <a:pt x="981381" y="43390"/>
                </a:lnTo>
                <a:lnTo>
                  <a:pt x="980495" y="42371"/>
                </a:lnTo>
                <a:lnTo>
                  <a:pt x="979591" y="41398"/>
                </a:lnTo>
                <a:lnTo>
                  <a:pt x="978668" y="40473"/>
                </a:lnTo>
                <a:lnTo>
                  <a:pt x="977726" y="39596"/>
                </a:lnTo>
                <a:lnTo>
                  <a:pt x="976765" y="38765"/>
                </a:lnTo>
                <a:lnTo>
                  <a:pt x="975785" y="37983"/>
                </a:lnTo>
                <a:lnTo>
                  <a:pt x="974787" y="37247"/>
                </a:lnTo>
                <a:lnTo>
                  <a:pt x="973770" y="36560"/>
                </a:lnTo>
                <a:lnTo>
                  <a:pt x="972733" y="35919"/>
                </a:lnTo>
                <a:lnTo>
                  <a:pt x="971679" y="35326"/>
                </a:lnTo>
                <a:lnTo>
                  <a:pt x="970605" y="34781"/>
                </a:lnTo>
                <a:lnTo>
                  <a:pt x="969512" y="34283"/>
                </a:lnTo>
                <a:lnTo>
                  <a:pt x="968401" y="33832"/>
                </a:lnTo>
                <a:lnTo>
                  <a:pt x="967270" y="33429"/>
                </a:lnTo>
                <a:lnTo>
                  <a:pt x="966121" y="33073"/>
                </a:lnTo>
                <a:lnTo>
                  <a:pt x="964953" y="32765"/>
                </a:lnTo>
                <a:lnTo>
                  <a:pt x="963767" y="32504"/>
                </a:lnTo>
                <a:lnTo>
                  <a:pt x="962561" y="32290"/>
                </a:lnTo>
                <a:lnTo>
                  <a:pt x="961337" y="32124"/>
                </a:lnTo>
                <a:lnTo>
                  <a:pt x="960093" y="32006"/>
                </a:lnTo>
                <a:lnTo>
                  <a:pt x="958831" y="31935"/>
                </a:lnTo>
                <a:lnTo>
                  <a:pt x="957550" y="31911"/>
                </a:lnTo>
                <a:lnTo>
                  <a:pt x="956308" y="31930"/>
                </a:lnTo>
                <a:lnTo>
                  <a:pt x="955083" y="31988"/>
                </a:lnTo>
                <a:lnTo>
                  <a:pt x="953874" y="32084"/>
                </a:lnTo>
                <a:lnTo>
                  <a:pt x="952683" y="32219"/>
                </a:lnTo>
                <a:lnTo>
                  <a:pt x="951509" y="32392"/>
                </a:lnTo>
                <a:lnTo>
                  <a:pt x="950351" y="32604"/>
                </a:lnTo>
                <a:lnTo>
                  <a:pt x="949211" y="32854"/>
                </a:lnTo>
                <a:lnTo>
                  <a:pt x="948088" y="33142"/>
                </a:lnTo>
                <a:lnTo>
                  <a:pt x="946982" y="33469"/>
                </a:lnTo>
                <a:lnTo>
                  <a:pt x="945893" y="33835"/>
                </a:lnTo>
                <a:lnTo>
                  <a:pt x="944821" y="34239"/>
                </a:lnTo>
                <a:lnTo>
                  <a:pt x="943766" y="34682"/>
                </a:lnTo>
                <a:lnTo>
                  <a:pt x="942728" y="35163"/>
                </a:lnTo>
                <a:lnTo>
                  <a:pt x="941708" y="35682"/>
                </a:lnTo>
                <a:lnTo>
                  <a:pt x="940704" y="36240"/>
                </a:lnTo>
                <a:lnTo>
                  <a:pt x="939717" y="36837"/>
                </a:lnTo>
                <a:lnTo>
                  <a:pt x="938748" y="37471"/>
                </a:lnTo>
                <a:lnTo>
                  <a:pt x="937795" y="38145"/>
                </a:lnTo>
                <a:lnTo>
                  <a:pt x="936860" y="38857"/>
                </a:lnTo>
                <a:lnTo>
                  <a:pt x="935941" y="39607"/>
                </a:lnTo>
                <a:lnTo>
                  <a:pt x="935040" y="40396"/>
                </a:lnTo>
                <a:lnTo>
                  <a:pt x="934156" y="41223"/>
                </a:lnTo>
                <a:lnTo>
                  <a:pt x="933288" y="42089"/>
                </a:lnTo>
                <a:lnTo>
                  <a:pt x="932438" y="42993"/>
                </a:lnTo>
                <a:lnTo>
                  <a:pt x="931614" y="43934"/>
                </a:lnTo>
                <a:lnTo>
                  <a:pt x="930825" y="44909"/>
                </a:lnTo>
                <a:lnTo>
                  <a:pt x="930071" y="45919"/>
                </a:lnTo>
                <a:lnTo>
                  <a:pt x="929352" y="46963"/>
                </a:lnTo>
                <a:lnTo>
                  <a:pt x="928668" y="48041"/>
                </a:lnTo>
                <a:lnTo>
                  <a:pt x="928020" y="49154"/>
                </a:lnTo>
                <a:lnTo>
                  <a:pt x="927406" y="50301"/>
                </a:lnTo>
                <a:lnTo>
                  <a:pt x="926827" y="51482"/>
                </a:lnTo>
                <a:lnTo>
                  <a:pt x="926284" y="52698"/>
                </a:lnTo>
                <a:lnTo>
                  <a:pt x="925775" y="53948"/>
                </a:lnTo>
                <a:lnTo>
                  <a:pt x="925302" y="55233"/>
                </a:lnTo>
                <a:lnTo>
                  <a:pt x="924863" y="56552"/>
                </a:lnTo>
                <a:lnTo>
                  <a:pt x="924460" y="57905"/>
                </a:lnTo>
                <a:lnTo>
                  <a:pt x="924092" y="59293"/>
                </a:lnTo>
                <a:lnTo>
                  <a:pt x="923759" y="60715"/>
                </a:lnTo>
                <a:lnTo>
                  <a:pt x="923461" y="62171"/>
                </a:lnTo>
                <a:lnTo>
                  <a:pt x="923198" y="63662"/>
                </a:lnTo>
                <a:lnTo>
                  <a:pt x="922970" y="65188"/>
                </a:lnTo>
                <a:lnTo>
                  <a:pt x="922777" y="66747"/>
                </a:lnTo>
                <a:lnTo>
                  <a:pt x="922619" y="68341"/>
                </a:lnTo>
                <a:lnTo>
                  <a:pt x="922496" y="69970"/>
                </a:lnTo>
                <a:lnTo>
                  <a:pt x="922408" y="71633"/>
                </a:lnTo>
                <a:lnTo>
                  <a:pt x="922356" y="73330"/>
                </a:lnTo>
                <a:lnTo>
                  <a:pt x="922338" y="75062"/>
                </a:lnTo>
                <a:lnTo>
                  <a:pt x="922352" y="76447"/>
                </a:lnTo>
                <a:lnTo>
                  <a:pt x="922392" y="77814"/>
                </a:lnTo>
                <a:lnTo>
                  <a:pt x="922459" y="79161"/>
                </a:lnTo>
                <a:lnTo>
                  <a:pt x="922552" y="80489"/>
                </a:lnTo>
                <a:lnTo>
                  <a:pt x="922673" y="81798"/>
                </a:lnTo>
                <a:lnTo>
                  <a:pt x="922820" y="83088"/>
                </a:lnTo>
                <a:lnTo>
                  <a:pt x="922994" y="84359"/>
                </a:lnTo>
                <a:lnTo>
                  <a:pt x="923194" y="85611"/>
                </a:lnTo>
                <a:lnTo>
                  <a:pt x="923421" y="86844"/>
                </a:lnTo>
                <a:lnTo>
                  <a:pt x="923676" y="88058"/>
                </a:lnTo>
                <a:lnTo>
                  <a:pt x="923956" y="89252"/>
                </a:lnTo>
                <a:lnTo>
                  <a:pt x="924264" y="90428"/>
                </a:lnTo>
                <a:lnTo>
                  <a:pt x="924598" y="91584"/>
                </a:lnTo>
                <a:lnTo>
                  <a:pt x="924959" y="92721"/>
                </a:lnTo>
                <a:lnTo>
                  <a:pt x="925347" y="93839"/>
                </a:lnTo>
                <a:lnTo>
                  <a:pt x="925762" y="94938"/>
                </a:lnTo>
                <a:lnTo>
                  <a:pt x="926203" y="96018"/>
                </a:lnTo>
                <a:lnTo>
                  <a:pt x="926671" y="97079"/>
                </a:lnTo>
                <a:lnTo>
                  <a:pt x="927166" y="98121"/>
                </a:lnTo>
                <a:lnTo>
                  <a:pt x="927687" y="99143"/>
                </a:lnTo>
                <a:lnTo>
                  <a:pt x="928236" y="100147"/>
                </a:lnTo>
                <a:lnTo>
                  <a:pt x="928811" y="101131"/>
                </a:lnTo>
                <a:lnTo>
                  <a:pt x="929412" y="102097"/>
                </a:lnTo>
                <a:lnTo>
                  <a:pt x="930041" y="103043"/>
                </a:lnTo>
                <a:lnTo>
                  <a:pt x="930872" y="104204"/>
                </a:lnTo>
                <a:lnTo>
                  <a:pt x="931727" y="105315"/>
                </a:lnTo>
                <a:lnTo>
                  <a:pt x="932606" y="106377"/>
                </a:lnTo>
                <a:lnTo>
                  <a:pt x="933510" y="107390"/>
                </a:lnTo>
                <a:lnTo>
                  <a:pt x="934438" y="108353"/>
                </a:lnTo>
                <a:lnTo>
                  <a:pt x="935391" y="109267"/>
                </a:lnTo>
                <a:lnTo>
                  <a:pt x="936367" y="110131"/>
                </a:lnTo>
                <a:lnTo>
                  <a:pt x="937368" y="110946"/>
                </a:lnTo>
                <a:lnTo>
                  <a:pt x="938393" y="111712"/>
                </a:lnTo>
                <a:lnTo>
                  <a:pt x="939443" y="112428"/>
                </a:lnTo>
                <a:lnTo>
                  <a:pt x="940517" y="113095"/>
                </a:lnTo>
                <a:lnTo>
                  <a:pt x="941615" y="113712"/>
                </a:lnTo>
                <a:lnTo>
                  <a:pt x="942737" y="114281"/>
                </a:lnTo>
                <a:lnTo>
                  <a:pt x="943884" y="114799"/>
                </a:lnTo>
                <a:lnTo>
                  <a:pt x="945055" y="115268"/>
                </a:lnTo>
                <a:lnTo>
                  <a:pt x="946250" y="115688"/>
                </a:lnTo>
                <a:lnTo>
                  <a:pt x="947469" y="116059"/>
                </a:lnTo>
                <a:lnTo>
                  <a:pt x="948713" y="116380"/>
                </a:lnTo>
                <a:lnTo>
                  <a:pt x="949981" y="116652"/>
                </a:lnTo>
                <a:lnTo>
                  <a:pt x="951273" y="116874"/>
                </a:lnTo>
                <a:lnTo>
                  <a:pt x="952590" y="117047"/>
                </a:lnTo>
                <a:lnTo>
                  <a:pt x="953931" y="117170"/>
                </a:lnTo>
                <a:lnTo>
                  <a:pt x="955296" y="117244"/>
                </a:lnTo>
                <a:lnTo>
                  <a:pt x="956686" y="117269"/>
                </a:lnTo>
                <a:lnTo>
                  <a:pt x="957934" y="117245"/>
                </a:lnTo>
                <a:lnTo>
                  <a:pt x="959165" y="117174"/>
                </a:lnTo>
                <a:lnTo>
                  <a:pt x="960378" y="117054"/>
                </a:lnTo>
                <a:lnTo>
                  <a:pt x="961572" y="116887"/>
                </a:lnTo>
                <a:lnTo>
                  <a:pt x="962749" y="116673"/>
                </a:lnTo>
                <a:lnTo>
                  <a:pt x="963907" y="116410"/>
                </a:lnTo>
                <a:lnTo>
                  <a:pt x="965048" y="116100"/>
                </a:lnTo>
                <a:lnTo>
                  <a:pt x="966170" y="115743"/>
                </a:lnTo>
                <a:lnTo>
                  <a:pt x="967275" y="115337"/>
                </a:lnTo>
                <a:lnTo>
                  <a:pt x="968361" y="114884"/>
                </a:lnTo>
                <a:lnTo>
                  <a:pt x="969429" y="114383"/>
                </a:lnTo>
                <a:lnTo>
                  <a:pt x="970480" y="113835"/>
                </a:lnTo>
                <a:lnTo>
                  <a:pt x="971512" y="113238"/>
                </a:lnTo>
                <a:lnTo>
                  <a:pt x="972527" y="112594"/>
                </a:lnTo>
                <a:lnTo>
                  <a:pt x="973523" y="111903"/>
                </a:lnTo>
                <a:lnTo>
                  <a:pt x="974502" y="111163"/>
                </a:lnTo>
                <a:lnTo>
                  <a:pt x="975462" y="110376"/>
                </a:lnTo>
                <a:lnTo>
                  <a:pt x="976404" y="109542"/>
                </a:lnTo>
                <a:lnTo>
                  <a:pt x="977329" y="108659"/>
                </a:lnTo>
                <a:lnTo>
                  <a:pt x="978235" y="107729"/>
                </a:lnTo>
                <a:lnTo>
                  <a:pt x="979123" y="106751"/>
                </a:lnTo>
                <a:lnTo>
                  <a:pt x="979994" y="105726"/>
                </a:lnTo>
                <a:lnTo>
                  <a:pt x="980846" y="104652"/>
                </a:lnTo>
                <a:lnTo>
                  <a:pt x="981680" y="103531"/>
                </a:lnTo>
                <a:lnTo>
                  <a:pt x="981680" y="115803"/>
                </a:lnTo>
                <a:lnTo>
                  <a:pt x="981678" y="116415"/>
                </a:lnTo>
                <a:lnTo>
                  <a:pt x="981673" y="117010"/>
                </a:lnTo>
                <a:lnTo>
                  <a:pt x="981664" y="117590"/>
                </a:lnTo>
                <a:lnTo>
                  <a:pt x="981652" y="118153"/>
                </a:lnTo>
                <a:lnTo>
                  <a:pt x="981636" y="118700"/>
                </a:lnTo>
                <a:lnTo>
                  <a:pt x="981616" y="119231"/>
                </a:lnTo>
                <a:lnTo>
                  <a:pt x="981593" y="119745"/>
                </a:lnTo>
                <a:lnTo>
                  <a:pt x="981567" y="120244"/>
                </a:lnTo>
                <a:lnTo>
                  <a:pt x="981537" y="120726"/>
                </a:lnTo>
                <a:lnTo>
                  <a:pt x="981503" y="121192"/>
                </a:lnTo>
                <a:lnTo>
                  <a:pt x="981466" y="121642"/>
                </a:lnTo>
                <a:lnTo>
                  <a:pt x="981425" y="122075"/>
                </a:lnTo>
                <a:lnTo>
                  <a:pt x="981380" y="122493"/>
                </a:lnTo>
                <a:lnTo>
                  <a:pt x="981333" y="122894"/>
                </a:lnTo>
                <a:lnTo>
                  <a:pt x="981281" y="123279"/>
                </a:lnTo>
                <a:lnTo>
                  <a:pt x="981226" y="123647"/>
                </a:lnTo>
                <a:lnTo>
                  <a:pt x="981168" y="124000"/>
                </a:lnTo>
                <a:lnTo>
                  <a:pt x="981105" y="124336"/>
                </a:lnTo>
                <a:lnTo>
                  <a:pt x="981040" y="124656"/>
                </a:lnTo>
                <a:lnTo>
                  <a:pt x="980971" y="124960"/>
                </a:lnTo>
                <a:lnTo>
                  <a:pt x="980898" y="125248"/>
                </a:lnTo>
                <a:lnTo>
                  <a:pt x="980822" y="125519"/>
                </a:lnTo>
                <a:lnTo>
                  <a:pt x="980742" y="125774"/>
                </a:lnTo>
                <a:lnTo>
                  <a:pt x="980658" y="126013"/>
                </a:lnTo>
                <a:lnTo>
                  <a:pt x="980532" y="126333"/>
                </a:lnTo>
                <a:lnTo>
                  <a:pt x="980400" y="126645"/>
                </a:lnTo>
                <a:lnTo>
                  <a:pt x="980263" y="126949"/>
                </a:lnTo>
                <a:lnTo>
                  <a:pt x="980121" y="127247"/>
                </a:lnTo>
                <a:lnTo>
                  <a:pt x="979975" y="127536"/>
                </a:lnTo>
                <a:lnTo>
                  <a:pt x="979823" y="127819"/>
                </a:lnTo>
                <a:lnTo>
                  <a:pt x="979667" y="128094"/>
                </a:lnTo>
                <a:lnTo>
                  <a:pt x="979506" y="128361"/>
                </a:lnTo>
                <a:lnTo>
                  <a:pt x="979339" y="128621"/>
                </a:lnTo>
                <a:lnTo>
                  <a:pt x="979168" y="128874"/>
                </a:lnTo>
                <a:lnTo>
                  <a:pt x="978992" y="129119"/>
                </a:lnTo>
                <a:lnTo>
                  <a:pt x="978811" y="129357"/>
                </a:lnTo>
                <a:lnTo>
                  <a:pt x="978626" y="129588"/>
                </a:lnTo>
                <a:lnTo>
                  <a:pt x="978435" y="129811"/>
                </a:lnTo>
                <a:lnTo>
                  <a:pt x="978239" y="130026"/>
                </a:lnTo>
                <a:lnTo>
                  <a:pt x="978038" y="130235"/>
                </a:lnTo>
                <a:lnTo>
                  <a:pt x="977833" y="130435"/>
                </a:lnTo>
                <a:lnTo>
                  <a:pt x="977623" y="130629"/>
                </a:lnTo>
                <a:lnTo>
                  <a:pt x="977407" y="130815"/>
                </a:lnTo>
                <a:lnTo>
                  <a:pt x="977187" y="130993"/>
                </a:lnTo>
                <a:lnTo>
                  <a:pt x="976962" y="131164"/>
                </a:lnTo>
                <a:lnTo>
                  <a:pt x="976732" y="131328"/>
                </a:lnTo>
                <a:lnTo>
                  <a:pt x="976497" y="131484"/>
                </a:lnTo>
                <a:lnTo>
                  <a:pt x="976257" y="131633"/>
                </a:lnTo>
                <a:lnTo>
                  <a:pt x="975889" y="131846"/>
                </a:lnTo>
                <a:lnTo>
                  <a:pt x="975506" y="132050"/>
                </a:lnTo>
                <a:lnTo>
                  <a:pt x="975109" y="132245"/>
                </a:lnTo>
                <a:lnTo>
                  <a:pt x="974696" y="132431"/>
                </a:lnTo>
                <a:lnTo>
                  <a:pt x="974268" y="132608"/>
                </a:lnTo>
                <a:lnTo>
                  <a:pt x="973825" y="132776"/>
                </a:lnTo>
                <a:lnTo>
                  <a:pt x="973367" y="132935"/>
                </a:lnTo>
                <a:lnTo>
                  <a:pt x="972895" y="133085"/>
                </a:lnTo>
                <a:lnTo>
                  <a:pt x="972407" y="133225"/>
                </a:lnTo>
                <a:lnTo>
                  <a:pt x="971904" y="133357"/>
                </a:lnTo>
                <a:lnTo>
                  <a:pt x="971386" y="133480"/>
                </a:lnTo>
                <a:lnTo>
                  <a:pt x="970853" y="133593"/>
                </a:lnTo>
                <a:lnTo>
                  <a:pt x="970305" y="133697"/>
                </a:lnTo>
                <a:lnTo>
                  <a:pt x="969743" y="133793"/>
                </a:lnTo>
                <a:lnTo>
                  <a:pt x="969165" y="133879"/>
                </a:lnTo>
                <a:lnTo>
                  <a:pt x="968572" y="133956"/>
                </a:lnTo>
                <a:lnTo>
                  <a:pt x="967964" y="134024"/>
                </a:lnTo>
                <a:lnTo>
                  <a:pt x="967341" y="134083"/>
                </a:lnTo>
                <a:lnTo>
                  <a:pt x="966703" y="134133"/>
                </a:lnTo>
                <a:lnTo>
                  <a:pt x="966050" y="134174"/>
                </a:lnTo>
                <a:lnTo>
                  <a:pt x="965382" y="134205"/>
                </a:lnTo>
                <a:lnTo>
                  <a:pt x="964699" y="134228"/>
                </a:lnTo>
                <a:lnTo>
                  <a:pt x="964001" y="134242"/>
                </a:lnTo>
                <a:lnTo>
                  <a:pt x="963288" y="134246"/>
                </a:lnTo>
                <a:lnTo>
                  <a:pt x="962731" y="134242"/>
                </a:lnTo>
                <a:lnTo>
                  <a:pt x="962187" y="134230"/>
                </a:lnTo>
                <a:lnTo>
                  <a:pt x="961655" y="134209"/>
                </a:lnTo>
                <a:lnTo>
                  <a:pt x="961135" y="134180"/>
                </a:lnTo>
                <a:lnTo>
                  <a:pt x="960629" y="134143"/>
                </a:lnTo>
                <a:lnTo>
                  <a:pt x="960134" y="134098"/>
                </a:lnTo>
                <a:lnTo>
                  <a:pt x="959653" y="134044"/>
                </a:lnTo>
                <a:lnTo>
                  <a:pt x="959184" y="133982"/>
                </a:lnTo>
                <a:lnTo>
                  <a:pt x="958727" y="133912"/>
                </a:lnTo>
                <a:lnTo>
                  <a:pt x="958283" y="133833"/>
                </a:lnTo>
                <a:lnTo>
                  <a:pt x="957851" y="133746"/>
                </a:lnTo>
                <a:lnTo>
                  <a:pt x="957433" y="133651"/>
                </a:lnTo>
                <a:lnTo>
                  <a:pt x="957026" y="133548"/>
                </a:lnTo>
                <a:lnTo>
                  <a:pt x="956632" y="133436"/>
                </a:lnTo>
                <a:lnTo>
                  <a:pt x="956251" y="133317"/>
                </a:lnTo>
                <a:lnTo>
                  <a:pt x="955882" y="133189"/>
                </a:lnTo>
                <a:lnTo>
                  <a:pt x="955526" y="133052"/>
                </a:lnTo>
                <a:lnTo>
                  <a:pt x="955183" y="132908"/>
                </a:lnTo>
                <a:lnTo>
                  <a:pt x="954852" y="132755"/>
                </a:lnTo>
                <a:lnTo>
                  <a:pt x="954533" y="132594"/>
                </a:lnTo>
                <a:lnTo>
                  <a:pt x="954227" y="132424"/>
                </a:lnTo>
                <a:lnTo>
                  <a:pt x="953934" y="132246"/>
                </a:lnTo>
                <a:lnTo>
                  <a:pt x="953653" y="132060"/>
                </a:lnTo>
                <a:lnTo>
                  <a:pt x="953385" y="131866"/>
                </a:lnTo>
                <a:lnTo>
                  <a:pt x="953198" y="131723"/>
                </a:lnTo>
                <a:lnTo>
                  <a:pt x="953016" y="131569"/>
                </a:lnTo>
                <a:lnTo>
                  <a:pt x="952841" y="131407"/>
                </a:lnTo>
                <a:lnTo>
                  <a:pt x="952671" y="131234"/>
                </a:lnTo>
                <a:lnTo>
                  <a:pt x="952507" y="131052"/>
                </a:lnTo>
                <a:lnTo>
                  <a:pt x="952348" y="130860"/>
                </a:lnTo>
                <a:lnTo>
                  <a:pt x="952196" y="130659"/>
                </a:lnTo>
                <a:lnTo>
                  <a:pt x="952049" y="130447"/>
                </a:lnTo>
                <a:lnTo>
                  <a:pt x="951907" y="130227"/>
                </a:lnTo>
                <a:lnTo>
                  <a:pt x="951772" y="129996"/>
                </a:lnTo>
                <a:lnTo>
                  <a:pt x="951642" y="129756"/>
                </a:lnTo>
                <a:lnTo>
                  <a:pt x="951518" y="129506"/>
                </a:lnTo>
                <a:lnTo>
                  <a:pt x="951400" y="129247"/>
                </a:lnTo>
                <a:lnTo>
                  <a:pt x="951287" y="128978"/>
                </a:lnTo>
                <a:lnTo>
                  <a:pt x="951180" y="128699"/>
                </a:lnTo>
                <a:lnTo>
                  <a:pt x="951079" y="128411"/>
                </a:lnTo>
                <a:lnTo>
                  <a:pt x="950984" y="128113"/>
                </a:lnTo>
                <a:lnTo>
                  <a:pt x="950894" y="127806"/>
                </a:lnTo>
                <a:lnTo>
                  <a:pt x="950810" y="127488"/>
                </a:lnTo>
                <a:lnTo>
                  <a:pt x="950732" y="127162"/>
                </a:lnTo>
                <a:lnTo>
                  <a:pt x="950660" y="126825"/>
                </a:lnTo>
                <a:lnTo>
                  <a:pt x="950593" y="126479"/>
                </a:lnTo>
                <a:lnTo>
                  <a:pt x="950532" y="126123"/>
                </a:lnTo>
                <a:lnTo>
                  <a:pt x="950477" y="125758"/>
                </a:lnTo>
                <a:lnTo>
                  <a:pt x="925246" y="122614"/>
                </a:lnTo>
                <a:lnTo>
                  <a:pt x="925240" y="122745"/>
                </a:lnTo>
                <a:lnTo>
                  <a:pt x="925234" y="122874"/>
                </a:lnTo>
                <a:lnTo>
                  <a:pt x="925228" y="123002"/>
                </a:lnTo>
                <a:lnTo>
                  <a:pt x="925222" y="123129"/>
                </a:lnTo>
                <a:close/>
                <a:moveTo>
                  <a:pt x="945118" y="69779"/>
                </a:moveTo>
                <a:lnTo>
                  <a:pt x="945198" y="68828"/>
                </a:lnTo>
                <a:lnTo>
                  <a:pt x="945296" y="67901"/>
                </a:lnTo>
                <a:lnTo>
                  <a:pt x="945413" y="66995"/>
                </a:lnTo>
                <a:lnTo>
                  <a:pt x="945547" y="66112"/>
                </a:lnTo>
                <a:lnTo>
                  <a:pt x="945699" y="65252"/>
                </a:lnTo>
                <a:lnTo>
                  <a:pt x="945868" y="64414"/>
                </a:lnTo>
                <a:lnTo>
                  <a:pt x="946056" y="63598"/>
                </a:lnTo>
                <a:lnTo>
                  <a:pt x="946262" y="62805"/>
                </a:lnTo>
                <a:lnTo>
                  <a:pt x="946485" y="62034"/>
                </a:lnTo>
                <a:lnTo>
                  <a:pt x="946727" y="61286"/>
                </a:lnTo>
                <a:lnTo>
                  <a:pt x="946986" y="60560"/>
                </a:lnTo>
                <a:lnTo>
                  <a:pt x="947263" y="59857"/>
                </a:lnTo>
                <a:lnTo>
                  <a:pt x="947558" y="59176"/>
                </a:lnTo>
                <a:lnTo>
                  <a:pt x="947871" y="58518"/>
                </a:lnTo>
                <a:lnTo>
                  <a:pt x="948201" y="57882"/>
                </a:lnTo>
                <a:lnTo>
                  <a:pt x="948550" y="57268"/>
                </a:lnTo>
                <a:lnTo>
                  <a:pt x="948916" y="56677"/>
                </a:lnTo>
                <a:lnTo>
                  <a:pt x="949301" y="56109"/>
                </a:lnTo>
                <a:lnTo>
                  <a:pt x="949703" y="55562"/>
                </a:lnTo>
                <a:lnTo>
                  <a:pt x="950123" y="55039"/>
                </a:lnTo>
                <a:lnTo>
                  <a:pt x="950557" y="54537"/>
                </a:lnTo>
                <a:lnTo>
                  <a:pt x="951000" y="54056"/>
                </a:lnTo>
                <a:lnTo>
                  <a:pt x="951454" y="53597"/>
                </a:lnTo>
                <a:lnTo>
                  <a:pt x="951916" y="53159"/>
                </a:lnTo>
                <a:lnTo>
                  <a:pt x="952389" y="52743"/>
                </a:lnTo>
                <a:lnTo>
                  <a:pt x="952871" y="52348"/>
                </a:lnTo>
                <a:lnTo>
                  <a:pt x="953363" y="51974"/>
                </a:lnTo>
                <a:lnTo>
                  <a:pt x="953865" y="51622"/>
                </a:lnTo>
                <a:lnTo>
                  <a:pt x="954376" y="51291"/>
                </a:lnTo>
                <a:lnTo>
                  <a:pt x="954897" y="50981"/>
                </a:lnTo>
                <a:lnTo>
                  <a:pt x="955428" y="50693"/>
                </a:lnTo>
                <a:lnTo>
                  <a:pt x="955969" y="50426"/>
                </a:lnTo>
                <a:lnTo>
                  <a:pt x="956519" y="50180"/>
                </a:lnTo>
                <a:lnTo>
                  <a:pt x="957079" y="49956"/>
                </a:lnTo>
                <a:lnTo>
                  <a:pt x="957648" y="49753"/>
                </a:lnTo>
                <a:lnTo>
                  <a:pt x="958227" y="49572"/>
                </a:lnTo>
                <a:lnTo>
                  <a:pt x="958816" y="49411"/>
                </a:lnTo>
                <a:lnTo>
                  <a:pt x="959415" y="49273"/>
                </a:lnTo>
                <a:lnTo>
                  <a:pt x="960023" y="49155"/>
                </a:lnTo>
                <a:lnTo>
                  <a:pt x="960641" y="49059"/>
                </a:lnTo>
                <a:lnTo>
                  <a:pt x="961269" y="48984"/>
                </a:lnTo>
                <a:lnTo>
                  <a:pt x="961906" y="48931"/>
                </a:lnTo>
                <a:lnTo>
                  <a:pt x="962553" y="48899"/>
                </a:lnTo>
                <a:lnTo>
                  <a:pt x="963210" y="48888"/>
                </a:lnTo>
                <a:lnTo>
                  <a:pt x="963886" y="48899"/>
                </a:lnTo>
                <a:lnTo>
                  <a:pt x="964552" y="48932"/>
                </a:lnTo>
                <a:lnTo>
                  <a:pt x="965209" y="48986"/>
                </a:lnTo>
                <a:lnTo>
                  <a:pt x="965856" y="49062"/>
                </a:lnTo>
                <a:lnTo>
                  <a:pt x="966493" y="49160"/>
                </a:lnTo>
                <a:lnTo>
                  <a:pt x="967120" y="49280"/>
                </a:lnTo>
                <a:lnTo>
                  <a:pt x="967737" y="49422"/>
                </a:lnTo>
                <a:lnTo>
                  <a:pt x="968345" y="49585"/>
                </a:lnTo>
                <a:lnTo>
                  <a:pt x="968942" y="49770"/>
                </a:lnTo>
                <a:lnTo>
                  <a:pt x="969530" y="49977"/>
                </a:lnTo>
                <a:lnTo>
                  <a:pt x="970108" y="50205"/>
                </a:lnTo>
                <a:lnTo>
                  <a:pt x="970676" y="50455"/>
                </a:lnTo>
                <a:lnTo>
                  <a:pt x="971235" y="50727"/>
                </a:lnTo>
                <a:lnTo>
                  <a:pt x="971783" y="51021"/>
                </a:lnTo>
                <a:lnTo>
                  <a:pt x="972322" y="51337"/>
                </a:lnTo>
                <a:lnTo>
                  <a:pt x="972851" y="51674"/>
                </a:lnTo>
                <a:lnTo>
                  <a:pt x="973370" y="52033"/>
                </a:lnTo>
                <a:lnTo>
                  <a:pt x="973879" y="52414"/>
                </a:lnTo>
                <a:lnTo>
                  <a:pt x="974379" y="52817"/>
                </a:lnTo>
                <a:lnTo>
                  <a:pt x="974868" y="53241"/>
                </a:lnTo>
                <a:lnTo>
                  <a:pt x="975348" y="53687"/>
                </a:lnTo>
                <a:lnTo>
                  <a:pt x="975818" y="54155"/>
                </a:lnTo>
                <a:lnTo>
                  <a:pt x="976278" y="54645"/>
                </a:lnTo>
                <a:lnTo>
                  <a:pt x="976729" y="55157"/>
                </a:lnTo>
                <a:lnTo>
                  <a:pt x="977165" y="55690"/>
                </a:lnTo>
                <a:lnTo>
                  <a:pt x="977582" y="56247"/>
                </a:lnTo>
                <a:lnTo>
                  <a:pt x="977981" y="56828"/>
                </a:lnTo>
                <a:lnTo>
                  <a:pt x="978362" y="57431"/>
                </a:lnTo>
                <a:lnTo>
                  <a:pt x="978723" y="58057"/>
                </a:lnTo>
                <a:lnTo>
                  <a:pt x="979067" y="58707"/>
                </a:lnTo>
                <a:lnTo>
                  <a:pt x="979392" y="59380"/>
                </a:lnTo>
                <a:lnTo>
                  <a:pt x="979698" y="60075"/>
                </a:lnTo>
                <a:lnTo>
                  <a:pt x="979985" y="60794"/>
                </a:lnTo>
                <a:lnTo>
                  <a:pt x="980255" y="61537"/>
                </a:lnTo>
                <a:lnTo>
                  <a:pt x="980505" y="62302"/>
                </a:lnTo>
                <a:lnTo>
                  <a:pt x="980737" y="63090"/>
                </a:lnTo>
                <a:lnTo>
                  <a:pt x="980950" y="63902"/>
                </a:lnTo>
                <a:lnTo>
                  <a:pt x="981145" y="64736"/>
                </a:lnTo>
                <a:lnTo>
                  <a:pt x="981322" y="65594"/>
                </a:lnTo>
                <a:lnTo>
                  <a:pt x="981479" y="66475"/>
                </a:lnTo>
                <a:lnTo>
                  <a:pt x="981619" y="67379"/>
                </a:lnTo>
                <a:lnTo>
                  <a:pt x="981739" y="68306"/>
                </a:lnTo>
                <a:lnTo>
                  <a:pt x="981841" y="69256"/>
                </a:lnTo>
                <a:lnTo>
                  <a:pt x="981925" y="70229"/>
                </a:lnTo>
                <a:lnTo>
                  <a:pt x="981990" y="71226"/>
                </a:lnTo>
                <a:lnTo>
                  <a:pt x="982036" y="72246"/>
                </a:lnTo>
                <a:lnTo>
                  <a:pt x="982064" y="73288"/>
                </a:lnTo>
                <a:lnTo>
                  <a:pt x="982073" y="74354"/>
                </a:lnTo>
                <a:lnTo>
                  <a:pt x="982064" y="75375"/>
                </a:lnTo>
                <a:lnTo>
                  <a:pt x="982034" y="76375"/>
                </a:lnTo>
                <a:lnTo>
                  <a:pt x="981986" y="77354"/>
                </a:lnTo>
                <a:lnTo>
                  <a:pt x="981918" y="78312"/>
                </a:lnTo>
                <a:lnTo>
                  <a:pt x="981831" y="79249"/>
                </a:lnTo>
                <a:lnTo>
                  <a:pt x="981724" y="80164"/>
                </a:lnTo>
                <a:lnTo>
                  <a:pt x="981598" y="81059"/>
                </a:lnTo>
                <a:lnTo>
                  <a:pt x="981453" y="81932"/>
                </a:lnTo>
                <a:lnTo>
                  <a:pt x="981288" y="82785"/>
                </a:lnTo>
                <a:lnTo>
                  <a:pt x="981104" y="83616"/>
                </a:lnTo>
                <a:lnTo>
                  <a:pt x="980901" y="84426"/>
                </a:lnTo>
                <a:lnTo>
                  <a:pt x="980678" y="85216"/>
                </a:lnTo>
                <a:lnTo>
                  <a:pt x="980436" y="85984"/>
                </a:lnTo>
                <a:lnTo>
                  <a:pt x="980174" y="86731"/>
                </a:lnTo>
                <a:lnTo>
                  <a:pt x="979893" y="87457"/>
                </a:lnTo>
                <a:lnTo>
                  <a:pt x="979593" y="88161"/>
                </a:lnTo>
                <a:lnTo>
                  <a:pt x="979273" y="88845"/>
                </a:lnTo>
                <a:lnTo>
                  <a:pt x="978934" y="89508"/>
                </a:lnTo>
                <a:lnTo>
                  <a:pt x="978576" y="90149"/>
                </a:lnTo>
                <a:lnTo>
                  <a:pt x="978198" y="90770"/>
                </a:lnTo>
                <a:lnTo>
                  <a:pt x="977801" y="91369"/>
                </a:lnTo>
                <a:lnTo>
                  <a:pt x="977384" y="91948"/>
                </a:lnTo>
                <a:lnTo>
                  <a:pt x="976948" y="92505"/>
                </a:lnTo>
                <a:lnTo>
                  <a:pt x="976493" y="93041"/>
                </a:lnTo>
                <a:lnTo>
                  <a:pt x="976023" y="93556"/>
                </a:lnTo>
                <a:lnTo>
                  <a:pt x="975545" y="94048"/>
                </a:lnTo>
                <a:lnTo>
                  <a:pt x="975058" y="94519"/>
                </a:lnTo>
                <a:lnTo>
                  <a:pt x="974563" y="94968"/>
                </a:lnTo>
                <a:lnTo>
                  <a:pt x="974058" y="95395"/>
                </a:lnTo>
                <a:lnTo>
                  <a:pt x="973545" y="95801"/>
                </a:lnTo>
                <a:lnTo>
                  <a:pt x="973023" y="96184"/>
                </a:lnTo>
                <a:lnTo>
                  <a:pt x="972493" y="96545"/>
                </a:lnTo>
                <a:lnTo>
                  <a:pt x="971954" y="96885"/>
                </a:lnTo>
                <a:lnTo>
                  <a:pt x="971406" y="97202"/>
                </a:lnTo>
                <a:lnTo>
                  <a:pt x="970849" y="97498"/>
                </a:lnTo>
                <a:lnTo>
                  <a:pt x="970283" y="97772"/>
                </a:lnTo>
                <a:lnTo>
                  <a:pt x="969709" y="98024"/>
                </a:lnTo>
                <a:lnTo>
                  <a:pt x="969126" y="98254"/>
                </a:lnTo>
                <a:lnTo>
                  <a:pt x="968535" y="98462"/>
                </a:lnTo>
                <a:lnTo>
                  <a:pt x="967934" y="98648"/>
                </a:lnTo>
                <a:lnTo>
                  <a:pt x="967325" y="98812"/>
                </a:lnTo>
                <a:lnTo>
                  <a:pt x="966707" y="98954"/>
                </a:lnTo>
                <a:lnTo>
                  <a:pt x="966081" y="99075"/>
                </a:lnTo>
                <a:lnTo>
                  <a:pt x="965445" y="99173"/>
                </a:lnTo>
                <a:lnTo>
                  <a:pt x="964801" y="99250"/>
                </a:lnTo>
                <a:lnTo>
                  <a:pt x="964148" y="99305"/>
                </a:lnTo>
                <a:lnTo>
                  <a:pt x="963487" y="99338"/>
                </a:lnTo>
                <a:lnTo>
                  <a:pt x="962817" y="99349"/>
                </a:lnTo>
                <a:lnTo>
                  <a:pt x="962192" y="99338"/>
                </a:lnTo>
                <a:lnTo>
                  <a:pt x="961576" y="99306"/>
                </a:lnTo>
                <a:lnTo>
                  <a:pt x="960968" y="99252"/>
                </a:lnTo>
                <a:lnTo>
                  <a:pt x="960368" y="99178"/>
                </a:lnTo>
                <a:lnTo>
                  <a:pt x="959777" y="99082"/>
                </a:lnTo>
                <a:lnTo>
                  <a:pt x="959194" y="98964"/>
                </a:lnTo>
                <a:lnTo>
                  <a:pt x="958619" y="98825"/>
                </a:lnTo>
                <a:lnTo>
                  <a:pt x="958053" y="98665"/>
                </a:lnTo>
                <a:lnTo>
                  <a:pt x="957495" y="98484"/>
                </a:lnTo>
                <a:lnTo>
                  <a:pt x="956945" y="98281"/>
                </a:lnTo>
                <a:lnTo>
                  <a:pt x="956403" y="98057"/>
                </a:lnTo>
                <a:lnTo>
                  <a:pt x="955870" y="97811"/>
                </a:lnTo>
                <a:lnTo>
                  <a:pt x="955346" y="97544"/>
                </a:lnTo>
                <a:lnTo>
                  <a:pt x="954829" y="97256"/>
                </a:lnTo>
                <a:lnTo>
                  <a:pt x="954321" y="96946"/>
                </a:lnTo>
                <a:lnTo>
                  <a:pt x="953821" y="96615"/>
                </a:lnTo>
                <a:lnTo>
                  <a:pt x="953330" y="96263"/>
                </a:lnTo>
                <a:lnTo>
                  <a:pt x="952847" y="95889"/>
                </a:lnTo>
                <a:lnTo>
                  <a:pt x="952372" y="95494"/>
                </a:lnTo>
                <a:lnTo>
                  <a:pt x="951906" y="95077"/>
                </a:lnTo>
                <a:lnTo>
                  <a:pt x="951447" y="94640"/>
                </a:lnTo>
                <a:lnTo>
                  <a:pt x="950998" y="94181"/>
                </a:lnTo>
                <a:lnTo>
                  <a:pt x="950556" y="93700"/>
                </a:lnTo>
                <a:lnTo>
                  <a:pt x="950123" y="93198"/>
                </a:lnTo>
                <a:lnTo>
                  <a:pt x="949703" y="92673"/>
                </a:lnTo>
                <a:lnTo>
                  <a:pt x="949301" y="92124"/>
                </a:lnTo>
                <a:lnTo>
                  <a:pt x="948916" y="91550"/>
                </a:lnTo>
                <a:lnTo>
                  <a:pt x="948550" y="90951"/>
                </a:lnTo>
                <a:lnTo>
                  <a:pt x="948201" y="90328"/>
                </a:lnTo>
                <a:lnTo>
                  <a:pt x="947871" y="89680"/>
                </a:lnTo>
                <a:lnTo>
                  <a:pt x="947558" y="89007"/>
                </a:lnTo>
                <a:lnTo>
                  <a:pt x="947263" y="88310"/>
                </a:lnTo>
                <a:lnTo>
                  <a:pt x="946986" y="87588"/>
                </a:lnTo>
                <a:lnTo>
                  <a:pt x="946727" y="86841"/>
                </a:lnTo>
                <a:lnTo>
                  <a:pt x="946485" y="86070"/>
                </a:lnTo>
                <a:lnTo>
                  <a:pt x="946262" y="85275"/>
                </a:lnTo>
                <a:lnTo>
                  <a:pt x="946056" y="84454"/>
                </a:lnTo>
                <a:lnTo>
                  <a:pt x="945868" y="83609"/>
                </a:lnTo>
                <a:lnTo>
                  <a:pt x="945699" y="82739"/>
                </a:lnTo>
                <a:lnTo>
                  <a:pt x="945547" y="81845"/>
                </a:lnTo>
                <a:lnTo>
                  <a:pt x="945413" y="80926"/>
                </a:lnTo>
                <a:lnTo>
                  <a:pt x="945296" y="79983"/>
                </a:lnTo>
                <a:lnTo>
                  <a:pt x="945198" y="79014"/>
                </a:lnTo>
                <a:lnTo>
                  <a:pt x="945118" y="78022"/>
                </a:lnTo>
                <a:lnTo>
                  <a:pt x="945055" y="77004"/>
                </a:lnTo>
                <a:lnTo>
                  <a:pt x="945010" y="75962"/>
                </a:lnTo>
                <a:lnTo>
                  <a:pt x="944984" y="74895"/>
                </a:lnTo>
                <a:lnTo>
                  <a:pt x="944975" y="73804"/>
                </a:lnTo>
                <a:lnTo>
                  <a:pt x="944984" y="72764"/>
                </a:lnTo>
                <a:lnTo>
                  <a:pt x="945010" y="71746"/>
                </a:lnTo>
                <a:lnTo>
                  <a:pt x="945055" y="70751"/>
                </a:lnTo>
                <a:lnTo>
                  <a:pt x="945118" y="69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1627B-8F64-4C19-A4F7-22C14D2F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71" y="3039403"/>
            <a:ext cx="416915" cy="402427"/>
          </a:xfrm>
          <a:custGeom xmlns:a="http://schemas.openxmlformats.org/drawingml/2006/main">
            <a:pathLst>
              <a:path w="416915" h="402427">
                <a:moveTo>
                  <a:pt x="0" y="402427"/>
                </a:moveTo>
                <a:lnTo>
                  <a:pt x="416915" y="402427"/>
                </a:lnTo>
                <a:lnTo>
                  <a:pt x="416915" y="0"/>
                </a:lnTo>
                <a:lnTo>
                  <a:pt x="0" y="0"/>
                </a:lnTo>
                <a:lnTo>
                  <a:pt x="0" y="4024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a74b4bf1b4bb9"/>
          <a:stretch xmlns:a="http://schemas.openxmlformats.org/drawingml/2006/main"/>
        </p:blipFill>
        <p:spPr>
          <a:xfrm xmlns:a="http://schemas.openxmlformats.org/drawingml/2006/main">
            <a:off x="5139671" y="3039431"/>
            <a:ext cx="416915" cy="402371"/>
          </a:xfrm>
          <a:prstGeom xmlns:a="http://schemas.openxmlformats.org/drawingml/2006/main" prst="rect">
            <a:avLst/>
          </a:prstGeom>
        </p:spPr>
      </p:pic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8BCFD-F8F2-45C2-A08A-AD1DCE84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284" y="4281952"/>
            <a:ext cx="1282257" cy="804855"/>
          </a:xfrm>
          <a:custGeom xmlns:a="http://schemas.openxmlformats.org/drawingml/2006/main">
            <a:pathLst>
              <a:path w="1282257" h="804855">
                <a:moveTo>
                  <a:pt x="0" y="804855"/>
                </a:moveTo>
                <a:lnTo>
                  <a:pt x="1282257" y="804855"/>
                </a:lnTo>
                <a:lnTo>
                  <a:pt x="1282257" y="0"/>
                </a:lnTo>
                <a:lnTo>
                  <a:pt x="0" y="0"/>
                </a:lnTo>
                <a:lnTo>
                  <a:pt x="0" y="8048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CE807-41E4-49A4-805F-A8B397E0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284" y="4281952"/>
            <a:ext cx="1282257" cy="804855"/>
          </a:xfrm>
          <a:custGeom xmlns:a="http://schemas.openxmlformats.org/drawingml/2006/main">
            <a:pathLst>
              <a:path w="1282257" h="804855" fill="none">
                <a:moveTo>
                  <a:pt x="0" y="804855"/>
                </a:moveTo>
                <a:lnTo>
                  <a:pt x="1282257" y="804855"/>
                </a:lnTo>
                <a:lnTo>
                  <a:pt x="1282257" y="0"/>
                </a:lnTo>
                <a:lnTo>
                  <a:pt x="0" y="0"/>
                </a:lnTo>
                <a:lnTo>
                  <a:pt x="0" y="8048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66" name="Text Survey">
            <a:extLst xmlns:a="http://schemas.openxmlformats.org/drawingml/2006/main">
              <a:ext uri="{FF2B5EF4-FFF2-40B4-BE49-F238E27FC236}">
                <a16:creationId xmlns:a16="http://schemas.microsoft.com/office/drawing/2014/main" id="{7A398870-519F-4CE7-B731-A19B9E6B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75" y="4520168"/>
            <a:ext cx="528449" cy="151224"/>
          </a:xfrm>
          <a:custGeom xmlns:a="http://schemas.openxmlformats.org/drawingml/2006/main">
            <a:pathLst>
              <a:path w="528449" h="151224">
                <a:moveTo>
                  <a:pt x="264006" y="35737"/>
                </a:moveTo>
                <a:lnTo>
                  <a:pt x="263420" y="35411"/>
                </a:lnTo>
                <a:lnTo>
                  <a:pt x="262832" y="35100"/>
                </a:lnTo>
                <a:lnTo>
                  <a:pt x="262243" y="34804"/>
                </a:lnTo>
                <a:lnTo>
                  <a:pt x="261651" y="34522"/>
                </a:lnTo>
                <a:lnTo>
                  <a:pt x="261058" y="34254"/>
                </a:lnTo>
                <a:lnTo>
                  <a:pt x="260462" y="34001"/>
                </a:lnTo>
                <a:lnTo>
                  <a:pt x="259865" y="33762"/>
                </a:lnTo>
                <a:lnTo>
                  <a:pt x="259266" y="33538"/>
                </a:lnTo>
                <a:lnTo>
                  <a:pt x="258665" y="33329"/>
                </a:lnTo>
                <a:lnTo>
                  <a:pt x="258062" y="33133"/>
                </a:lnTo>
                <a:lnTo>
                  <a:pt x="257457" y="32952"/>
                </a:lnTo>
                <a:lnTo>
                  <a:pt x="256850" y="32786"/>
                </a:lnTo>
                <a:lnTo>
                  <a:pt x="256241" y="32634"/>
                </a:lnTo>
                <a:lnTo>
                  <a:pt x="255631" y="32497"/>
                </a:lnTo>
                <a:lnTo>
                  <a:pt x="255018" y="32374"/>
                </a:lnTo>
                <a:lnTo>
                  <a:pt x="254404" y="32265"/>
                </a:lnTo>
                <a:lnTo>
                  <a:pt x="253787" y="32171"/>
                </a:lnTo>
                <a:lnTo>
                  <a:pt x="253169" y="32092"/>
                </a:lnTo>
                <a:lnTo>
                  <a:pt x="252549" y="32027"/>
                </a:lnTo>
                <a:lnTo>
                  <a:pt x="251927" y="31976"/>
                </a:lnTo>
                <a:lnTo>
                  <a:pt x="251303" y="31940"/>
                </a:lnTo>
                <a:lnTo>
                  <a:pt x="250677" y="31918"/>
                </a:lnTo>
                <a:lnTo>
                  <a:pt x="250049" y="31911"/>
                </a:lnTo>
                <a:lnTo>
                  <a:pt x="249606" y="31916"/>
                </a:lnTo>
                <a:lnTo>
                  <a:pt x="249166" y="31930"/>
                </a:lnTo>
                <a:lnTo>
                  <a:pt x="248731" y="31953"/>
                </a:lnTo>
                <a:lnTo>
                  <a:pt x="248299" y="31985"/>
                </a:lnTo>
                <a:lnTo>
                  <a:pt x="247872" y="32027"/>
                </a:lnTo>
                <a:lnTo>
                  <a:pt x="247448" y="32078"/>
                </a:lnTo>
                <a:lnTo>
                  <a:pt x="247028" y="32138"/>
                </a:lnTo>
                <a:lnTo>
                  <a:pt x="246613" y="32208"/>
                </a:lnTo>
                <a:lnTo>
                  <a:pt x="246201" y="32287"/>
                </a:lnTo>
                <a:lnTo>
                  <a:pt x="245793" y="32375"/>
                </a:lnTo>
                <a:lnTo>
                  <a:pt x="245389" y="32472"/>
                </a:lnTo>
                <a:lnTo>
                  <a:pt x="244989" y="32579"/>
                </a:lnTo>
                <a:lnTo>
                  <a:pt x="244593" y="32695"/>
                </a:lnTo>
                <a:lnTo>
                  <a:pt x="244201" y="32820"/>
                </a:lnTo>
                <a:lnTo>
                  <a:pt x="243813" y="32955"/>
                </a:lnTo>
                <a:lnTo>
                  <a:pt x="243429" y="33099"/>
                </a:lnTo>
                <a:lnTo>
                  <a:pt x="243049" y="33252"/>
                </a:lnTo>
                <a:lnTo>
                  <a:pt x="242673" y="33414"/>
                </a:lnTo>
                <a:lnTo>
                  <a:pt x="242301" y="33586"/>
                </a:lnTo>
                <a:lnTo>
                  <a:pt x="241933" y="33767"/>
                </a:lnTo>
                <a:lnTo>
                  <a:pt x="241568" y="33957"/>
                </a:lnTo>
                <a:lnTo>
                  <a:pt x="241208" y="34157"/>
                </a:lnTo>
                <a:lnTo>
                  <a:pt x="240852" y="34365"/>
                </a:lnTo>
                <a:lnTo>
                  <a:pt x="240499" y="34583"/>
                </a:lnTo>
                <a:lnTo>
                  <a:pt x="240147" y="34816"/>
                </a:lnTo>
                <a:lnTo>
                  <a:pt x="239791" y="35069"/>
                </a:lnTo>
                <a:lnTo>
                  <a:pt x="239431" y="35341"/>
                </a:lnTo>
                <a:lnTo>
                  <a:pt x="239068" y="35634"/>
                </a:lnTo>
                <a:lnTo>
                  <a:pt x="238701" y="35946"/>
                </a:lnTo>
                <a:lnTo>
                  <a:pt x="238330" y="36278"/>
                </a:lnTo>
                <a:lnTo>
                  <a:pt x="237956" y="36630"/>
                </a:lnTo>
                <a:lnTo>
                  <a:pt x="237578" y="37002"/>
                </a:lnTo>
                <a:lnTo>
                  <a:pt x="237196" y="37394"/>
                </a:lnTo>
                <a:lnTo>
                  <a:pt x="236811" y="37806"/>
                </a:lnTo>
                <a:lnTo>
                  <a:pt x="236422" y="38238"/>
                </a:lnTo>
                <a:lnTo>
                  <a:pt x="236029" y="38690"/>
                </a:lnTo>
                <a:lnTo>
                  <a:pt x="235633" y="39162"/>
                </a:lnTo>
                <a:lnTo>
                  <a:pt x="235232" y="39654"/>
                </a:lnTo>
                <a:lnTo>
                  <a:pt x="234829" y="40165"/>
                </a:lnTo>
                <a:lnTo>
                  <a:pt x="234421" y="40697"/>
                </a:lnTo>
                <a:lnTo>
                  <a:pt x="234010" y="41248"/>
                </a:lnTo>
                <a:lnTo>
                  <a:pt x="233595" y="41819"/>
                </a:lnTo>
                <a:lnTo>
                  <a:pt x="233176" y="42411"/>
                </a:lnTo>
                <a:lnTo>
                  <a:pt x="232754" y="43022"/>
                </a:lnTo>
                <a:lnTo>
                  <a:pt x="232328" y="43653"/>
                </a:lnTo>
                <a:lnTo>
                  <a:pt x="231898" y="44304"/>
                </a:lnTo>
                <a:lnTo>
                  <a:pt x="231465" y="44975"/>
                </a:lnTo>
                <a:lnTo>
                  <a:pt x="231028" y="45666"/>
                </a:lnTo>
                <a:lnTo>
                  <a:pt x="231028" y="33797"/>
                </a:lnTo>
                <a:lnTo>
                  <a:pt x="210514" y="33797"/>
                </a:lnTo>
                <a:lnTo>
                  <a:pt x="210514" y="117269"/>
                </a:lnTo>
                <a:lnTo>
                  <a:pt x="232600" y="117269"/>
                </a:lnTo>
                <a:lnTo>
                  <a:pt x="232600" y="91489"/>
                </a:lnTo>
                <a:lnTo>
                  <a:pt x="232603" y="89739"/>
                </a:lnTo>
                <a:lnTo>
                  <a:pt x="232613" y="88040"/>
                </a:lnTo>
                <a:lnTo>
                  <a:pt x="232629" y="86392"/>
                </a:lnTo>
                <a:lnTo>
                  <a:pt x="232651" y="84795"/>
                </a:lnTo>
                <a:lnTo>
                  <a:pt x="232680" y="83248"/>
                </a:lnTo>
                <a:lnTo>
                  <a:pt x="232716" y="81752"/>
                </a:lnTo>
                <a:lnTo>
                  <a:pt x="232757" y="80307"/>
                </a:lnTo>
                <a:lnTo>
                  <a:pt x="232805" y="78913"/>
                </a:lnTo>
                <a:lnTo>
                  <a:pt x="232860" y="77569"/>
                </a:lnTo>
                <a:lnTo>
                  <a:pt x="232921" y="76277"/>
                </a:lnTo>
                <a:lnTo>
                  <a:pt x="232988" y="75035"/>
                </a:lnTo>
                <a:lnTo>
                  <a:pt x="233062" y="73843"/>
                </a:lnTo>
                <a:lnTo>
                  <a:pt x="233142" y="72703"/>
                </a:lnTo>
                <a:lnTo>
                  <a:pt x="233229" y="71613"/>
                </a:lnTo>
                <a:lnTo>
                  <a:pt x="233322" y="70574"/>
                </a:lnTo>
                <a:lnTo>
                  <a:pt x="233421" y="69586"/>
                </a:lnTo>
                <a:lnTo>
                  <a:pt x="233527" y="68648"/>
                </a:lnTo>
                <a:lnTo>
                  <a:pt x="233639" y="67762"/>
                </a:lnTo>
                <a:lnTo>
                  <a:pt x="233758" y="66926"/>
                </a:lnTo>
                <a:lnTo>
                  <a:pt x="233883" y="66141"/>
                </a:lnTo>
                <a:lnTo>
                  <a:pt x="234014" y="65406"/>
                </a:lnTo>
                <a:lnTo>
                  <a:pt x="234152" y="64723"/>
                </a:lnTo>
                <a:lnTo>
                  <a:pt x="234296" y="64090"/>
                </a:lnTo>
                <a:lnTo>
                  <a:pt x="234447" y="63508"/>
                </a:lnTo>
                <a:lnTo>
                  <a:pt x="234604" y="62958"/>
                </a:lnTo>
                <a:lnTo>
                  <a:pt x="234765" y="62423"/>
                </a:lnTo>
                <a:lnTo>
                  <a:pt x="234930" y="61902"/>
                </a:lnTo>
                <a:lnTo>
                  <a:pt x="235101" y="61395"/>
                </a:lnTo>
                <a:lnTo>
                  <a:pt x="235277" y="60903"/>
                </a:lnTo>
                <a:lnTo>
                  <a:pt x="235457" y="60425"/>
                </a:lnTo>
                <a:lnTo>
                  <a:pt x="235642" y="59961"/>
                </a:lnTo>
                <a:lnTo>
                  <a:pt x="235831" y="59512"/>
                </a:lnTo>
                <a:lnTo>
                  <a:pt x="236026" y="59077"/>
                </a:lnTo>
                <a:lnTo>
                  <a:pt x="236225" y="58657"/>
                </a:lnTo>
                <a:lnTo>
                  <a:pt x="236429" y="58250"/>
                </a:lnTo>
                <a:lnTo>
                  <a:pt x="236638" y="57858"/>
                </a:lnTo>
                <a:lnTo>
                  <a:pt x="236852" y="57481"/>
                </a:lnTo>
                <a:lnTo>
                  <a:pt x="237070" y="57117"/>
                </a:lnTo>
                <a:lnTo>
                  <a:pt x="237293" y="56768"/>
                </a:lnTo>
                <a:lnTo>
                  <a:pt x="237521" y="56434"/>
                </a:lnTo>
                <a:lnTo>
                  <a:pt x="237754" y="56113"/>
                </a:lnTo>
                <a:lnTo>
                  <a:pt x="237991" y="55807"/>
                </a:lnTo>
                <a:lnTo>
                  <a:pt x="238234" y="55516"/>
                </a:lnTo>
                <a:lnTo>
                  <a:pt x="238481" y="55238"/>
                </a:lnTo>
                <a:lnTo>
                  <a:pt x="238733" y="54975"/>
                </a:lnTo>
                <a:lnTo>
                  <a:pt x="238989" y="54727"/>
                </a:lnTo>
                <a:lnTo>
                  <a:pt x="239251" y="54492"/>
                </a:lnTo>
                <a:lnTo>
                  <a:pt x="239517" y="54272"/>
                </a:lnTo>
                <a:lnTo>
                  <a:pt x="239788" y="54064"/>
                </a:lnTo>
                <a:lnTo>
                  <a:pt x="240064" y="53864"/>
                </a:lnTo>
                <a:lnTo>
                  <a:pt x="240345" y="53674"/>
                </a:lnTo>
                <a:lnTo>
                  <a:pt x="240630" y="53492"/>
                </a:lnTo>
                <a:lnTo>
                  <a:pt x="240921" y="53319"/>
                </a:lnTo>
                <a:lnTo>
                  <a:pt x="241216" y="53155"/>
                </a:lnTo>
                <a:lnTo>
                  <a:pt x="241517" y="53000"/>
                </a:lnTo>
                <a:lnTo>
                  <a:pt x="241822" y="52853"/>
                </a:lnTo>
                <a:lnTo>
                  <a:pt x="242133" y="52716"/>
                </a:lnTo>
                <a:lnTo>
                  <a:pt x="242448" y="52587"/>
                </a:lnTo>
                <a:lnTo>
                  <a:pt x="242768" y="52467"/>
                </a:lnTo>
                <a:lnTo>
                  <a:pt x="243093" y="52356"/>
                </a:lnTo>
                <a:lnTo>
                  <a:pt x="243423" y="52254"/>
                </a:lnTo>
                <a:lnTo>
                  <a:pt x="243758" y="52161"/>
                </a:lnTo>
                <a:lnTo>
                  <a:pt x="244098" y="52077"/>
                </a:lnTo>
                <a:lnTo>
                  <a:pt x="244442" y="52002"/>
                </a:lnTo>
                <a:lnTo>
                  <a:pt x="244792" y="51935"/>
                </a:lnTo>
                <a:lnTo>
                  <a:pt x="245146" y="51877"/>
                </a:lnTo>
                <a:lnTo>
                  <a:pt x="245506" y="51829"/>
                </a:lnTo>
                <a:lnTo>
                  <a:pt x="245870" y="51789"/>
                </a:lnTo>
                <a:lnTo>
                  <a:pt x="246239" y="51758"/>
                </a:lnTo>
                <a:lnTo>
                  <a:pt x="246614" y="51736"/>
                </a:lnTo>
                <a:lnTo>
                  <a:pt x="246993" y="51722"/>
                </a:lnTo>
                <a:lnTo>
                  <a:pt x="247377" y="51718"/>
                </a:lnTo>
                <a:lnTo>
                  <a:pt x="247778" y="51724"/>
                </a:lnTo>
                <a:lnTo>
                  <a:pt x="248181" y="51743"/>
                </a:lnTo>
                <a:lnTo>
                  <a:pt x="248588" y="51774"/>
                </a:lnTo>
                <a:lnTo>
                  <a:pt x="248997" y="51818"/>
                </a:lnTo>
                <a:lnTo>
                  <a:pt x="249408" y="51875"/>
                </a:lnTo>
                <a:lnTo>
                  <a:pt x="249823" y="51944"/>
                </a:lnTo>
                <a:lnTo>
                  <a:pt x="250240" y="52025"/>
                </a:lnTo>
                <a:lnTo>
                  <a:pt x="250660" y="52120"/>
                </a:lnTo>
                <a:lnTo>
                  <a:pt x="251083" y="52226"/>
                </a:lnTo>
                <a:lnTo>
                  <a:pt x="251509" y="52346"/>
                </a:lnTo>
                <a:lnTo>
                  <a:pt x="251937" y="52477"/>
                </a:lnTo>
                <a:lnTo>
                  <a:pt x="252368" y="52622"/>
                </a:lnTo>
                <a:lnTo>
                  <a:pt x="252801" y="52779"/>
                </a:lnTo>
                <a:lnTo>
                  <a:pt x="253238" y="52948"/>
                </a:lnTo>
                <a:lnTo>
                  <a:pt x="253677" y="53130"/>
                </a:lnTo>
                <a:lnTo>
                  <a:pt x="254119" y="53325"/>
                </a:lnTo>
                <a:lnTo>
                  <a:pt x="254563" y="53532"/>
                </a:lnTo>
                <a:lnTo>
                  <a:pt x="255011" y="53752"/>
                </a:lnTo>
                <a:lnTo>
                  <a:pt x="255461" y="53984"/>
                </a:lnTo>
                <a:lnTo>
                  <a:pt x="255913" y="54229"/>
                </a:lnTo>
                <a:lnTo>
                  <a:pt x="256369" y="54486"/>
                </a:lnTo>
                <a:lnTo>
                  <a:pt x="256827" y="54756"/>
                </a:lnTo>
                <a:lnTo>
                  <a:pt x="257288" y="55038"/>
                </a:lnTo>
                <a:lnTo>
                  <a:pt x="257752" y="55333"/>
                </a:lnTo>
                <a:lnTo>
                  <a:pt x="264456" y="36455"/>
                </a:lnTo>
                <a:lnTo>
                  <a:pt x="297025" y="117269"/>
                </a:lnTo>
                <a:lnTo>
                  <a:pt x="316910" y="117269"/>
                </a:lnTo>
                <a:lnTo>
                  <a:pt x="350079" y="33797"/>
                </a:lnTo>
                <a:lnTo>
                  <a:pt x="327364" y="33797"/>
                </a:lnTo>
                <a:lnTo>
                  <a:pt x="311487" y="76398"/>
                </a:lnTo>
                <a:lnTo>
                  <a:pt x="311382" y="76693"/>
                </a:lnTo>
                <a:lnTo>
                  <a:pt x="311278" y="76987"/>
                </a:lnTo>
                <a:lnTo>
                  <a:pt x="311175" y="77282"/>
                </a:lnTo>
                <a:lnTo>
                  <a:pt x="311072" y="77577"/>
                </a:lnTo>
                <a:lnTo>
                  <a:pt x="310970" y="77872"/>
                </a:lnTo>
                <a:lnTo>
                  <a:pt x="310868" y="78166"/>
                </a:lnTo>
                <a:lnTo>
                  <a:pt x="310767" y="78461"/>
                </a:lnTo>
                <a:lnTo>
                  <a:pt x="310666" y="78756"/>
                </a:lnTo>
                <a:lnTo>
                  <a:pt x="310566" y="79050"/>
                </a:lnTo>
                <a:lnTo>
                  <a:pt x="310466" y="79345"/>
                </a:lnTo>
                <a:lnTo>
                  <a:pt x="310367" y="79640"/>
                </a:lnTo>
                <a:lnTo>
                  <a:pt x="310269" y="79935"/>
                </a:lnTo>
                <a:lnTo>
                  <a:pt x="310171" y="80229"/>
                </a:lnTo>
                <a:lnTo>
                  <a:pt x="310073" y="80524"/>
                </a:lnTo>
                <a:lnTo>
                  <a:pt x="309976" y="80819"/>
                </a:lnTo>
                <a:lnTo>
                  <a:pt x="309880" y="81114"/>
                </a:lnTo>
                <a:lnTo>
                  <a:pt x="309784" y="81408"/>
                </a:lnTo>
                <a:lnTo>
                  <a:pt x="309689" y="81703"/>
                </a:lnTo>
                <a:lnTo>
                  <a:pt x="309594" y="81998"/>
                </a:lnTo>
                <a:lnTo>
                  <a:pt x="309500" y="82293"/>
                </a:lnTo>
                <a:lnTo>
                  <a:pt x="309407" y="82587"/>
                </a:lnTo>
                <a:lnTo>
                  <a:pt x="309314" y="82882"/>
                </a:lnTo>
                <a:lnTo>
                  <a:pt x="309221" y="83177"/>
                </a:lnTo>
                <a:lnTo>
                  <a:pt x="309129" y="83472"/>
                </a:lnTo>
                <a:lnTo>
                  <a:pt x="309087" y="83622"/>
                </a:lnTo>
                <a:lnTo>
                  <a:pt x="309041" y="83786"/>
                </a:lnTo>
                <a:lnTo>
                  <a:pt x="308990" y="83962"/>
                </a:lnTo>
                <a:lnTo>
                  <a:pt x="308935" y="84151"/>
                </a:lnTo>
                <a:lnTo>
                  <a:pt x="308875" y="84352"/>
                </a:lnTo>
                <a:lnTo>
                  <a:pt x="308810" y="84567"/>
                </a:lnTo>
                <a:lnTo>
                  <a:pt x="308740" y="84795"/>
                </a:lnTo>
                <a:lnTo>
                  <a:pt x="308666" y="85035"/>
                </a:lnTo>
                <a:lnTo>
                  <a:pt x="308587" y="85288"/>
                </a:lnTo>
                <a:lnTo>
                  <a:pt x="308504" y="85554"/>
                </a:lnTo>
                <a:lnTo>
                  <a:pt x="308416" y="85833"/>
                </a:lnTo>
                <a:lnTo>
                  <a:pt x="308323" y="86124"/>
                </a:lnTo>
                <a:lnTo>
                  <a:pt x="308226" y="86429"/>
                </a:lnTo>
                <a:lnTo>
                  <a:pt x="308124" y="86746"/>
                </a:lnTo>
                <a:lnTo>
                  <a:pt x="308018" y="87076"/>
                </a:lnTo>
                <a:lnTo>
                  <a:pt x="307906" y="87419"/>
                </a:lnTo>
                <a:lnTo>
                  <a:pt x="307791" y="87775"/>
                </a:lnTo>
                <a:lnTo>
                  <a:pt x="307670" y="88143"/>
                </a:lnTo>
                <a:lnTo>
                  <a:pt x="307545" y="88525"/>
                </a:lnTo>
                <a:lnTo>
                  <a:pt x="307415" y="88919"/>
                </a:lnTo>
                <a:lnTo>
                  <a:pt x="307281" y="89326"/>
                </a:lnTo>
                <a:lnTo>
                  <a:pt x="307142" y="89746"/>
                </a:lnTo>
                <a:lnTo>
                  <a:pt x="306998" y="90179"/>
                </a:lnTo>
                <a:lnTo>
                  <a:pt x="306850" y="90624"/>
                </a:lnTo>
                <a:lnTo>
                  <a:pt x="302291" y="76398"/>
                </a:lnTo>
                <a:lnTo>
                  <a:pt x="286571" y="33797"/>
                </a:lnTo>
                <a:lnTo>
                  <a:pt x="263385" y="33797"/>
                </a:lnTo>
                <a:lnTo>
                  <a:pt x="264215" y="35859"/>
                </a:lnTo>
                <a:lnTo>
                  <a:pt x="264006" y="35737"/>
                </a:lnTo>
                <a:close/>
                <a:moveTo>
                  <a:pt x="717" y="84555"/>
                </a:moveTo>
                <a:lnTo>
                  <a:pt x="1022" y="86057"/>
                </a:lnTo>
                <a:lnTo>
                  <a:pt x="1359" y="87527"/>
                </a:lnTo>
                <a:lnTo>
                  <a:pt x="1729" y="88965"/>
                </a:lnTo>
                <a:lnTo>
                  <a:pt x="2132" y="90371"/>
                </a:lnTo>
                <a:lnTo>
                  <a:pt x="2568" y="91744"/>
                </a:lnTo>
                <a:lnTo>
                  <a:pt x="3036" y="93086"/>
                </a:lnTo>
                <a:lnTo>
                  <a:pt x="3537" y="94395"/>
                </a:lnTo>
                <a:lnTo>
                  <a:pt x="4071" y="95672"/>
                </a:lnTo>
                <a:lnTo>
                  <a:pt x="4637" y="96917"/>
                </a:lnTo>
                <a:lnTo>
                  <a:pt x="5237" y="98130"/>
                </a:lnTo>
                <a:lnTo>
                  <a:pt x="5869" y="99310"/>
                </a:lnTo>
                <a:lnTo>
                  <a:pt x="6534" y="100459"/>
                </a:lnTo>
                <a:lnTo>
                  <a:pt x="7231" y="101576"/>
                </a:lnTo>
                <a:lnTo>
                  <a:pt x="7961" y="102660"/>
                </a:lnTo>
                <a:lnTo>
                  <a:pt x="8724" y="103712"/>
                </a:lnTo>
                <a:lnTo>
                  <a:pt x="9520" y="104732"/>
                </a:lnTo>
                <a:lnTo>
                  <a:pt x="10349" y="105720"/>
                </a:lnTo>
                <a:lnTo>
                  <a:pt x="11210" y="106676"/>
                </a:lnTo>
                <a:lnTo>
                  <a:pt x="12104" y="107599"/>
                </a:lnTo>
                <a:lnTo>
                  <a:pt x="13031" y="108491"/>
                </a:lnTo>
                <a:lnTo>
                  <a:pt x="13991" y="109350"/>
                </a:lnTo>
                <a:lnTo>
                  <a:pt x="14984" y="110176"/>
                </a:lnTo>
                <a:lnTo>
                  <a:pt x="16013" y="110967"/>
                </a:lnTo>
                <a:lnTo>
                  <a:pt x="17077" y="111722"/>
                </a:lnTo>
                <a:lnTo>
                  <a:pt x="18176" y="112442"/>
                </a:lnTo>
                <a:lnTo>
                  <a:pt x="19310" y="113127"/>
                </a:lnTo>
                <a:lnTo>
                  <a:pt x="20480" y="113778"/>
                </a:lnTo>
                <a:lnTo>
                  <a:pt x="21685" y="114392"/>
                </a:lnTo>
                <a:lnTo>
                  <a:pt x="22925" y="114972"/>
                </a:lnTo>
                <a:lnTo>
                  <a:pt x="24200" y="115517"/>
                </a:lnTo>
                <a:lnTo>
                  <a:pt x="25510" y="116026"/>
                </a:lnTo>
                <a:lnTo>
                  <a:pt x="26856" y="116501"/>
                </a:lnTo>
                <a:lnTo>
                  <a:pt x="28237" y="116940"/>
                </a:lnTo>
                <a:lnTo>
                  <a:pt x="29653" y="117344"/>
                </a:lnTo>
                <a:lnTo>
                  <a:pt x="31104" y="117713"/>
                </a:lnTo>
                <a:lnTo>
                  <a:pt x="32590" y="118047"/>
                </a:lnTo>
                <a:lnTo>
                  <a:pt x="34112" y="118345"/>
                </a:lnTo>
                <a:lnTo>
                  <a:pt x="35669" y="118609"/>
                </a:lnTo>
                <a:lnTo>
                  <a:pt x="37261" y="118837"/>
                </a:lnTo>
                <a:lnTo>
                  <a:pt x="38888" y="119031"/>
                </a:lnTo>
                <a:lnTo>
                  <a:pt x="40550" y="119189"/>
                </a:lnTo>
                <a:lnTo>
                  <a:pt x="42248" y="119312"/>
                </a:lnTo>
                <a:lnTo>
                  <a:pt x="43981" y="119400"/>
                </a:lnTo>
                <a:lnTo>
                  <a:pt x="45749" y="119452"/>
                </a:lnTo>
                <a:lnTo>
                  <a:pt x="47552" y="119470"/>
                </a:lnTo>
                <a:lnTo>
                  <a:pt x="48795" y="119462"/>
                </a:lnTo>
                <a:lnTo>
                  <a:pt x="50020" y="119441"/>
                </a:lnTo>
                <a:lnTo>
                  <a:pt x="51228" y="119404"/>
                </a:lnTo>
                <a:lnTo>
                  <a:pt x="52419" y="119353"/>
                </a:lnTo>
                <a:lnTo>
                  <a:pt x="53592" y="119287"/>
                </a:lnTo>
                <a:lnTo>
                  <a:pt x="54749" y="119207"/>
                </a:lnTo>
                <a:lnTo>
                  <a:pt x="55888" y="119111"/>
                </a:lnTo>
                <a:lnTo>
                  <a:pt x="57010" y="119002"/>
                </a:lnTo>
                <a:lnTo>
                  <a:pt x="58115" y="118877"/>
                </a:lnTo>
                <a:lnTo>
                  <a:pt x="59203" y="118738"/>
                </a:lnTo>
                <a:lnTo>
                  <a:pt x="60273" y="118585"/>
                </a:lnTo>
                <a:lnTo>
                  <a:pt x="61327" y="118417"/>
                </a:lnTo>
                <a:lnTo>
                  <a:pt x="62363" y="118234"/>
                </a:lnTo>
                <a:lnTo>
                  <a:pt x="63382" y="118036"/>
                </a:lnTo>
                <a:lnTo>
                  <a:pt x="64383" y="117824"/>
                </a:lnTo>
                <a:lnTo>
                  <a:pt x="65368" y="117598"/>
                </a:lnTo>
                <a:lnTo>
                  <a:pt x="66335" y="117356"/>
                </a:lnTo>
                <a:lnTo>
                  <a:pt x="67285" y="117100"/>
                </a:lnTo>
                <a:lnTo>
                  <a:pt x="68218" y="116830"/>
                </a:lnTo>
                <a:lnTo>
                  <a:pt x="69134" y="116545"/>
                </a:lnTo>
                <a:lnTo>
                  <a:pt x="70033" y="116245"/>
                </a:lnTo>
                <a:lnTo>
                  <a:pt x="70914" y="115930"/>
                </a:lnTo>
                <a:lnTo>
                  <a:pt x="71778" y="115601"/>
                </a:lnTo>
                <a:lnTo>
                  <a:pt x="72625" y="115257"/>
                </a:lnTo>
                <a:lnTo>
                  <a:pt x="73456" y="114899"/>
                </a:lnTo>
                <a:lnTo>
                  <a:pt x="74270" y="114524"/>
                </a:lnTo>
                <a:lnTo>
                  <a:pt x="75069" y="114135"/>
                </a:lnTo>
                <a:lnTo>
                  <a:pt x="75852" y="113730"/>
                </a:lnTo>
                <a:lnTo>
                  <a:pt x="76619" y="113309"/>
                </a:lnTo>
                <a:lnTo>
                  <a:pt x="77370" y="112873"/>
                </a:lnTo>
                <a:lnTo>
                  <a:pt x="78106" y="112422"/>
                </a:lnTo>
                <a:lnTo>
                  <a:pt x="78826" y="111955"/>
                </a:lnTo>
                <a:lnTo>
                  <a:pt x="79529" y="111472"/>
                </a:lnTo>
                <a:lnTo>
                  <a:pt x="80217" y="110974"/>
                </a:lnTo>
                <a:lnTo>
                  <a:pt x="80890" y="110461"/>
                </a:lnTo>
                <a:lnTo>
                  <a:pt x="81546" y="109932"/>
                </a:lnTo>
                <a:lnTo>
                  <a:pt x="82187" y="109388"/>
                </a:lnTo>
                <a:lnTo>
                  <a:pt x="82811" y="108828"/>
                </a:lnTo>
                <a:lnTo>
                  <a:pt x="83420" y="108253"/>
                </a:lnTo>
                <a:lnTo>
                  <a:pt x="84013" y="107663"/>
                </a:lnTo>
                <a:lnTo>
                  <a:pt x="84590" y="107057"/>
                </a:lnTo>
                <a:lnTo>
                  <a:pt x="85152" y="106435"/>
                </a:lnTo>
                <a:lnTo>
                  <a:pt x="85697" y="105798"/>
                </a:lnTo>
                <a:lnTo>
                  <a:pt x="86227" y="105146"/>
                </a:lnTo>
                <a:lnTo>
                  <a:pt x="86741" y="104478"/>
                </a:lnTo>
                <a:lnTo>
                  <a:pt x="87239" y="103795"/>
                </a:lnTo>
                <a:lnTo>
                  <a:pt x="87721" y="103096"/>
                </a:lnTo>
                <a:lnTo>
                  <a:pt x="88188" y="102382"/>
                </a:lnTo>
                <a:lnTo>
                  <a:pt x="88637" y="101658"/>
                </a:lnTo>
                <a:lnTo>
                  <a:pt x="89066" y="100929"/>
                </a:lnTo>
                <a:lnTo>
                  <a:pt x="89477" y="100197"/>
                </a:lnTo>
                <a:lnTo>
                  <a:pt x="89869" y="99459"/>
                </a:lnTo>
                <a:lnTo>
                  <a:pt x="90241" y="98718"/>
                </a:lnTo>
                <a:lnTo>
                  <a:pt x="90595" y="97972"/>
                </a:lnTo>
                <a:lnTo>
                  <a:pt x="90929" y="97222"/>
                </a:lnTo>
                <a:lnTo>
                  <a:pt x="91244" y="96467"/>
                </a:lnTo>
                <a:lnTo>
                  <a:pt x="91540" y="95708"/>
                </a:lnTo>
                <a:lnTo>
                  <a:pt x="91817" y="94944"/>
                </a:lnTo>
                <a:lnTo>
                  <a:pt x="92075" y="94177"/>
                </a:lnTo>
                <a:lnTo>
                  <a:pt x="92314" y="93405"/>
                </a:lnTo>
                <a:lnTo>
                  <a:pt x="92534" y="92628"/>
                </a:lnTo>
                <a:lnTo>
                  <a:pt x="92734" y="91847"/>
                </a:lnTo>
                <a:lnTo>
                  <a:pt x="92916" y="91062"/>
                </a:lnTo>
                <a:lnTo>
                  <a:pt x="93078" y="90272"/>
                </a:lnTo>
                <a:lnTo>
                  <a:pt x="93221" y="89478"/>
                </a:lnTo>
                <a:lnTo>
                  <a:pt x="93346" y="88680"/>
                </a:lnTo>
                <a:lnTo>
                  <a:pt x="93451" y="87877"/>
                </a:lnTo>
                <a:lnTo>
                  <a:pt x="93537" y="87070"/>
                </a:lnTo>
                <a:lnTo>
                  <a:pt x="93604" y="86259"/>
                </a:lnTo>
                <a:lnTo>
                  <a:pt x="93651" y="85443"/>
                </a:lnTo>
                <a:lnTo>
                  <a:pt x="93680" y="84623"/>
                </a:lnTo>
                <a:lnTo>
                  <a:pt x="93689" y="83798"/>
                </a:lnTo>
                <a:lnTo>
                  <a:pt x="93681" y="82892"/>
                </a:lnTo>
                <a:lnTo>
                  <a:pt x="93658" y="81998"/>
                </a:lnTo>
                <a:lnTo>
                  <a:pt x="93618" y="81116"/>
                </a:lnTo>
                <a:lnTo>
                  <a:pt x="93562" y="80247"/>
                </a:lnTo>
                <a:lnTo>
                  <a:pt x="93490" y="79389"/>
                </a:lnTo>
                <a:lnTo>
                  <a:pt x="93402" y="78544"/>
                </a:lnTo>
                <a:lnTo>
                  <a:pt x="93298" y="77711"/>
                </a:lnTo>
                <a:lnTo>
                  <a:pt x="93179" y="76890"/>
                </a:lnTo>
                <a:lnTo>
                  <a:pt x="93043" y="76081"/>
                </a:lnTo>
                <a:lnTo>
                  <a:pt x="92891" y="75285"/>
                </a:lnTo>
                <a:lnTo>
                  <a:pt x="92724" y="74500"/>
                </a:lnTo>
                <a:lnTo>
                  <a:pt x="92540" y="73728"/>
                </a:lnTo>
                <a:lnTo>
                  <a:pt x="92340" y="72968"/>
                </a:lnTo>
                <a:lnTo>
                  <a:pt x="92125" y="72220"/>
                </a:lnTo>
                <a:lnTo>
                  <a:pt x="91893" y="71484"/>
                </a:lnTo>
                <a:lnTo>
                  <a:pt x="91646" y="70761"/>
                </a:lnTo>
                <a:lnTo>
                  <a:pt x="91382" y="70049"/>
                </a:lnTo>
                <a:lnTo>
                  <a:pt x="91103" y="69350"/>
                </a:lnTo>
                <a:lnTo>
                  <a:pt x="90808" y="68663"/>
                </a:lnTo>
                <a:lnTo>
                  <a:pt x="90496" y="67989"/>
                </a:lnTo>
                <a:lnTo>
                  <a:pt x="90169" y="67326"/>
                </a:lnTo>
                <a:lnTo>
                  <a:pt x="89826" y="66676"/>
                </a:lnTo>
                <a:lnTo>
                  <a:pt x="89467" y="66037"/>
                </a:lnTo>
                <a:lnTo>
                  <a:pt x="89091" y="65411"/>
                </a:lnTo>
                <a:lnTo>
                  <a:pt x="88702" y="64796"/>
                </a:lnTo>
                <a:lnTo>
                  <a:pt x="88301" y="64193"/>
                </a:lnTo>
                <a:lnTo>
                  <a:pt x="87887" y="63600"/>
                </a:lnTo>
                <a:lnTo>
                  <a:pt x="87461" y="63018"/>
                </a:lnTo>
                <a:lnTo>
                  <a:pt x="87022" y="62447"/>
                </a:lnTo>
                <a:lnTo>
                  <a:pt x="86571" y="61887"/>
                </a:lnTo>
                <a:lnTo>
                  <a:pt x="86108" y="61338"/>
                </a:lnTo>
                <a:lnTo>
                  <a:pt x="85633" y="60800"/>
                </a:lnTo>
                <a:lnTo>
                  <a:pt x="85146" y="60273"/>
                </a:lnTo>
                <a:lnTo>
                  <a:pt x="84646" y="59756"/>
                </a:lnTo>
                <a:lnTo>
                  <a:pt x="84134" y="59251"/>
                </a:lnTo>
                <a:lnTo>
                  <a:pt x="83609" y="58757"/>
                </a:lnTo>
                <a:lnTo>
                  <a:pt x="83073" y="58273"/>
                </a:lnTo>
                <a:lnTo>
                  <a:pt x="82524" y="57801"/>
                </a:lnTo>
                <a:lnTo>
                  <a:pt x="81962" y="57339"/>
                </a:lnTo>
                <a:lnTo>
                  <a:pt x="81389" y="56889"/>
                </a:lnTo>
                <a:lnTo>
                  <a:pt x="80803" y="56449"/>
                </a:lnTo>
                <a:lnTo>
                  <a:pt x="80205" y="56020"/>
                </a:lnTo>
                <a:lnTo>
                  <a:pt x="79595" y="55603"/>
                </a:lnTo>
                <a:lnTo>
                  <a:pt x="78972" y="55196"/>
                </a:lnTo>
                <a:lnTo>
                  <a:pt x="78337" y="54800"/>
                </a:lnTo>
                <a:lnTo>
                  <a:pt x="77690" y="54415"/>
                </a:lnTo>
                <a:lnTo>
                  <a:pt x="77030" y="54041"/>
                </a:lnTo>
                <a:lnTo>
                  <a:pt x="76358" y="53678"/>
                </a:lnTo>
                <a:lnTo>
                  <a:pt x="75665" y="53321"/>
                </a:lnTo>
                <a:lnTo>
                  <a:pt x="74941" y="52964"/>
                </a:lnTo>
                <a:lnTo>
                  <a:pt x="74187" y="52609"/>
                </a:lnTo>
                <a:lnTo>
                  <a:pt x="73401" y="52254"/>
                </a:lnTo>
                <a:lnTo>
                  <a:pt x="72585" y="51901"/>
                </a:lnTo>
                <a:lnTo>
                  <a:pt x="71738" y="51549"/>
                </a:lnTo>
                <a:lnTo>
                  <a:pt x="70861" y="51197"/>
                </a:lnTo>
                <a:lnTo>
                  <a:pt x="69953" y="50846"/>
                </a:lnTo>
                <a:lnTo>
                  <a:pt x="69014" y="50497"/>
                </a:lnTo>
                <a:lnTo>
                  <a:pt x="68044" y="50148"/>
                </a:lnTo>
                <a:lnTo>
                  <a:pt x="67044" y="49801"/>
                </a:lnTo>
                <a:lnTo>
                  <a:pt x="66013" y="49454"/>
                </a:lnTo>
                <a:lnTo>
                  <a:pt x="64951" y="49108"/>
                </a:lnTo>
                <a:lnTo>
                  <a:pt x="63859" y="48763"/>
                </a:lnTo>
                <a:lnTo>
                  <a:pt x="62736" y="48420"/>
                </a:lnTo>
                <a:lnTo>
                  <a:pt x="61582" y="48077"/>
                </a:lnTo>
                <a:lnTo>
                  <a:pt x="60397" y="47735"/>
                </a:lnTo>
                <a:lnTo>
                  <a:pt x="59182" y="47394"/>
                </a:lnTo>
                <a:lnTo>
                  <a:pt x="57936" y="47054"/>
                </a:lnTo>
                <a:lnTo>
                  <a:pt x="56660" y="46715"/>
                </a:lnTo>
                <a:lnTo>
                  <a:pt x="55352" y="46377"/>
                </a:lnTo>
                <a:lnTo>
                  <a:pt x="54014" y="46040"/>
                </a:lnTo>
                <a:lnTo>
                  <a:pt x="52646" y="45704"/>
                </a:lnTo>
                <a:lnTo>
                  <a:pt x="51246" y="45369"/>
                </a:lnTo>
                <a:lnTo>
                  <a:pt x="49853" y="45034"/>
                </a:lnTo>
                <a:lnTo>
                  <a:pt x="48504" y="44701"/>
                </a:lnTo>
                <a:lnTo>
                  <a:pt x="47198" y="44370"/>
                </a:lnTo>
                <a:lnTo>
                  <a:pt x="45936" y="44039"/>
                </a:lnTo>
                <a:lnTo>
                  <a:pt x="44718" y="43709"/>
                </a:lnTo>
                <a:lnTo>
                  <a:pt x="43544" y="43381"/>
                </a:lnTo>
                <a:lnTo>
                  <a:pt x="42413" y="43053"/>
                </a:lnTo>
                <a:lnTo>
                  <a:pt x="41325" y="42727"/>
                </a:lnTo>
                <a:lnTo>
                  <a:pt x="40282" y="42402"/>
                </a:lnTo>
                <a:lnTo>
                  <a:pt x="39282" y="42077"/>
                </a:lnTo>
                <a:lnTo>
                  <a:pt x="38326" y="41754"/>
                </a:lnTo>
                <a:lnTo>
                  <a:pt x="37413" y="41432"/>
                </a:lnTo>
                <a:lnTo>
                  <a:pt x="36544" y="41112"/>
                </a:lnTo>
                <a:lnTo>
                  <a:pt x="35719" y="40792"/>
                </a:lnTo>
                <a:lnTo>
                  <a:pt x="34937" y="40473"/>
                </a:lnTo>
                <a:lnTo>
                  <a:pt x="34199" y="40156"/>
                </a:lnTo>
                <a:lnTo>
                  <a:pt x="33505" y="39840"/>
                </a:lnTo>
                <a:lnTo>
                  <a:pt x="32854" y="39524"/>
                </a:lnTo>
                <a:lnTo>
                  <a:pt x="32247" y="39210"/>
                </a:lnTo>
                <a:lnTo>
                  <a:pt x="31684" y="38897"/>
                </a:lnTo>
                <a:lnTo>
                  <a:pt x="31164" y="38585"/>
                </a:lnTo>
                <a:lnTo>
                  <a:pt x="30688" y="38274"/>
                </a:lnTo>
                <a:lnTo>
                  <a:pt x="30256" y="37965"/>
                </a:lnTo>
                <a:lnTo>
                  <a:pt x="29867" y="37656"/>
                </a:lnTo>
                <a:lnTo>
                  <a:pt x="29585" y="37412"/>
                </a:lnTo>
                <a:lnTo>
                  <a:pt x="29315" y="37163"/>
                </a:lnTo>
                <a:lnTo>
                  <a:pt x="29057" y="36911"/>
                </a:lnTo>
                <a:lnTo>
                  <a:pt x="28811" y="36654"/>
                </a:lnTo>
                <a:lnTo>
                  <a:pt x="28577" y="36393"/>
                </a:lnTo>
                <a:lnTo>
                  <a:pt x="28354" y="36128"/>
                </a:lnTo>
                <a:lnTo>
                  <a:pt x="28144" y="35859"/>
                </a:lnTo>
                <a:lnTo>
                  <a:pt x="27946" y="35586"/>
                </a:lnTo>
                <a:lnTo>
                  <a:pt x="27760" y="35309"/>
                </a:lnTo>
                <a:lnTo>
                  <a:pt x="27586" y="35028"/>
                </a:lnTo>
                <a:lnTo>
                  <a:pt x="27424" y="34742"/>
                </a:lnTo>
                <a:lnTo>
                  <a:pt x="27274" y="34453"/>
                </a:lnTo>
                <a:lnTo>
                  <a:pt x="27136" y="34159"/>
                </a:lnTo>
                <a:lnTo>
                  <a:pt x="27010" y="33861"/>
                </a:lnTo>
                <a:lnTo>
                  <a:pt x="26895" y="33559"/>
                </a:lnTo>
                <a:lnTo>
                  <a:pt x="26793" y="33253"/>
                </a:lnTo>
                <a:lnTo>
                  <a:pt x="26703" y="32943"/>
                </a:lnTo>
                <a:lnTo>
                  <a:pt x="26625" y="32629"/>
                </a:lnTo>
                <a:lnTo>
                  <a:pt x="26559" y="32311"/>
                </a:lnTo>
                <a:lnTo>
                  <a:pt x="26505" y="31989"/>
                </a:lnTo>
                <a:lnTo>
                  <a:pt x="26463" y="31662"/>
                </a:lnTo>
                <a:lnTo>
                  <a:pt x="26433" y="31332"/>
                </a:lnTo>
                <a:lnTo>
                  <a:pt x="26415" y="30997"/>
                </a:lnTo>
                <a:lnTo>
                  <a:pt x="26409" y="30658"/>
                </a:lnTo>
                <a:lnTo>
                  <a:pt x="26416" y="30288"/>
                </a:lnTo>
                <a:lnTo>
                  <a:pt x="26435" y="29924"/>
                </a:lnTo>
                <a:lnTo>
                  <a:pt x="26467" y="29566"/>
                </a:lnTo>
                <a:lnTo>
                  <a:pt x="26512" y="29214"/>
                </a:lnTo>
                <a:lnTo>
                  <a:pt x="26569" y="28869"/>
                </a:lnTo>
                <a:lnTo>
                  <a:pt x="26640" y="28530"/>
                </a:lnTo>
                <a:lnTo>
                  <a:pt x="26723" y="28198"/>
                </a:lnTo>
                <a:lnTo>
                  <a:pt x="26820" y="27871"/>
                </a:lnTo>
                <a:lnTo>
                  <a:pt x="26929" y="27551"/>
                </a:lnTo>
                <a:lnTo>
                  <a:pt x="27050" y="27237"/>
                </a:lnTo>
                <a:lnTo>
                  <a:pt x="27185" y="26930"/>
                </a:lnTo>
                <a:lnTo>
                  <a:pt x="27333" y="26628"/>
                </a:lnTo>
                <a:lnTo>
                  <a:pt x="27493" y="26333"/>
                </a:lnTo>
                <a:lnTo>
                  <a:pt x="27666" y="26045"/>
                </a:lnTo>
                <a:lnTo>
                  <a:pt x="27852" y="25762"/>
                </a:lnTo>
                <a:lnTo>
                  <a:pt x="28051" y="25486"/>
                </a:lnTo>
                <a:lnTo>
                  <a:pt x="28263" y="25216"/>
                </a:lnTo>
                <a:lnTo>
                  <a:pt x="28487" y="24953"/>
                </a:lnTo>
                <a:lnTo>
                  <a:pt x="28724" y="24695"/>
                </a:lnTo>
                <a:lnTo>
                  <a:pt x="28974" y="24444"/>
                </a:lnTo>
                <a:lnTo>
                  <a:pt x="29237" y="24200"/>
                </a:lnTo>
                <a:lnTo>
                  <a:pt x="29513" y="23961"/>
                </a:lnTo>
                <a:lnTo>
                  <a:pt x="29802" y="23729"/>
                </a:lnTo>
                <a:lnTo>
                  <a:pt x="30103" y="23503"/>
                </a:lnTo>
                <a:lnTo>
                  <a:pt x="30589" y="23163"/>
                </a:lnTo>
                <a:lnTo>
                  <a:pt x="31090" y="22838"/>
                </a:lnTo>
                <a:lnTo>
                  <a:pt x="31606" y="22527"/>
                </a:lnTo>
                <a:lnTo>
                  <a:pt x="32138" y="22230"/>
                </a:lnTo>
                <a:lnTo>
                  <a:pt x="32685" y="21948"/>
                </a:lnTo>
                <a:lnTo>
                  <a:pt x="33247" y="21680"/>
                </a:lnTo>
                <a:lnTo>
                  <a:pt x="33825" y="21427"/>
                </a:lnTo>
                <a:lnTo>
                  <a:pt x="34417" y="21188"/>
                </a:lnTo>
                <a:lnTo>
                  <a:pt x="35025" y="20963"/>
                </a:lnTo>
                <a:lnTo>
                  <a:pt x="35649" y="20754"/>
                </a:lnTo>
                <a:lnTo>
                  <a:pt x="36287" y="20558"/>
                </a:lnTo>
                <a:lnTo>
                  <a:pt x="36941" y="20377"/>
                </a:lnTo>
                <a:lnTo>
                  <a:pt x="37610" y="20211"/>
                </a:lnTo>
                <a:lnTo>
                  <a:pt x="38295" y="20059"/>
                </a:lnTo>
                <a:lnTo>
                  <a:pt x="38995" y="19921"/>
                </a:lnTo>
                <a:lnTo>
                  <a:pt x="39710" y="19798"/>
                </a:lnTo>
                <a:lnTo>
                  <a:pt x="40440" y="19690"/>
                </a:lnTo>
                <a:lnTo>
                  <a:pt x="41186" y="19596"/>
                </a:lnTo>
                <a:lnTo>
                  <a:pt x="41947" y="19516"/>
                </a:lnTo>
                <a:lnTo>
                  <a:pt x="42723" y="19451"/>
                </a:lnTo>
                <a:lnTo>
                  <a:pt x="43514" y="19400"/>
                </a:lnTo>
                <a:lnTo>
                  <a:pt x="44321" y="19364"/>
                </a:lnTo>
                <a:lnTo>
                  <a:pt x="45143" y="19342"/>
                </a:lnTo>
                <a:lnTo>
                  <a:pt x="45980" y="19335"/>
                </a:lnTo>
                <a:lnTo>
                  <a:pt x="46790" y="19342"/>
                </a:lnTo>
                <a:lnTo>
                  <a:pt x="47584" y="19362"/>
                </a:lnTo>
                <a:lnTo>
                  <a:pt x="48360" y="19396"/>
                </a:lnTo>
                <a:lnTo>
                  <a:pt x="49119" y="19443"/>
                </a:lnTo>
                <a:lnTo>
                  <a:pt x="49861" y="19504"/>
                </a:lnTo>
                <a:lnTo>
                  <a:pt x="50586" y="19578"/>
                </a:lnTo>
                <a:lnTo>
                  <a:pt x="51293" y="19666"/>
                </a:lnTo>
                <a:lnTo>
                  <a:pt x="51984" y="19768"/>
                </a:lnTo>
                <a:lnTo>
                  <a:pt x="52658" y="19882"/>
                </a:lnTo>
                <a:lnTo>
                  <a:pt x="53315" y="20011"/>
                </a:lnTo>
                <a:lnTo>
                  <a:pt x="53954" y="20153"/>
                </a:lnTo>
                <a:lnTo>
                  <a:pt x="54577" y="20308"/>
                </a:lnTo>
                <a:lnTo>
                  <a:pt x="55182" y="20477"/>
                </a:lnTo>
                <a:lnTo>
                  <a:pt x="55771" y="20659"/>
                </a:lnTo>
                <a:lnTo>
                  <a:pt x="56342" y="20855"/>
                </a:lnTo>
                <a:lnTo>
                  <a:pt x="56897" y="21064"/>
                </a:lnTo>
                <a:lnTo>
                  <a:pt x="57434" y="21287"/>
                </a:lnTo>
                <a:lnTo>
                  <a:pt x="57954" y="21524"/>
                </a:lnTo>
                <a:lnTo>
                  <a:pt x="58457" y="21774"/>
                </a:lnTo>
                <a:lnTo>
                  <a:pt x="58943" y="22037"/>
                </a:lnTo>
                <a:lnTo>
                  <a:pt x="59413" y="22314"/>
                </a:lnTo>
                <a:lnTo>
                  <a:pt x="59865" y="22604"/>
                </a:lnTo>
                <a:lnTo>
                  <a:pt x="60299" y="22908"/>
                </a:lnTo>
                <a:lnTo>
                  <a:pt x="60717" y="23226"/>
                </a:lnTo>
                <a:lnTo>
                  <a:pt x="61121" y="23559"/>
                </a:lnTo>
                <a:lnTo>
                  <a:pt x="61512" y="23909"/>
                </a:lnTo>
                <a:lnTo>
                  <a:pt x="61892" y="24277"/>
                </a:lnTo>
                <a:lnTo>
                  <a:pt x="62260" y="24661"/>
                </a:lnTo>
                <a:lnTo>
                  <a:pt x="62616" y="25064"/>
                </a:lnTo>
                <a:lnTo>
                  <a:pt x="62960" y="25483"/>
                </a:lnTo>
                <a:lnTo>
                  <a:pt x="63292" y="25920"/>
                </a:lnTo>
                <a:lnTo>
                  <a:pt x="63612" y="26374"/>
                </a:lnTo>
                <a:lnTo>
                  <a:pt x="63921" y="26846"/>
                </a:lnTo>
                <a:lnTo>
                  <a:pt x="64217" y="27335"/>
                </a:lnTo>
                <a:lnTo>
                  <a:pt x="64502" y="27841"/>
                </a:lnTo>
                <a:lnTo>
                  <a:pt x="64775" y="28364"/>
                </a:lnTo>
                <a:lnTo>
                  <a:pt x="65036" y="28905"/>
                </a:lnTo>
                <a:lnTo>
                  <a:pt x="65285" y="29463"/>
                </a:lnTo>
                <a:lnTo>
                  <a:pt x="65522" y="30039"/>
                </a:lnTo>
                <a:lnTo>
                  <a:pt x="65748" y="30632"/>
                </a:lnTo>
                <a:lnTo>
                  <a:pt x="65961" y="31242"/>
                </a:lnTo>
                <a:lnTo>
                  <a:pt x="66163" y="31869"/>
                </a:lnTo>
                <a:lnTo>
                  <a:pt x="66353" y="32514"/>
                </a:lnTo>
                <a:lnTo>
                  <a:pt x="66530" y="33176"/>
                </a:lnTo>
                <a:lnTo>
                  <a:pt x="66696" y="33856"/>
                </a:lnTo>
                <a:lnTo>
                  <a:pt x="66851" y="34553"/>
                </a:lnTo>
                <a:lnTo>
                  <a:pt x="66993" y="35267"/>
                </a:lnTo>
                <a:lnTo>
                  <a:pt x="67123" y="35998"/>
                </a:lnTo>
                <a:lnTo>
                  <a:pt x="90388" y="35055"/>
                </a:lnTo>
                <a:lnTo>
                  <a:pt x="90324" y="33737"/>
                </a:lnTo>
                <a:lnTo>
                  <a:pt x="90224" y="32441"/>
                </a:lnTo>
                <a:lnTo>
                  <a:pt x="90088" y="31168"/>
                </a:lnTo>
                <a:lnTo>
                  <a:pt x="89916" y="29917"/>
                </a:lnTo>
                <a:lnTo>
                  <a:pt x="89707" y="28687"/>
                </a:lnTo>
                <a:lnTo>
                  <a:pt x="89462" y="27481"/>
                </a:lnTo>
                <a:lnTo>
                  <a:pt x="89181" y="26296"/>
                </a:lnTo>
                <a:lnTo>
                  <a:pt x="88864" y="25134"/>
                </a:lnTo>
                <a:lnTo>
                  <a:pt x="88511" y="23993"/>
                </a:lnTo>
                <a:lnTo>
                  <a:pt x="88122" y="22875"/>
                </a:lnTo>
                <a:lnTo>
                  <a:pt x="87696" y="21779"/>
                </a:lnTo>
                <a:lnTo>
                  <a:pt x="87235" y="20706"/>
                </a:lnTo>
                <a:lnTo>
                  <a:pt x="86737" y="19654"/>
                </a:lnTo>
                <a:lnTo>
                  <a:pt x="86203" y="18625"/>
                </a:lnTo>
                <a:lnTo>
                  <a:pt x="85633" y="17618"/>
                </a:lnTo>
                <a:lnTo>
                  <a:pt x="85026" y="16633"/>
                </a:lnTo>
                <a:lnTo>
                  <a:pt x="84384" y="15671"/>
                </a:lnTo>
                <a:lnTo>
                  <a:pt x="83705" y="14730"/>
                </a:lnTo>
                <a:lnTo>
                  <a:pt x="82990" y="13812"/>
                </a:lnTo>
                <a:lnTo>
                  <a:pt x="82239" y="12916"/>
                </a:lnTo>
                <a:lnTo>
                  <a:pt x="81452" y="12043"/>
                </a:lnTo>
                <a:lnTo>
                  <a:pt x="80629" y="11191"/>
                </a:lnTo>
                <a:lnTo>
                  <a:pt x="79769" y="10362"/>
                </a:lnTo>
                <a:lnTo>
                  <a:pt x="78874" y="9555"/>
                </a:lnTo>
                <a:lnTo>
                  <a:pt x="77941" y="8775"/>
                </a:lnTo>
                <a:lnTo>
                  <a:pt x="76972" y="8029"/>
                </a:lnTo>
                <a:lnTo>
                  <a:pt x="75965" y="7315"/>
                </a:lnTo>
                <a:lnTo>
                  <a:pt x="74921" y="6635"/>
                </a:lnTo>
                <a:lnTo>
                  <a:pt x="73839" y="5988"/>
                </a:lnTo>
                <a:lnTo>
                  <a:pt x="72721" y="5374"/>
                </a:lnTo>
                <a:lnTo>
                  <a:pt x="71565" y="4794"/>
                </a:lnTo>
                <a:lnTo>
                  <a:pt x="70372" y="4247"/>
                </a:lnTo>
                <a:lnTo>
                  <a:pt x="69142" y="3732"/>
                </a:lnTo>
                <a:lnTo>
                  <a:pt x="67874" y="3251"/>
                </a:lnTo>
                <a:lnTo>
                  <a:pt x="66569" y="2803"/>
                </a:lnTo>
                <a:lnTo>
                  <a:pt x="65227" y="2389"/>
                </a:lnTo>
                <a:lnTo>
                  <a:pt x="63848" y="2007"/>
                </a:lnTo>
                <a:lnTo>
                  <a:pt x="62431" y="1659"/>
                </a:lnTo>
                <a:lnTo>
                  <a:pt x="60977" y="1344"/>
                </a:lnTo>
                <a:lnTo>
                  <a:pt x="59486" y="1062"/>
                </a:lnTo>
                <a:lnTo>
                  <a:pt x="57958" y="813"/>
                </a:lnTo>
                <a:lnTo>
                  <a:pt x="56392" y="597"/>
                </a:lnTo>
                <a:lnTo>
                  <a:pt x="54789" y="415"/>
                </a:lnTo>
                <a:lnTo>
                  <a:pt x="53149" y="265"/>
                </a:lnTo>
                <a:lnTo>
                  <a:pt x="51472" y="149"/>
                </a:lnTo>
                <a:lnTo>
                  <a:pt x="49757" y="66"/>
                </a:lnTo>
                <a:lnTo>
                  <a:pt x="48005" y="17"/>
                </a:lnTo>
                <a:lnTo>
                  <a:pt x="46216" y="0"/>
                </a:lnTo>
                <a:lnTo>
                  <a:pt x="45116" y="7"/>
                </a:lnTo>
                <a:lnTo>
                  <a:pt x="44029" y="28"/>
                </a:lnTo>
                <a:lnTo>
                  <a:pt x="42956" y="63"/>
                </a:lnTo>
                <a:lnTo>
                  <a:pt x="41896" y="112"/>
                </a:lnTo>
                <a:lnTo>
                  <a:pt x="40850" y="174"/>
                </a:lnTo>
                <a:lnTo>
                  <a:pt x="39818" y="251"/>
                </a:lnTo>
                <a:lnTo>
                  <a:pt x="38798" y="342"/>
                </a:lnTo>
                <a:lnTo>
                  <a:pt x="37793" y="446"/>
                </a:lnTo>
                <a:lnTo>
                  <a:pt x="36801" y="565"/>
                </a:lnTo>
                <a:lnTo>
                  <a:pt x="35822" y="698"/>
                </a:lnTo>
                <a:lnTo>
                  <a:pt x="34857" y="844"/>
                </a:lnTo>
                <a:lnTo>
                  <a:pt x="33905" y="1005"/>
                </a:lnTo>
                <a:lnTo>
                  <a:pt x="32967" y="1179"/>
                </a:lnTo>
                <a:lnTo>
                  <a:pt x="32043" y="1367"/>
                </a:lnTo>
                <a:lnTo>
                  <a:pt x="31132" y="1570"/>
                </a:lnTo>
                <a:lnTo>
                  <a:pt x="30234" y="1786"/>
                </a:lnTo>
                <a:lnTo>
                  <a:pt x="29350" y="2016"/>
                </a:lnTo>
                <a:lnTo>
                  <a:pt x="28480" y="2260"/>
                </a:lnTo>
                <a:lnTo>
                  <a:pt x="27623" y="2518"/>
                </a:lnTo>
                <a:lnTo>
                  <a:pt x="26779" y="2791"/>
                </a:lnTo>
                <a:lnTo>
                  <a:pt x="25949" y="3077"/>
                </a:lnTo>
                <a:lnTo>
                  <a:pt x="25133" y="3377"/>
                </a:lnTo>
                <a:lnTo>
                  <a:pt x="24330" y="3690"/>
                </a:lnTo>
                <a:lnTo>
                  <a:pt x="23540" y="4018"/>
                </a:lnTo>
                <a:lnTo>
                  <a:pt x="22765" y="4359"/>
                </a:lnTo>
                <a:lnTo>
                  <a:pt x="22005" y="4713"/>
                </a:lnTo>
                <a:lnTo>
                  <a:pt x="21261" y="5080"/>
                </a:lnTo>
                <a:lnTo>
                  <a:pt x="20532" y="5459"/>
                </a:lnTo>
                <a:lnTo>
                  <a:pt x="19818" y="5851"/>
                </a:lnTo>
                <a:lnTo>
                  <a:pt x="19119" y="6255"/>
                </a:lnTo>
                <a:lnTo>
                  <a:pt x="18436" y="6673"/>
                </a:lnTo>
                <a:lnTo>
                  <a:pt x="17768" y="7103"/>
                </a:lnTo>
                <a:lnTo>
                  <a:pt x="17115" y="7546"/>
                </a:lnTo>
                <a:lnTo>
                  <a:pt x="16477" y="8001"/>
                </a:lnTo>
                <a:lnTo>
                  <a:pt x="15855" y="8469"/>
                </a:lnTo>
                <a:lnTo>
                  <a:pt x="15248" y="8950"/>
                </a:lnTo>
                <a:lnTo>
                  <a:pt x="14656" y="9444"/>
                </a:lnTo>
                <a:lnTo>
                  <a:pt x="14080" y="9951"/>
                </a:lnTo>
                <a:lnTo>
                  <a:pt x="13519" y="10470"/>
                </a:lnTo>
                <a:lnTo>
                  <a:pt x="12973" y="11002"/>
                </a:lnTo>
                <a:lnTo>
                  <a:pt x="12443" y="11546"/>
                </a:lnTo>
                <a:lnTo>
                  <a:pt x="11927" y="12104"/>
                </a:lnTo>
                <a:lnTo>
                  <a:pt x="11427" y="12674"/>
                </a:lnTo>
                <a:lnTo>
                  <a:pt x="10943" y="13256"/>
                </a:lnTo>
                <a:lnTo>
                  <a:pt x="10473" y="13852"/>
                </a:lnTo>
                <a:lnTo>
                  <a:pt x="10019" y="14460"/>
                </a:lnTo>
                <a:lnTo>
                  <a:pt x="9580" y="15081"/>
                </a:lnTo>
                <a:lnTo>
                  <a:pt x="9157" y="15715"/>
                </a:lnTo>
                <a:lnTo>
                  <a:pt x="8749" y="16357"/>
                </a:lnTo>
                <a:lnTo>
                  <a:pt x="8360" y="17002"/>
                </a:lnTo>
                <a:lnTo>
                  <a:pt x="7987" y="17652"/>
                </a:lnTo>
                <a:lnTo>
                  <a:pt x="7632" y="18306"/>
                </a:lnTo>
                <a:lnTo>
                  <a:pt x="7294" y="18964"/>
                </a:lnTo>
                <a:lnTo>
                  <a:pt x="6973" y="19625"/>
                </a:lnTo>
                <a:lnTo>
                  <a:pt x="6670" y="20291"/>
                </a:lnTo>
                <a:lnTo>
                  <a:pt x="6384" y="20960"/>
                </a:lnTo>
                <a:lnTo>
                  <a:pt x="6115" y="21634"/>
                </a:lnTo>
                <a:lnTo>
                  <a:pt x="5864" y="22311"/>
                </a:lnTo>
                <a:lnTo>
                  <a:pt x="5630" y="22993"/>
                </a:lnTo>
                <a:lnTo>
                  <a:pt x="5413" y="23678"/>
                </a:lnTo>
                <a:lnTo>
                  <a:pt x="5214" y="24368"/>
                </a:lnTo>
                <a:lnTo>
                  <a:pt x="5032" y="25061"/>
                </a:lnTo>
                <a:lnTo>
                  <a:pt x="4868" y="25759"/>
                </a:lnTo>
                <a:lnTo>
                  <a:pt x="4720" y="26460"/>
                </a:lnTo>
                <a:lnTo>
                  <a:pt x="4590" y="27165"/>
                </a:lnTo>
                <a:lnTo>
                  <a:pt x="4478" y="27874"/>
                </a:lnTo>
                <a:lnTo>
                  <a:pt x="4382" y="28588"/>
                </a:lnTo>
                <a:lnTo>
                  <a:pt x="4304" y="29305"/>
                </a:lnTo>
                <a:lnTo>
                  <a:pt x="4244" y="30026"/>
                </a:lnTo>
                <a:lnTo>
                  <a:pt x="4200" y="30751"/>
                </a:lnTo>
                <a:lnTo>
                  <a:pt x="4174" y="31480"/>
                </a:lnTo>
                <a:lnTo>
                  <a:pt x="4166" y="32213"/>
                </a:lnTo>
                <a:lnTo>
                  <a:pt x="4184" y="33348"/>
                </a:lnTo>
                <a:lnTo>
                  <a:pt x="4239" y="34468"/>
                </a:lnTo>
                <a:lnTo>
                  <a:pt x="4332" y="35574"/>
                </a:lnTo>
                <a:lnTo>
                  <a:pt x="4460" y="36665"/>
                </a:lnTo>
                <a:lnTo>
                  <a:pt x="4626" y="37742"/>
                </a:lnTo>
                <a:lnTo>
                  <a:pt x="4829" y="38804"/>
                </a:lnTo>
                <a:lnTo>
                  <a:pt x="5068" y="39852"/>
                </a:lnTo>
                <a:lnTo>
                  <a:pt x="5345" y="40885"/>
                </a:lnTo>
                <a:lnTo>
                  <a:pt x="5658" y="41904"/>
                </a:lnTo>
                <a:lnTo>
                  <a:pt x="6008" y="42908"/>
                </a:lnTo>
                <a:lnTo>
                  <a:pt x="6395" y="43898"/>
                </a:lnTo>
                <a:lnTo>
                  <a:pt x="6818" y="44873"/>
                </a:lnTo>
                <a:lnTo>
                  <a:pt x="7279" y="45834"/>
                </a:lnTo>
                <a:lnTo>
                  <a:pt x="7776" y="46780"/>
                </a:lnTo>
                <a:lnTo>
                  <a:pt x="8311" y="47712"/>
                </a:lnTo>
                <a:lnTo>
                  <a:pt x="8882" y="48629"/>
                </a:lnTo>
                <a:lnTo>
                  <a:pt x="9490" y="49532"/>
                </a:lnTo>
                <a:lnTo>
                  <a:pt x="10134" y="50421"/>
                </a:lnTo>
                <a:lnTo>
                  <a:pt x="10816" y="51294"/>
                </a:lnTo>
                <a:lnTo>
                  <a:pt x="11534" y="52154"/>
                </a:lnTo>
                <a:lnTo>
                  <a:pt x="12290" y="52999"/>
                </a:lnTo>
                <a:lnTo>
                  <a:pt x="13082" y="53829"/>
                </a:lnTo>
                <a:lnTo>
                  <a:pt x="13911" y="54645"/>
                </a:lnTo>
                <a:lnTo>
                  <a:pt x="14777" y="55446"/>
                </a:lnTo>
                <a:lnTo>
                  <a:pt x="15425" y="56007"/>
                </a:lnTo>
                <a:lnTo>
                  <a:pt x="16112" y="56561"/>
                </a:lnTo>
                <a:lnTo>
                  <a:pt x="16837" y="57107"/>
                </a:lnTo>
                <a:lnTo>
                  <a:pt x="17602" y="57645"/>
                </a:lnTo>
                <a:lnTo>
                  <a:pt x="18405" y="58177"/>
                </a:lnTo>
                <a:lnTo>
                  <a:pt x="19247" y="58701"/>
                </a:lnTo>
                <a:lnTo>
                  <a:pt x="20128" y="59217"/>
                </a:lnTo>
                <a:lnTo>
                  <a:pt x="21047" y="59726"/>
                </a:lnTo>
                <a:lnTo>
                  <a:pt x="22005" y="60228"/>
                </a:lnTo>
                <a:lnTo>
                  <a:pt x="23002" y="60722"/>
                </a:lnTo>
                <a:lnTo>
                  <a:pt x="24038" y="61209"/>
                </a:lnTo>
                <a:lnTo>
                  <a:pt x="25112" y="61689"/>
                </a:lnTo>
                <a:lnTo>
                  <a:pt x="26225" y="62161"/>
                </a:lnTo>
                <a:lnTo>
                  <a:pt x="27377" y="62626"/>
                </a:lnTo>
                <a:lnTo>
                  <a:pt x="28568" y="63083"/>
                </a:lnTo>
                <a:lnTo>
                  <a:pt x="29798" y="63533"/>
                </a:lnTo>
                <a:lnTo>
                  <a:pt x="31066" y="63976"/>
                </a:lnTo>
                <a:lnTo>
                  <a:pt x="32373" y="64411"/>
                </a:lnTo>
                <a:lnTo>
                  <a:pt x="33719" y="64839"/>
                </a:lnTo>
                <a:lnTo>
                  <a:pt x="35103" y="65260"/>
                </a:lnTo>
                <a:lnTo>
                  <a:pt x="36526" y="65673"/>
                </a:lnTo>
                <a:lnTo>
                  <a:pt x="37988" y="66078"/>
                </a:lnTo>
                <a:lnTo>
                  <a:pt x="39489" y="66477"/>
                </a:lnTo>
                <a:lnTo>
                  <a:pt x="41028" y="66868"/>
                </a:lnTo>
                <a:lnTo>
                  <a:pt x="42222" y="67166"/>
                </a:lnTo>
                <a:lnTo>
                  <a:pt x="43379" y="67456"/>
                </a:lnTo>
                <a:lnTo>
                  <a:pt x="44500" y="67739"/>
                </a:lnTo>
                <a:lnTo>
                  <a:pt x="45585" y="68014"/>
                </a:lnTo>
                <a:lnTo>
                  <a:pt x="46633" y="68282"/>
                </a:lnTo>
                <a:lnTo>
                  <a:pt x="47645" y="68541"/>
                </a:lnTo>
                <a:lnTo>
                  <a:pt x="48621" y="68793"/>
                </a:lnTo>
                <a:lnTo>
                  <a:pt x="49561" y="69038"/>
                </a:lnTo>
                <a:lnTo>
                  <a:pt x="50464" y="69275"/>
                </a:lnTo>
                <a:lnTo>
                  <a:pt x="51331" y="69504"/>
                </a:lnTo>
                <a:lnTo>
                  <a:pt x="52161" y="69725"/>
                </a:lnTo>
                <a:lnTo>
                  <a:pt x="52956" y="69939"/>
                </a:lnTo>
                <a:lnTo>
                  <a:pt x="53714" y="70145"/>
                </a:lnTo>
                <a:lnTo>
                  <a:pt x="54436" y="70344"/>
                </a:lnTo>
                <a:lnTo>
                  <a:pt x="55121" y="70535"/>
                </a:lnTo>
                <a:lnTo>
                  <a:pt x="55770" y="70718"/>
                </a:lnTo>
                <a:lnTo>
                  <a:pt x="56383" y="70893"/>
                </a:lnTo>
                <a:lnTo>
                  <a:pt x="56959" y="71061"/>
                </a:lnTo>
                <a:lnTo>
                  <a:pt x="57500" y="71222"/>
                </a:lnTo>
                <a:lnTo>
                  <a:pt x="58004" y="71374"/>
                </a:lnTo>
                <a:lnTo>
                  <a:pt x="58471" y="71519"/>
                </a:lnTo>
                <a:lnTo>
                  <a:pt x="58903" y="71656"/>
                </a:lnTo>
                <a:lnTo>
                  <a:pt x="59298" y="71786"/>
                </a:lnTo>
                <a:lnTo>
                  <a:pt x="59656" y="71908"/>
                </a:lnTo>
                <a:lnTo>
                  <a:pt x="60148" y="72087"/>
                </a:lnTo>
                <a:lnTo>
                  <a:pt x="60627" y="72268"/>
                </a:lnTo>
                <a:lnTo>
                  <a:pt x="61094" y="72452"/>
                </a:lnTo>
                <a:lnTo>
                  <a:pt x="61548" y="72638"/>
                </a:lnTo>
                <a:lnTo>
                  <a:pt x="61990" y="72828"/>
                </a:lnTo>
                <a:lnTo>
                  <a:pt x="62420" y="73019"/>
                </a:lnTo>
                <a:lnTo>
                  <a:pt x="62837" y="73214"/>
                </a:lnTo>
                <a:lnTo>
                  <a:pt x="63241" y="73411"/>
                </a:lnTo>
                <a:lnTo>
                  <a:pt x="63634" y="73610"/>
                </a:lnTo>
                <a:lnTo>
                  <a:pt x="64013" y="73813"/>
                </a:lnTo>
                <a:lnTo>
                  <a:pt x="64381" y="74017"/>
                </a:lnTo>
                <a:lnTo>
                  <a:pt x="64736" y="74225"/>
                </a:lnTo>
                <a:lnTo>
                  <a:pt x="65078" y="74435"/>
                </a:lnTo>
                <a:lnTo>
                  <a:pt x="65408" y="74647"/>
                </a:lnTo>
                <a:lnTo>
                  <a:pt x="65726" y="74862"/>
                </a:lnTo>
                <a:lnTo>
                  <a:pt x="66032" y="75080"/>
                </a:lnTo>
                <a:lnTo>
                  <a:pt x="66324" y="75301"/>
                </a:lnTo>
                <a:lnTo>
                  <a:pt x="66605" y="75524"/>
                </a:lnTo>
                <a:lnTo>
                  <a:pt x="66873" y="75749"/>
                </a:lnTo>
                <a:lnTo>
                  <a:pt x="67129" y="75977"/>
                </a:lnTo>
                <a:lnTo>
                  <a:pt x="67372" y="76208"/>
                </a:lnTo>
                <a:lnTo>
                  <a:pt x="67603" y="76441"/>
                </a:lnTo>
                <a:lnTo>
                  <a:pt x="67821" y="76677"/>
                </a:lnTo>
                <a:lnTo>
                  <a:pt x="68027" y="76916"/>
                </a:lnTo>
                <a:lnTo>
                  <a:pt x="68223" y="77158"/>
                </a:lnTo>
                <a:lnTo>
                  <a:pt x="68410" y="77404"/>
                </a:lnTo>
                <a:lnTo>
                  <a:pt x="68589" y="77654"/>
                </a:lnTo>
                <a:lnTo>
                  <a:pt x="68760" y="77909"/>
                </a:lnTo>
                <a:lnTo>
                  <a:pt x="68922" y="78168"/>
                </a:lnTo>
                <a:lnTo>
                  <a:pt x="69076" y="78431"/>
                </a:lnTo>
                <a:lnTo>
                  <a:pt x="69222" y="78698"/>
                </a:lnTo>
                <a:lnTo>
                  <a:pt x="69359" y="78969"/>
                </a:lnTo>
                <a:lnTo>
                  <a:pt x="69488" y="79245"/>
                </a:lnTo>
                <a:lnTo>
                  <a:pt x="69609" y="79525"/>
                </a:lnTo>
                <a:lnTo>
                  <a:pt x="69721" y="79810"/>
                </a:lnTo>
                <a:lnTo>
                  <a:pt x="69825" y="80098"/>
                </a:lnTo>
                <a:lnTo>
                  <a:pt x="69921" y="80391"/>
                </a:lnTo>
                <a:lnTo>
                  <a:pt x="70008" y="80688"/>
                </a:lnTo>
                <a:lnTo>
                  <a:pt x="70087" y="80989"/>
                </a:lnTo>
                <a:lnTo>
                  <a:pt x="70158" y="81295"/>
                </a:lnTo>
                <a:lnTo>
                  <a:pt x="70220" y="81604"/>
                </a:lnTo>
                <a:lnTo>
                  <a:pt x="70274" y="81918"/>
                </a:lnTo>
                <a:lnTo>
                  <a:pt x="70320" y="82237"/>
                </a:lnTo>
                <a:lnTo>
                  <a:pt x="70358" y="82559"/>
                </a:lnTo>
                <a:lnTo>
                  <a:pt x="70387" y="82886"/>
                </a:lnTo>
                <a:lnTo>
                  <a:pt x="70408" y="83217"/>
                </a:lnTo>
                <a:lnTo>
                  <a:pt x="70420" y="83552"/>
                </a:lnTo>
                <a:lnTo>
                  <a:pt x="70424" y="83892"/>
                </a:lnTo>
                <a:lnTo>
                  <a:pt x="70414" y="84421"/>
                </a:lnTo>
                <a:lnTo>
                  <a:pt x="70385" y="84945"/>
                </a:lnTo>
                <a:lnTo>
                  <a:pt x="70335" y="85464"/>
                </a:lnTo>
                <a:lnTo>
                  <a:pt x="70266" y="85976"/>
                </a:lnTo>
                <a:lnTo>
                  <a:pt x="70177" y="86483"/>
                </a:lnTo>
                <a:lnTo>
                  <a:pt x="70068" y="86985"/>
                </a:lnTo>
                <a:lnTo>
                  <a:pt x="69940" y="87481"/>
                </a:lnTo>
                <a:lnTo>
                  <a:pt x="69791" y="87971"/>
                </a:lnTo>
                <a:lnTo>
                  <a:pt x="69623" y="88455"/>
                </a:lnTo>
                <a:lnTo>
                  <a:pt x="69435" y="88934"/>
                </a:lnTo>
                <a:lnTo>
                  <a:pt x="69227" y="89408"/>
                </a:lnTo>
                <a:lnTo>
                  <a:pt x="69000" y="89876"/>
                </a:lnTo>
                <a:lnTo>
                  <a:pt x="68752" y="90338"/>
                </a:lnTo>
                <a:lnTo>
                  <a:pt x="68485" y="90794"/>
                </a:lnTo>
                <a:lnTo>
                  <a:pt x="68198" y="91245"/>
                </a:lnTo>
                <a:lnTo>
                  <a:pt x="67892" y="91690"/>
                </a:lnTo>
                <a:lnTo>
                  <a:pt x="67565" y="92130"/>
                </a:lnTo>
                <a:lnTo>
                  <a:pt x="67219" y="92564"/>
                </a:lnTo>
                <a:lnTo>
                  <a:pt x="66853" y="92992"/>
                </a:lnTo>
                <a:lnTo>
                  <a:pt x="66467" y="93415"/>
                </a:lnTo>
                <a:lnTo>
                  <a:pt x="66061" y="93832"/>
                </a:lnTo>
                <a:lnTo>
                  <a:pt x="65636" y="94244"/>
                </a:lnTo>
                <a:lnTo>
                  <a:pt x="65191" y="94650"/>
                </a:lnTo>
                <a:lnTo>
                  <a:pt x="64726" y="95050"/>
                </a:lnTo>
                <a:lnTo>
                  <a:pt x="64241" y="95439"/>
                </a:lnTo>
                <a:lnTo>
                  <a:pt x="63738" y="95812"/>
                </a:lnTo>
                <a:lnTo>
                  <a:pt x="63215" y="96168"/>
                </a:lnTo>
                <a:lnTo>
                  <a:pt x="62673" y="96508"/>
                </a:lnTo>
                <a:lnTo>
                  <a:pt x="62111" y="96831"/>
                </a:lnTo>
                <a:lnTo>
                  <a:pt x="61530" y="97137"/>
                </a:lnTo>
                <a:lnTo>
                  <a:pt x="60930" y="97427"/>
                </a:lnTo>
                <a:lnTo>
                  <a:pt x="60311" y="97700"/>
                </a:lnTo>
                <a:lnTo>
                  <a:pt x="59673" y="97957"/>
                </a:lnTo>
                <a:lnTo>
                  <a:pt x="59015" y="98197"/>
                </a:lnTo>
                <a:lnTo>
                  <a:pt x="58338" y="98421"/>
                </a:lnTo>
                <a:lnTo>
                  <a:pt x="57642" y="98628"/>
                </a:lnTo>
                <a:lnTo>
                  <a:pt x="56927" y="98818"/>
                </a:lnTo>
                <a:lnTo>
                  <a:pt x="56192" y="98992"/>
                </a:lnTo>
                <a:lnTo>
                  <a:pt x="55438" y="99149"/>
                </a:lnTo>
                <a:lnTo>
                  <a:pt x="54665" y="99290"/>
                </a:lnTo>
                <a:lnTo>
                  <a:pt x="53873" y="99414"/>
                </a:lnTo>
                <a:lnTo>
                  <a:pt x="53061" y="99522"/>
                </a:lnTo>
                <a:lnTo>
                  <a:pt x="52231" y="99613"/>
                </a:lnTo>
                <a:lnTo>
                  <a:pt x="51381" y="99688"/>
                </a:lnTo>
                <a:lnTo>
                  <a:pt x="50511" y="99746"/>
                </a:lnTo>
                <a:lnTo>
                  <a:pt x="49623" y="99787"/>
                </a:lnTo>
                <a:lnTo>
                  <a:pt x="48715" y="99812"/>
                </a:lnTo>
                <a:lnTo>
                  <a:pt x="47788" y="99820"/>
                </a:lnTo>
                <a:lnTo>
                  <a:pt x="46911" y="99811"/>
                </a:lnTo>
                <a:lnTo>
                  <a:pt x="46050" y="99783"/>
                </a:lnTo>
                <a:lnTo>
                  <a:pt x="45203" y="99736"/>
                </a:lnTo>
                <a:lnTo>
                  <a:pt x="44372" y="99671"/>
                </a:lnTo>
                <a:lnTo>
                  <a:pt x="43556" y="99587"/>
                </a:lnTo>
                <a:lnTo>
                  <a:pt x="42755" y="99485"/>
                </a:lnTo>
                <a:lnTo>
                  <a:pt x="41969" y="99364"/>
                </a:lnTo>
                <a:lnTo>
                  <a:pt x="41199" y="99224"/>
                </a:lnTo>
                <a:lnTo>
                  <a:pt x="40443" y="99066"/>
                </a:lnTo>
                <a:lnTo>
                  <a:pt x="39703" y="98889"/>
                </a:lnTo>
                <a:lnTo>
                  <a:pt x="38978" y="98694"/>
                </a:lnTo>
                <a:lnTo>
                  <a:pt x="38268" y="98480"/>
                </a:lnTo>
                <a:lnTo>
                  <a:pt x="37573" y="98247"/>
                </a:lnTo>
                <a:lnTo>
                  <a:pt x="36893" y="97996"/>
                </a:lnTo>
                <a:lnTo>
                  <a:pt x="36228" y="97726"/>
                </a:lnTo>
                <a:lnTo>
                  <a:pt x="35579" y="97437"/>
                </a:lnTo>
                <a:lnTo>
                  <a:pt x="34945" y="97130"/>
                </a:lnTo>
                <a:lnTo>
                  <a:pt x="34325" y="96804"/>
                </a:lnTo>
                <a:lnTo>
                  <a:pt x="33721" y="96460"/>
                </a:lnTo>
                <a:lnTo>
                  <a:pt x="33133" y="96097"/>
                </a:lnTo>
                <a:lnTo>
                  <a:pt x="32559" y="95715"/>
                </a:lnTo>
                <a:lnTo>
                  <a:pt x="32000" y="95315"/>
                </a:lnTo>
                <a:lnTo>
                  <a:pt x="31457" y="94896"/>
                </a:lnTo>
                <a:lnTo>
                  <a:pt x="30929" y="94458"/>
                </a:lnTo>
                <a:lnTo>
                  <a:pt x="30415" y="94001"/>
                </a:lnTo>
                <a:lnTo>
                  <a:pt x="29916" y="93522"/>
                </a:lnTo>
                <a:lnTo>
                  <a:pt x="29432" y="93022"/>
                </a:lnTo>
                <a:lnTo>
                  <a:pt x="28962" y="92501"/>
                </a:lnTo>
                <a:lnTo>
                  <a:pt x="28507" y="91959"/>
                </a:lnTo>
                <a:lnTo>
                  <a:pt x="28067" y="91396"/>
                </a:lnTo>
                <a:lnTo>
                  <a:pt x="27641" y="90812"/>
                </a:lnTo>
                <a:lnTo>
                  <a:pt x="27230" y="90207"/>
                </a:lnTo>
                <a:lnTo>
                  <a:pt x="26833" y="89581"/>
                </a:lnTo>
                <a:lnTo>
                  <a:pt x="26451" y="88933"/>
                </a:lnTo>
                <a:lnTo>
                  <a:pt x="26084" y="88265"/>
                </a:lnTo>
                <a:lnTo>
                  <a:pt x="25731" y="87575"/>
                </a:lnTo>
                <a:lnTo>
                  <a:pt x="25393" y="86865"/>
                </a:lnTo>
                <a:lnTo>
                  <a:pt x="25069" y="86133"/>
                </a:lnTo>
                <a:lnTo>
                  <a:pt x="24760" y="85380"/>
                </a:lnTo>
                <a:lnTo>
                  <a:pt x="24466" y="84606"/>
                </a:lnTo>
                <a:lnTo>
                  <a:pt x="24186" y="83811"/>
                </a:lnTo>
                <a:lnTo>
                  <a:pt x="23921" y="82995"/>
                </a:lnTo>
                <a:lnTo>
                  <a:pt x="23670" y="82158"/>
                </a:lnTo>
                <a:lnTo>
                  <a:pt x="23434" y="81299"/>
                </a:lnTo>
                <a:lnTo>
                  <a:pt x="23213" y="80420"/>
                </a:lnTo>
                <a:lnTo>
                  <a:pt x="23006" y="79520"/>
                </a:lnTo>
                <a:lnTo>
                  <a:pt x="22814" y="78598"/>
                </a:lnTo>
                <a:lnTo>
                  <a:pt x="22636" y="77655"/>
                </a:lnTo>
                <a:lnTo>
                  <a:pt x="0" y="79856"/>
                </a:lnTo>
                <a:lnTo>
                  <a:pt x="206" y="81455"/>
                </a:lnTo>
                <a:lnTo>
                  <a:pt x="445" y="83021"/>
                </a:lnTo>
                <a:lnTo>
                  <a:pt x="717" y="84555"/>
                </a:lnTo>
                <a:close/>
                <a:moveTo>
                  <a:pt x="411433" y="92221"/>
                </a:moveTo>
                <a:lnTo>
                  <a:pt x="411261" y="92703"/>
                </a:lnTo>
                <a:lnTo>
                  <a:pt x="411084" y="93173"/>
                </a:lnTo>
                <a:lnTo>
                  <a:pt x="410900" y="93631"/>
                </a:lnTo>
                <a:lnTo>
                  <a:pt x="410710" y="94076"/>
                </a:lnTo>
                <a:lnTo>
                  <a:pt x="410515" y="94510"/>
                </a:lnTo>
                <a:lnTo>
                  <a:pt x="410313" y="94932"/>
                </a:lnTo>
                <a:lnTo>
                  <a:pt x="410105" y="95342"/>
                </a:lnTo>
                <a:lnTo>
                  <a:pt x="409892" y="95740"/>
                </a:lnTo>
                <a:lnTo>
                  <a:pt x="409672" y="96126"/>
                </a:lnTo>
                <a:lnTo>
                  <a:pt x="409446" y="96500"/>
                </a:lnTo>
                <a:lnTo>
                  <a:pt x="409214" y="96862"/>
                </a:lnTo>
                <a:lnTo>
                  <a:pt x="408977" y="97212"/>
                </a:lnTo>
                <a:lnTo>
                  <a:pt x="408733" y="97550"/>
                </a:lnTo>
                <a:lnTo>
                  <a:pt x="408483" y="97875"/>
                </a:lnTo>
                <a:lnTo>
                  <a:pt x="408228" y="98189"/>
                </a:lnTo>
                <a:lnTo>
                  <a:pt x="407966" y="98491"/>
                </a:lnTo>
                <a:lnTo>
                  <a:pt x="407698" y="98781"/>
                </a:lnTo>
                <a:lnTo>
                  <a:pt x="407424" y="99059"/>
                </a:lnTo>
                <a:lnTo>
                  <a:pt x="407145" y="99325"/>
                </a:lnTo>
                <a:lnTo>
                  <a:pt x="406859" y="99578"/>
                </a:lnTo>
                <a:lnTo>
                  <a:pt x="406567" y="99820"/>
                </a:lnTo>
                <a:lnTo>
                  <a:pt x="406270" y="100051"/>
                </a:lnTo>
                <a:lnTo>
                  <a:pt x="405966" y="100272"/>
                </a:lnTo>
                <a:lnTo>
                  <a:pt x="405657" y="100483"/>
                </a:lnTo>
                <a:lnTo>
                  <a:pt x="405342" y="100685"/>
                </a:lnTo>
                <a:lnTo>
                  <a:pt x="405022" y="100876"/>
                </a:lnTo>
                <a:lnTo>
                  <a:pt x="404696" y="101058"/>
                </a:lnTo>
                <a:lnTo>
                  <a:pt x="404364" y="101230"/>
                </a:lnTo>
                <a:lnTo>
                  <a:pt x="404026" y="101392"/>
                </a:lnTo>
                <a:lnTo>
                  <a:pt x="403682" y="101544"/>
                </a:lnTo>
                <a:lnTo>
                  <a:pt x="403333" y="101687"/>
                </a:lnTo>
                <a:lnTo>
                  <a:pt x="402978" y="101820"/>
                </a:lnTo>
                <a:lnTo>
                  <a:pt x="402618" y="101942"/>
                </a:lnTo>
                <a:lnTo>
                  <a:pt x="402251" y="102055"/>
                </a:lnTo>
                <a:lnTo>
                  <a:pt x="401879" y="102158"/>
                </a:lnTo>
                <a:lnTo>
                  <a:pt x="401501" y="102252"/>
                </a:lnTo>
                <a:lnTo>
                  <a:pt x="401118" y="102335"/>
                </a:lnTo>
                <a:lnTo>
                  <a:pt x="400728" y="102409"/>
                </a:lnTo>
                <a:lnTo>
                  <a:pt x="400333" y="102473"/>
                </a:lnTo>
                <a:lnTo>
                  <a:pt x="399933" y="102527"/>
                </a:lnTo>
                <a:lnTo>
                  <a:pt x="399526" y="102571"/>
                </a:lnTo>
                <a:lnTo>
                  <a:pt x="399114" y="102605"/>
                </a:lnTo>
                <a:lnTo>
                  <a:pt x="398696" y="102630"/>
                </a:lnTo>
                <a:lnTo>
                  <a:pt x="398272" y="102645"/>
                </a:lnTo>
                <a:lnTo>
                  <a:pt x="397843" y="102650"/>
                </a:lnTo>
                <a:lnTo>
                  <a:pt x="397212" y="102640"/>
                </a:lnTo>
                <a:lnTo>
                  <a:pt x="396590" y="102612"/>
                </a:lnTo>
                <a:lnTo>
                  <a:pt x="395976" y="102564"/>
                </a:lnTo>
                <a:lnTo>
                  <a:pt x="395371" y="102498"/>
                </a:lnTo>
                <a:lnTo>
                  <a:pt x="394775" y="102413"/>
                </a:lnTo>
                <a:lnTo>
                  <a:pt x="394188" y="102308"/>
                </a:lnTo>
                <a:lnTo>
                  <a:pt x="393609" y="102185"/>
                </a:lnTo>
                <a:lnTo>
                  <a:pt x="393040" y="102043"/>
                </a:lnTo>
                <a:lnTo>
                  <a:pt x="392478" y="101882"/>
                </a:lnTo>
                <a:lnTo>
                  <a:pt x="391926" y="101701"/>
                </a:lnTo>
                <a:lnTo>
                  <a:pt x="391382" y="101502"/>
                </a:lnTo>
                <a:lnTo>
                  <a:pt x="390848" y="101284"/>
                </a:lnTo>
                <a:lnTo>
                  <a:pt x="390321" y="101047"/>
                </a:lnTo>
                <a:lnTo>
                  <a:pt x="389804" y="100791"/>
                </a:lnTo>
                <a:lnTo>
                  <a:pt x="389295" y="100516"/>
                </a:lnTo>
                <a:lnTo>
                  <a:pt x="388795" y="100222"/>
                </a:lnTo>
                <a:lnTo>
                  <a:pt x="388304" y="99909"/>
                </a:lnTo>
                <a:lnTo>
                  <a:pt x="387821" y="99577"/>
                </a:lnTo>
                <a:lnTo>
                  <a:pt x="387348" y="99226"/>
                </a:lnTo>
                <a:lnTo>
                  <a:pt x="386883" y="98856"/>
                </a:lnTo>
                <a:lnTo>
                  <a:pt x="386426" y="98467"/>
                </a:lnTo>
                <a:lnTo>
                  <a:pt x="385979" y="98060"/>
                </a:lnTo>
                <a:lnTo>
                  <a:pt x="385540" y="97633"/>
                </a:lnTo>
                <a:lnTo>
                  <a:pt x="385110" y="97187"/>
                </a:lnTo>
                <a:lnTo>
                  <a:pt x="384693" y="96724"/>
                </a:lnTo>
                <a:lnTo>
                  <a:pt x="384292" y="96246"/>
                </a:lnTo>
                <a:lnTo>
                  <a:pt x="383909" y="95753"/>
                </a:lnTo>
                <a:lnTo>
                  <a:pt x="383542" y="95245"/>
                </a:lnTo>
                <a:lnTo>
                  <a:pt x="383193" y="94722"/>
                </a:lnTo>
                <a:lnTo>
                  <a:pt x="382860" y="94183"/>
                </a:lnTo>
                <a:lnTo>
                  <a:pt x="382544" y="93629"/>
                </a:lnTo>
                <a:lnTo>
                  <a:pt x="382245" y="93061"/>
                </a:lnTo>
                <a:lnTo>
                  <a:pt x="381963" y="92477"/>
                </a:lnTo>
                <a:lnTo>
                  <a:pt x="381698" y="91878"/>
                </a:lnTo>
                <a:lnTo>
                  <a:pt x="381450" y="91263"/>
                </a:lnTo>
                <a:lnTo>
                  <a:pt x="381219" y="90634"/>
                </a:lnTo>
                <a:lnTo>
                  <a:pt x="381005" y="89989"/>
                </a:lnTo>
                <a:lnTo>
                  <a:pt x="380808" y="89330"/>
                </a:lnTo>
                <a:lnTo>
                  <a:pt x="380627" y="88655"/>
                </a:lnTo>
                <a:lnTo>
                  <a:pt x="380464" y="87965"/>
                </a:lnTo>
                <a:lnTo>
                  <a:pt x="380317" y="87260"/>
                </a:lnTo>
                <a:lnTo>
                  <a:pt x="380188" y="86539"/>
                </a:lnTo>
                <a:lnTo>
                  <a:pt x="380075" y="85804"/>
                </a:lnTo>
                <a:lnTo>
                  <a:pt x="379979" y="85053"/>
                </a:lnTo>
                <a:lnTo>
                  <a:pt x="379900" y="84288"/>
                </a:lnTo>
                <a:lnTo>
                  <a:pt x="379838" y="83507"/>
                </a:lnTo>
                <a:lnTo>
                  <a:pt x="379793" y="82711"/>
                </a:lnTo>
                <a:lnTo>
                  <a:pt x="379765" y="81900"/>
                </a:lnTo>
                <a:lnTo>
                  <a:pt x="435099" y="81900"/>
                </a:lnTo>
                <a:lnTo>
                  <a:pt x="435118" y="79807"/>
                </a:lnTo>
                <a:lnTo>
                  <a:pt x="435099" y="77759"/>
                </a:lnTo>
                <a:lnTo>
                  <a:pt x="435041" y="75757"/>
                </a:lnTo>
                <a:lnTo>
                  <a:pt x="434944" y="73801"/>
                </a:lnTo>
                <a:lnTo>
                  <a:pt x="434807" y="71890"/>
                </a:lnTo>
                <a:lnTo>
                  <a:pt x="434632" y="70024"/>
                </a:lnTo>
                <a:lnTo>
                  <a:pt x="434417" y="68204"/>
                </a:lnTo>
                <a:lnTo>
                  <a:pt x="434164" y="66429"/>
                </a:lnTo>
                <a:lnTo>
                  <a:pt x="433872" y="64699"/>
                </a:lnTo>
                <a:lnTo>
                  <a:pt x="433540" y="63016"/>
                </a:lnTo>
                <a:lnTo>
                  <a:pt x="433170" y="61377"/>
                </a:lnTo>
                <a:lnTo>
                  <a:pt x="432760" y="59784"/>
                </a:lnTo>
                <a:lnTo>
                  <a:pt x="432312" y="58236"/>
                </a:lnTo>
                <a:lnTo>
                  <a:pt x="431824" y="56734"/>
                </a:lnTo>
                <a:lnTo>
                  <a:pt x="431298" y="55277"/>
                </a:lnTo>
                <a:lnTo>
                  <a:pt x="430732" y="53866"/>
                </a:lnTo>
                <a:lnTo>
                  <a:pt x="430127" y="52500"/>
                </a:lnTo>
                <a:lnTo>
                  <a:pt x="429484" y="51180"/>
                </a:lnTo>
                <a:lnTo>
                  <a:pt x="428801" y="49905"/>
                </a:lnTo>
                <a:lnTo>
                  <a:pt x="428079" y="48675"/>
                </a:lnTo>
                <a:lnTo>
                  <a:pt x="427319" y="47491"/>
                </a:lnTo>
                <a:lnTo>
                  <a:pt x="426519" y="46353"/>
                </a:lnTo>
                <a:lnTo>
                  <a:pt x="425680" y="45259"/>
                </a:lnTo>
                <a:lnTo>
                  <a:pt x="424802" y="44212"/>
                </a:lnTo>
                <a:lnTo>
                  <a:pt x="423891" y="43208"/>
                </a:lnTo>
                <a:lnTo>
                  <a:pt x="422953" y="42247"/>
                </a:lnTo>
                <a:lnTo>
                  <a:pt x="421987" y="41329"/>
                </a:lnTo>
                <a:lnTo>
                  <a:pt x="420994" y="40453"/>
                </a:lnTo>
                <a:lnTo>
                  <a:pt x="419974" y="39620"/>
                </a:lnTo>
                <a:lnTo>
                  <a:pt x="418927" y="38830"/>
                </a:lnTo>
                <a:lnTo>
                  <a:pt x="417852" y="38083"/>
                </a:lnTo>
                <a:lnTo>
                  <a:pt x="416750" y="37378"/>
                </a:lnTo>
                <a:lnTo>
                  <a:pt x="415621" y="36716"/>
                </a:lnTo>
                <a:lnTo>
                  <a:pt x="414464" y="36097"/>
                </a:lnTo>
                <a:lnTo>
                  <a:pt x="413280" y="35520"/>
                </a:lnTo>
                <a:lnTo>
                  <a:pt x="412069" y="34986"/>
                </a:lnTo>
                <a:lnTo>
                  <a:pt x="410831" y="34495"/>
                </a:lnTo>
                <a:lnTo>
                  <a:pt x="409565" y="34047"/>
                </a:lnTo>
                <a:lnTo>
                  <a:pt x="408272" y="33641"/>
                </a:lnTo>
                <a:lnTo>
                  <a:pt x="406952" y="33278"/>
                </a:lnTo>
                <a:lnTo>
                  <a:pt x="405604" y="32957"/>
                </a:lnTo>
                <a:lnTo>
                  <a:pt x="404229" y="32680"/>
                </a:lnTo>
                <a:lnTo>
                  <a:pt x="402827" y="32445"/>
                </a:lnTo>
                <a:lnTo>
                  <a:pt x="401397" y="32253"/>
                </a:lnTo>
                <a:lnTo>
                  <a:pt x="399940" y="32103"/>
                </a:lnTo>
                <a:lnTo>
                  <a:pt x="398456" y="31996"/>
                </a:lnTo>
                <a:lnTo>
                  <a:pt x="396945" y="31932"/>
                </a:lnTo>
                <a:lnTo>
                  <a:pt x="395406" y="31911"/>
                </a:lnTo>
                <a:lnTo>
                  <a:pt x="394034" y="31931"/>
                </a:lnTo>
                <a:lnTo>
                  <a:pt x="392682" y="31993"/>
                </a:lnTo>
                <a:lnTo>
                  <a:pt x="391350" y="32095"/>
                </a:lnTo>
                <a:lnTo>
                  <a:pt x="390038" y="32237"/>
                </a:lnTo>
                <a:lnTo>
                  <a:pt x="388745" y="32421"/>
                </a:lnTo>
                <a:lnTo>
                  <a:pt x="387473" y="32645"/>
                </a:lnTo>
                <a:lnTo>
                  <a:pt x="386220" y="32911"/>
                </a:lnTo>
                <a:lnTo>
                  <a:pt x="384988" y="33217"/>
                </a:lnTo>
                <a:lnTo>
                  <a:pt x="383775" y="33563"/>
                </a:lnTo>
                <a:lnTo>
                  <a:pt x="382582" y="33951"/>
                </a:lnTo>
                <a:lnTo>
                  <a:pt x="381409" y="34379"/>
                </a:lnTo>
                <a:lnTo>
                  <a:pt x="380256" y="34849"/>
                </a:lnTo>
                <a:lnTo>
                  <a:pt x="379123" y="35359"/>
                </a:lnTo>
                <a:lnTo>
                  <a:pt x="378010" y="35909"/>
                </a:lnTo>
                <a:lnTo>
                  <a:pt x="376917" y="36501"/>
                </a:lnTo>
                <a:lnTo>
                  <a:pt x="375844" y="37133"/>
                </a:lnTo>
                <a:lnTo>
                  <a:pt x="374791" y="37807"/>
                </a:lnTo>
                <a:lnTo>
                  <a:pt x="373757" y="38521"/>
                </a:lnTo>
                <a:lnTo>
                  <a:pt x="372744" y="39275"/>
                </a:lnTo>
                <a:lnTo>
                  <a:pt x="371750" y="40071"/>
                </a:lnTo>
                <a:lnTo>
                  <a:pt x="370777" y="40907"/>
                </a:lnTo>
                <a:lnTo>
                  <a:pt x="369823" y="41785"/>
                </a:lnTo>
                <a:lnTo>
                  <a:pt x="368889" y="42703"/>
                </a:lnTo>
                <a:lnTo>
                  <a:pt x="367975" y="43661"/>
                </a:lnTo>
                <a:lnTo>
                  <a:pt x="367090" y="44656"/>
                </a:lnTo>
                <a:lnTo>
                  <a:pt x="366243" y="45682"/>
                </a:lnTo>
                <a:lnTo>
                  <a:pt x="365433" y="46740"/>
                </a:lnTo>
                <a:lnTo>
                  <a:pt x="364661" y="47828"/>
                </a:lnTo>
                <a:lnTo>
                  <a:pt x="363927" y="48948"/>
                </a:lnTo>
                <a:lnTo>
                  <a:pt x="363230" y="50099"/>
                </a:lnTo>
                <a:lnTo>
                  <a:pt x="362571" y="51282"/>
                </a:lnTo>
                <a:lnTo>
                  <a:pt x="361949" y="52495"/>
                </a:lnTo>
                <a:lnTo>
                  <a:pt x="361366" y="53740"/>
                </a:lnTo>
                <a:lnTo>
                  <a:pt x="360820" y="55016"/>
                </a:lnTo>
                <a:lnTo>
                  <a:pt x="360311" y="56323"/>
                </a:lnTo>
                <a:lnTo>
                  <a:pt x="359840" y="57662"/>
                </a:lnTo>
                <a:lnTo>
                  <a:pt x="359407" y="59032"/>
                </a:lnTo>
                <a:lnTo>
                  <a:pt x="359012" y="60433"/>
                </a:lnTo>
                <a:lnTo>
                  <a:pt x="358654" y="61865"/>
                </a:lnTo>
                <a:lnTo>
                  <a:pt x="358334" y="63329"/>
                </a:lnTo>
                <a:lnTo>
                  <a:pt x="358051" y="64823"/>
                </a:lnTo>
                <a:lnTo>
                  <a:pt x="357807" y="66349"/>
                </a:lnTo>
                <a:lnTo>
                  <a:pt x="357600" y="67907"/>
                </a:lnTo>
                <a:lnTo>
                  <a:pt x="357430" y="69495"/>
                </a:lnTo>
                <a:lnTo>
                  <a:pt x="357298" y="71115"/>
                </a:lnTo>
                <a:lnTo>
                  <a:pt x="357204" y="72766"/>
                </a:lnTo>
                <a:lnTo>
                  <a:pt x="357148" y="74448"/>
                </a:lnTo>
                <a:lnTo>
                  <a:pt x="357129" y="76162"/>
                </a:lnTo>
                <a:lnTo>
                  <a:pt x="357143" y="77599"/>
                </a:lnTo>
                <a:lnTo>
                  <a:pt x="357186" y="79016"/>
                </a:lnTo>
                <a:lnTo>
                  <a:pt x="357258" y="80411"/>
                </a:lnTo>
                <a:lnTo>
                  <a:pt x="357358" y="81786"/>
                </a:lnTo>
                <a:lnTo>
                  <a:pt x="357487" y="83140"/>
                </a:lnTo>
                <a:lnTo>
                  <a:pt x="357645" y="84474"/>
                </a:lnTo>
                <a:lnTo>
                  <a:pt x="357831" y="85786"/>
                </a:lnTo>
                <a:lnTo>
                  <a:pt x="358046" y="87078"/>
                </a:lnTo>
                <a:lnTo>
                  <a:pt x="358289" y="88350"/>
                </a:lnTo>
                <a:lnTo>
                  <a:pt x="358562" y="89600"/>
                </a:lnTo>
                <a:lnTo>
                  <a:pt x="358862" y="90830"/>
                </a:lnTo>
                <a:lnTo>
                  <a:pt x="359192" y="92039"/>
                </a:lnTo>
                <a:lnTo>
                  <a:pt x="359550" y="93227"/>
                </a:lnTo>
                <a:lnTo>
                  <a:pt x="359937" y="94395"/>
                </a:lnTo>
                <a:lnTo>
                  <a:pt x="360353" y="95541"/>
                </a:lnTo>
                <a:lnTo>
                  <a:pt x="360797" y="96667"/>
                </a:lnTo>
                <a:lnTo>
                  <a:pt x="361270" y="97773"/>
                </a:lnTo>
                <a:lnTo>
                  <a:pt x="361771" y="98857"/>
                </a:lnTo>
                <a:lnTo>
                  <a:pt x="362301" y="99921"/>
                </a:lnTo>
                <a:lnTo>
                  <a:pt x="362860" y="100964"/>
                </a:lnTo>
                <a:lnTo>
                  <a:pt x="363447" y="101987"/>
                </a:lnTo>
                <a:lnTo>
                  <a:pt x="364063" y="102988"/>
                </a:lnTo>
                <a:lnTo>
                  <a:pt x="364708" y="103969"/>
                </a:lnTo>
                <a:lnTo>
                  <a:pt x="365382" y="104929"/>
                </a:lnTo>
                <a:lnTo>
                  <a:pt x="366272" y="106090"/>
                </a:lnTo>
                <a:lnTo>
                  <a:pt x="367202" y="107201"/>
                </a:lnTo>
                <a:lnTo>
                  <a:pt x="368172" y="108263"/>
                </a:lnTo>
                <a:lnTo>
                  <a:pt x="369181" y="109276"/>
                </a:lnTo>
                <a:lnTo>
                  <a:pt x="370229" y="110239"/>
                </a:lnTo>
                <a:lnTo>
                  <a:pt x="371316" y="111153"/>
                </a:lnTo>
                <a:lnTo>
                  <a:pt x="372442" y="112018"/>
                </a:lnTo>
                <a:lnTo>
                  <a:pt x="373608" y="112833"/>
                </a:lnTo>
                <a:lnTo>
                  <a:pt x="374813" y="113598"/>
                </a:lnTo>
                <a:lnTo>
                  <a:pt x="376058" y="114314"/>
                </a:lnTo>
                <a:lnTo>
                  <a:pt x="377342" y="114981"/>
                </a:lnTo>
                <a:lnTo>
                  <a:pt x="378665" y="115599"/>
                </a:lnTo>
                <a:lnTo>
                  <a:pt x="380027" y="116167"/>
                </a:lnTo>
                <a:lnTo>
                  <a:pt x="381429" y="116686"/>
                </a:lnTo>
                <a:lnTo>
                  <a:pt x="382870" y="117155"/>
                </a:lnTo>
                <a:lnTo>
                  <a:pt x="384350" y="117575"/>
                </a:lnTo>
                <a:lnTo>
                  <a:pt x="385870" y="117945"/>
                </a:lnTo>
                <a:lnTo>
                  <a:pt x="387429" y="118266"/>
                </a:lnTo>
                <a:lnTo>
                  <a:pt x="389027" y="118538"/>
                </a:lnTo>
                <a:lnTo>
                  <a:pt x="390664" y="118760"/>
                </a:lnTo>
                <a:lnTo>
                  <a:pt x="392341" y="118933"/>
                </a:lnTo>
                <a:lnTo>
                  <a:pt x="394057" y="119057"/>
                </a:lnTo>
                <a:lnTo>
                  <a:pt x="395812" y="119131"/>
                </a:lnTo>
                <a:lnTo>
                  <a:pt x="397607" y="119155"/>
                </a:lnTo>
                <a:lnTo>
                  <a:pt x="398745" y="119144"/>
                </a:lnTo>
                <a:lnTo>
                  <a:pt x="399868" y="119112"/>
                </a:lnTo>
                <a:lnTo>
                  <a:pt x="400974" y="119057"/>
                </a:lnTo>
                <a:lnTo>
                  <a:pt x="402064" y="118980"/>
                </a:lnTo>
                <a:lnTo>
                  <a:pt x="403139" y="118882"/>
                </a:lnTo>
                <a:lnTo>
                  <a:pt x="404197" y="118761"/>
                </a:lnTo>
                <a:lnTo>
                  <a:pt x="405239" y="118619"/>
                </a:lnTo>
                <a:lnTo>
                  <a:pt x="406266" y="118455"/>
                </a:lnTo>
                <a:lnTo>
                  <a:pt x="407276" y="118268"/>
                </a:lnTo>
                <a:lnTo>
                  <a:pt x="408271" y="118060"/>
                </a:lnTo>
                <a:lnTo>
                  <a:pt x="409250" y="117830"/>
                </a:lnTo>
                <a:lnTo>
                  <a:pt x="410212" y="117579"/>
                </a:lnTo>
                <a:lnTo>
                  <a:pt x="411159" y="117305"/>
                </a:lnTo>
                <a:lnTo>
                  <a:pt x="412090" y="117009"/>
                </a:lnTo>
                <a:lnTo>
                  <a:pt x="413004" y="116692"/>
                </a:lnTo>
                <a:lnTo>
                  <a:pt x="413903" y="116352"/>
                </a:lnTo>
                <a:lnTo>
                  <a:pt x="414786" y="115991"/>
                </a:lnTo>
                <a:lnTo>
                  <a:pt x="415653" y="115607"/>
                </a:lnTo>
                <a:lnTo>
                  <a:pt x="416504" y="115202"/>
                </a:lnTo>
                <a:lnTo>
                  <a:pt x="417339" y="114775"/>
                </a:lnTo>
                <a:lnTo>
                  <a:pt x="418157" y="114326"/>
                </a:lnTo>
                <a:lnTo>
                  <a:pt x="418960" y="113855"/>
                </a:lnTo>
                <a:lnTo>
                  <a:pt x="419747" y="113363"/>
                </a:lnTo>
                <a:lnTo>
                  <a:pt x="420518" y="112848"/>
                </a:lnTo>
                <a:lnTo>
                  <a:pt x="421273" y="112312"/>
                </a:lnTo>
                <a:lnTo>
                  <a:pt x="422011" y="111757"/>
                </a:lnTo>
                <a:lnTo>
                  <a:pt x="422731" y="111181"/>
                </a:lnTo>
                <a:lnTo>
                  <a:pt x="423434" y="110585"/>
                </a:lnTo>
                <a:lnTo>
                  <a:pt x="424121" y="109970"/>
                </a:lnTo>
                <a:lnTo>
                  <a:pt x="424790" y="109334"/>
                </a:lnTo>
                <a:lnTo>
                  <a:pt x="425442" y="108679"/>
                </a:lnTo>
                <a:lnTo>
                  <a:pt x="426077" y="108003"/>
                </a:lnTo>
                <a:lnTo>
                  <a:pt x="426695" y="107308"/>
                </a:lnTo>
                <a:lnTo>
                  <a:pt x="427296" y="106592"/>
                </a:lnTo>
                <a:lnTo>
                  <a:pt x="427880" y="105857"/>
                </a:lnTo>
                <a:lnTo>
                  <a:pt x="428447" y="105101"/>
                </a:lnTo>
                <a:lnTo>
                  <a:pt x="428997" y="104325"/>
                </a:lnTo>
                <a:lnTo>
                  <a:pt x="429530" y="103530"/>
                </a:lnTo>
                <a:lnTo>
                  <a:pt x="430046" y="102714"/>
                </a:lnTo>
                <a:lnTo>
                  <a:pt x="430544" y="101879"/>
                </a:lnTo>
                <a:lnTo>
                  <a:pt x="431026" y="101024"/>
                </a:lnTo>
                <a:lnTo>
                  <a:pt x="431490" y="100148"/>
                </a:lnTo>
                <a:lnTo>
                  <a:pt x="431938" y="99253"/>
                </a:lnTo>
                <a:lnTo>
                  <a:pt x="432368" y="98337"/>
                </a:lnTo>
                <a:lnTo>
                  <a:pt x="432782" y="97402"/>
                </a:lnTo>
                <a:lnTo>
                  <a:pt x="433178" y="96446"/>
                </a:lnTo>
                <a:lnTo>
                  <a:pt x="433557" y="95471"/>
                </a:lnTo>
                <a:lnTo>
                  <a:pt x="433920" y="94475"/>
                </a:lnTo>
                <a:lnTo>
                  <a:pt x="411912" y="90703"/>
                </a:lnTo>
                <a:lnTo>
                  <a:pt x="411758" y="91221"/>
                </a:lnTo>
                <a:lnTo>
                  <a:pt x="411599" y="91727"/>
                </a:lnTo>
                <a:lnTo>
                  <a:pt x="411433" y="92221"/>
                </a:lnTo>
                <a:close/>
                <a:moveTo>
                  <a:pt x="380178" y="66906"/>
                </a:moveTo>
                <a:lnTo>
                  <a:pt x="380213" y="66189"/>
                </a:lnTo>
                <a:lnTo>
                  <a:pt x="380265" y="65484"/>
                </a:lnTo>
                <a:lnTo>
                  <a:pt x="380333" y="64793"/>
                </a:lnTo>
                <a:lnTo>
                  <a:pt x="380418" y="64114"/>
                </a:lnTo>
                <a:lnTo>
                  <a:pt x="380520" y="63449"/>
                </a:lnTo>
                <a:lnTo>
                  <a:pt x="380638" y="62797"/>
                </a:lnTo>
                <a:lnTo>
                  <a:pt x="380773" y="62157"/>
                </a:lnTo>
                <a:lnTo>
                  <a:pt x="380925" y="61531"/>
                </a:lnTo>
                <a:lnTo>
                  <a:pt x="381093" y="60918"/>
                </a:lnTo>
                <a:lnTo>
                  <a:pt x="381278" y="60318"/>
                </a:lnTo>
                <a:lnTo>
                  <a:pt x="381480" y="59730"/>
                </a:lnTo>
                <a:lnTo>
                  <a:pt x="381698" y="59156"/>
                </a:lnTo>
                <a:lnTo>
                  <a:pt x="381933" y="58595"/>
                </a:lnTo>
                <a:lnTo>
                  <a:pt x="382184" y="58047"/>
                </a:lnTo>
                <a:lnTo>
                  <a:pt x="382452" y="57512"/>
                </a:lnTo>
                <a:lnTo>
                  <a:pt x="382737" y="56990"/>
                </a:lnTo>
                <a:lnTo>
                  <a:pt x="383039" y="56481"/>
                </a:lnTo>
                <a:lnTo>
                  <a:pt x="383357" y="55985"/>
                </a:lnTo>
                <a:lnTo>
                  <a:pt x="383691" y="55503"/>
                </a:lnTo>
                <a:lnTo>
                  <a:pt x="384043" y="55033"/>
                </a:lnTo>
                <a:lnTo>
                  <a:pt x="384411" y="54576"/>
                </a:lnTo>
                <a:lnTo>
                  <a:pt x="384795" y="54132"/>
                </a:lnTo>
                <a:lnTo>
                  <a:pt x="385193" y="53704"/>
                </a:lnTo>
                <a:lnTo>
                  <a:pt x="385599" y="53295"/>
                </a:lnTo>
                <a:lnTo>
                  <a:pt x="386014" y="52903"/>
                </a:lnTo>
                <a:lnTo>
                  <a:pt x="386437" y="52530"/>
                </a:lnTo>
                <a:lnTo>
                  <a:pt x="386870" y="52175"/>
                </a:lnTo>
                <a:lnTo>
                  <a:pt x="387311" y="51838"/>
                </a:lnTo>
                <a:lnTo>
                  <a:pt x="387760" y="51519"/>
                </a:lnTo>
                <a:lnTo>
                  <a:pt x="388219" y="51219"/>
                </a:lnTo>
                <a:lnTo>
                  <a:pt x="388686" y="50937"/>
                </a:lnTo>
                <a:lnTo>
                  <a:pt x="389162" y="50673"/>
                </a:lnTo>
                <a:lnTo>
                  <a:pt x="389647" y="50427"/>
                </a:lnTo>
                <a:lnTo>
                  <a:pt x="390140" y="50199"/>
                </a:lnTo>
                <a:lnTo>
                  <a:pt x="390642" y="49990"/>
                </a:lnTo>
                <a:lnTo>
                  <a:pt x="391153" y="49799"/>
                </a:lnTo>
                <a:lnTo>
                  <a:pt x="391673" y="49626"/>
                </a:lnTo>
                <a:lnTo>
                  <a:pt x="392201" y="49471"/>
                </a:lnTo>
                <a:lnTo>
                  <a:pt x="392738" y="49334"/>
                </a:lnTo>
                <a:lnTo>
                  <a:pt x="393284" y="49216"/>
                </a:lnTo>
                <a:lnTo>
                  <a:pt x="393839" y="49116"/>
                </a:lnTo>
                <a:lnTo>
                  <a:pt x="394402" y="49034"/>
                </a:lnTo>
                <a:lnTo>
                  <a:pt x="394974" y="48970"/>
                </a:lnTo>
                <a:lnTo>
                  <a:pt x="395555" y="48925"/>
                </a:lnTo>
                <a:lnTo>
                  <a:pt x="396144" y="48897"/>
                </a:lnTo>
                <a:lnTo>
                  <a:pt x="396742" y="48888"/>
                </a:lnTo>
                <a:lnTo>
                  <a:pt x="397302" y="48897"/>
                </a:lnTo>
                <a:lnTo>
                  <a:pt x="397855" y="48923"/>
                </a:lnTo>
                <a:lnTo>
                  <a:pt x="398400" y="48966"/>
                </a:lnTo>
                <a:lnTo>
                  <a:pt x="398939" y="49026"/>
                </a:lnTo>
                <a:lnTo>
                  <a:pt x="399470" y="49104"/>
                </a:lnTo>
                <a:lnTo>
                  <a:pt x="399994" y="49199"/>
                </a:lnTo>
                <a:lnTo>
                  <a:pt x="400512" y="49311"/>
                </a:lnTo>
                <a:lnTo>
                  <a:pt x="401022" y="49441"/>
                </a:lnTo>
                <a:lnTo>
                  <a:pt x="401525" y="49587"/>
                </a:lnTo>
                <a:lnTo>
                  <a:pt x="402021" y="49751"/>
                </a:lnTo>
                <a:lnTo>
                  <a:pt x="402509" y="49933"/>
                </a:lnTo>
                <a:lnTo>
                  <a:pt x="402991" y="50131"/>
                </a:lnTo>
                <a:lnTo>
                  <a:pt x="403466" y="50347"/>
                </a:lnTo>
                <a:lnTo>
                  <a:pt x="403933" y="50580"/>
                </a:lnTo>
                <a:lnTo>
                  <a:pt x="404394" y="50830"/>
                </a:lnTo>
                <a:lnTo>
                  <a:pt x="404847" y="51098"/>
                </a:lnTo>
                <a:lnTo>
                  <a:pt x="405293" y="51383"/>
                </a:lnTo>
                <a:lnTo>
                  <a:pt x="405732" y="51685"/>
                </a:lnTo>
                <a:lnTo>
                  <a:pt x="406164" y="52004"/>
                </a:lnTo>
                <a:lnTo>
                  <a:pt x="406589" y="52341"/>
                </a:lnTo>
                <a:lnTo>
                  <a:pt x="407007" y="52694"/>
                </a:lnTo>
                <a:lnTo>
                  <a:pt x="407418" y="53066"/>
                </a:lnTo>
                <a:lnTo>
                  <a:pt x="407821" y="53454"/>
                </a:lnTo>
                <a:lnTo>
                  <a:pt x="408218" y="53860"/>
                </a:lnTo>
                <a:lnTo>
                  <a:pt x="408603" y="54282"/>
                </a:lnTo>
                <a:lnTo>
                  <a:pt x="408973" y="54720"/>
                </a:lnTo>
                <a:lnTo>
                  <a:pt x="409327" y="55174"/>
                </a:lnTo>
                <a:lnTo>
                  <a:pt x="409665" y="55644"/>
                </a:lnTo>
                <a:lnTo>
                  <a:pt x="409988" y="56130"/>
                </a:lnTo>
                <a:lnTo>
                  <a:pt x="410296" y="56631"/>
                </a:lnTo>
                <a:lnTo>
                  <a:pt x="410588" y="57149"/>
                </a:lnTo>
                <a:lnTo>
                  <a:pt x="410864" y="57683"/>
                </a:lnTo>
                <a:lnTo>
                  <a:pt x="411125" y="58232"/>
                </a:lnTo>
                <a:lnTo>
                  <a:pt x="411370" y="58797"/>
                </a:lnTo>
                <a:lnTo>
                  <a:pt x="411600" y="59379"/>
                </a:lnTo>
                <a:lnTo>
                  <a:pt x="411814" y="59976"/>
                </a:lnTo>
                <a:lnTo>
                  <a:pt x="412012" y="60589"/>
                </a:lnTo>
                <a:lnTo>
                  <a:pt x="412195" y="61217"/>
                </a:lnTo>
                <a:lnTo>
                  <a:pt x="412363" y="61862"/>
                </a:lnTo>
                <a:lnTo>
                  <a:pt x="412515" y="62523"/>
                </a:lnTo>
                <a:lnTo>
                  <a:pt x="412651" y="63200"/>
                </a:lnTo>
                <a:lnTo>
                  <a:pt x="412772" y="63892"/>
                </a:lnTo>
                <a:lnTo>
                  <a:pt x="412877" y="64600"/>
                </a:lnTo>
                <a:lnTo>
                  <a:pt x="412966" y="65325"/>
                </a:lnTo>
                <a:lnTo>
                  <a:pt x="413041" y="66065"/>
                </a:lnTo>
                <a:lnTo>
                  <a:pt x="413099" y="66821"/>
                </a:lnTo>
                <a:lnTo>
                  <a:pt x="413142" y="67593"/>
                </a:lnTo>
                <a:lnTo>
                  <a:pt x="413170" y="68381"/>
                </a:lnTo>
                <a:lnTo>
                  <a:pt x="380158" y="68381"/>
                </a:lnTo>
                <a:lnTo>
                  <a:pt x="380160" y="67637"/>
                </a:lnTo>
                <a:lnTo>
                  <a:pt x="380178" y="66906"/>
                </a:lnTo>
                <a:close/>
                <a:moveTo>
                  <a:pt x="166473" y="33797"/>
                </a:moveTo>
                <a:lnTo>
                  <a:pt x="166473" y="68928"/>
                </a:lnTo>
                <a:lnTo>
                  <a:pt x="166470" y="70395"/>
                </a:lnTo>
                <a:lnTo>
                  <a:pt x="166461" y="71816"/>
                </a:lnTo>
                <a:lnTo>
                  <a:pt x="166447" y="73190"/>
                </a:lnTo>
                <a:lnTo>
                  <a:pt x="166427" y="74519"/>
                </a:lnTo>
                <a:lnTo>
                  <a:pt x="166401" y="75801"/>
                </a:lnTo>
                <a:lnTo>
                  <a:pt x="166370" y="77037"/>
                </a:lnTo>
                <a:lnTo>
                  <a:pt x="166333" y="78227"/>
                </a:lnTo>
                <a:lnTo>
                  <a:pt x="166290" y="79371"/>
                </a:lnTo>
                <a:lnTo>
                  <a:pt x="166241" y="80469"/>
                </a:lnTo>
                <a:lnTo>
                  <a:pt x="166186" y="81520"/>
                </a:lnTo>
                <a:lnTo>
                  <a:pt x="166126" y="82525"/>
                </a:lnTo>
                <a:lnTo>
                  <a:pt x="166060" y="83485"/>
                </a:lnTo>
                <a:lnTo>
                  <a:pt x="165989" y="84398"/>
                </a:lnTo>
                <a:lnTo>
                  <a:pt x="165911" y="85264"/>
                </a:lnTo>
                <a:lnTo>
                  <a:pt x="165828" y="86085"/>
                </a:lnTo>
                <a:lnTo>
                  <a:pt x="165739" y="86860"/>
                </a:lnTo>
                <a:lnTo>
                  <a:pt x="165645" y="87588"/>
                </a:lnTo>
                <a:lnTo>
                  <a:pt x="165545" y="88271"/>
                </a:lnTo>
                <a:lnTo>
                  <a:pt x="165438" y="88907"/>
                </a:lnTo>
                <a:lnTo>
                  <a:pt x="165327" y="89497"/>
                </a:lnTo>
                <a:lnTo>
                  <a:pt x="165209" y="90041"/>
                </a:lnTo>
                <a:lnTo>
                  <a:pt x="165086" y="90538"/>
                </a:lnTo>
                <a:lnTo>
                  <a:pt x="164957" y="90990"/>
                </a:lnTo>
                <a:lnTo>
                  <a:pt x="164822" y="91395"/>
                </a:lnTo>
                <a:lnTo>
                  <a:pt x="164680" y="91775"/>
                </a:lnTo>
                <a:lnTo>
                  <a:pt x="164528" y="92150"/>
                </a:lnTo>
                <a:lnTo>
                  <a:pt x="164366" y="92519"/>
                </a:lnTo>
                <a:lnTo>
                  <a:pt x="164194" y="92883"/>
                </a:lnTo>
                <a:lnTo>
                  <a:pt x="164012" y="93242"/>
                </a:lnTo>
                <a:lnTo>
                  <a:pt x="163820" y="93596"/>
                </a:lnTo>
                <a:lnTo>
                  <a:pt x="163619" y="93945"/>
                </a:lnTo>
                <a:lnTo>
                  <a:pt x="163408" y="94289"/>
                </a:lnTo>
                <a:lnTo>
                  <a:pt x="163187" y="94627"/>
                </a:lnTo>
                <a:lnTo>
                  <a:pt x="162956" y="94960"/>
                </a:lnTo>
                <a:lnTo>
                  <a:pt x="162715" y="95288"/>
                </a:lnTo>
                <a:lnTo>
                  <a:pt x="162464" y="95611"/>
                </a:lnTo>
                <a:lnTo>
                  <a:pt x="162204" y="95928"/>
                </a:lnTo>
                <a:lnTo>
                  <a:pt x="161934" y="96241"/>
                </a:lnTo>
                <a:lnTo>
                  <a:pt x="161654" y="96548"/>
                </a:lnTo>
                <a:lnTo>
                  <a:pt x="161364" y="96850"/>
                </a:lnTo>
                <a:lnTo>
                  <a:pt x="161064" y="97147"/>
                </a:lnTo>
                <a:lnTo>
                  <a:pt x="160755" y="97439"/>
                </a:lnTo>
                <a:lnTo>
                  <a:pt x="160436" y="97726"/>
                </a:lnTo>
                <a:lnTo>
                  <a:pt x="160106" y="98007"/>
                </a:lnTo>
                <a:lnTo>
                  <a:pt x="159768" y="98283"/>
                </a:lnTo>
                <a:lnTo>
                  <a:pt x="159419" y="98554"/>
                </a:lnTo>
                <a:lnTo>
                  <a:pt x="159060" y="98820"/>
                </a:lnTo>
                <a:lnTo>
                  <a:pt x="158692" y="99081"/>
                </a:lnTo>
                <a:lnTo>
                  <a:pt x="158316" y="99334"/>
                </a:lnTo>
                <a:lnTo>
                  <a:pt x="157937" y="99576"/>
                </a:lnTo>
                <a:lnTo>
                  <a:pt x="157553" y="99807"/>
                </a:lnTo>
                <a:lnTo>
                  <a:pt x="157166" y="100027"/>
                </a:lnTo>
                <a:lnTo>
                  <a:pt x="156774" y="100237"/>
                </a:lnTo>
                <a:lnTo>
                  <a:pt x="156378" y="100436"/>
                </a:lnTo>
                <a:lnTo>
                  <a:pt x="155978" y="100624"/>
                </a:lnTo>
                <a:lnTo>
                  <a:pt x="155574" y="100802"/>
                </a:lnTo>
                <a:lnTo>
                  <a:pt x="155166" y="100968"/>
                </a:lnTo>
                <a:lnTo>
                  <a:pt x="154754" y="101124"/>
                </a:lnTo>
                <a:lnTo>
                  <a:pt x="154337" y="101269"/>
                </a:lnTo>
                <a:lnTo>
                  <a:pt x="153917" y="101404"/>
                </a:lnTo>
                <a:lnTo>
                  <a:pt x="153492" y="101527"/>
                </a:lnTo>
                <a:lnTo>
                  <a:pt x="153064" y="101640"/>
                </a:lnTo>
                <a:lnTo>
                  <a:pt x="152631" y="101743"/>
                </a:lnTo>
                <a:lnTo>
                  <a:pt x="152194" y="101834"/>
                </a:lnTo>
                <a:lnTo>
                  <a:pt x="151753" y="101915"/>
                </a:lnTo>
                <a:lnTo>
                  <a:pt x="151308" y="101985"/>
                </a:lnTo>
                <a:lnTo>
                  <a:pt x="150859" y="102044"/>
                </a:lnTo>
                <a:lnTo>
                  <a:pt x="150406" y="102092"/>
                </a:lnTo>
                <a:lnTo>
                  <a:pt x="149949" y="102130"/>
                </a:lnTo>
                <a:lnTo>
                  <a:pt x="149487" y="102157"/>
                </a:lnTo>
                <a:lnTo>
                  <a:pt x="149022" y="102173"/>
                </a:lnTo>
                <a:lnTo>
                  <a:pt x="148552" y="102178"/>
                </a:lnTo>
                <a:lnTo>
                  <a:pt x="148143" y="102174"/>
                </a:lnTo>
                <a:lnTo>
                  <a:pt x="147739" y="102162"/>
                </a:lnTo>
                <a:lnTo>
                  <a:pt x="147342" y="102142"/>
                </a:lnTo>
                <a:lnTo>
                  <a:pt x="146950" y="102114"/>
                </a:lnTo>
                <a:lnTo>
                  <a:pt x="146564" y="102078"/>
                </a:lnTo>
                <a:lnTo>
                  <a:pt x="146185" y="102034"/>
                </a:lnTo>
                <a:lnTo>
                  <a:pt x="145811" y="101981"/>
                </a:lnTo>
                <a:lnTo>
                  <a:pt x="145443" y="101921"/>
                </a:lnTo>
                <a:lnTo>
                  <a:pt x="145082" y="101853"/>
                </a:lnTo>
                <a:lnTo>
                  <a:pt x="144726" y="101776"/>
                </a:lnTo>
                <a:lnTo>
                  <a:pt x="144377" y="101692"/>
                </a:lnTo>
                <a:lnTo>
                  <a:pt x="144033" y="101600"/>
                </a:lnTo>
                <a:lnTo>
                  <a:pt x="143695" y="101499"/>
                </a:lnTo>
                <a:lnTo>
                  <a:pt x="143364" y="101391"/>
                </a:lnTo>
                <a:lnTo>
                  <a:pt x="143038" y="101274"/>
                </a:lnTo>
                <a:lnTo>
                  <a:pt x="142719" y="101150"/>
                </a:lnTo>
                <a:lnTo>
                  <a:pt x="142405" y="101017"/>
                </a:lnTo>
                <a:lnTo>
                  <a:pt x="142098" y="100877"/>
                </a:lnTo>
                <a:lnTo>
                  <a:pt x="141796" y="100728"/>
                </a:lnTo>
                <a:lnTo>
                  <a:pt x="141500" y="100571"/>
                </a:lnTo>
                <a:lnTo>
                  <a:pt x="141211" y="100407"/>
                </a:lnTo>
                <a:lnTo>
                  <a:pt x="140927" y="100234"/>
                </a:lnTo>
                <a:lnTo>
                  <a:pt x="140650" y="100053"/>
                </a:lnTo>
                <a:lnTo>
                  <a:pt x="140378" y="99864"/>
                </a:lnTo>
                <a:lnTo>
                  <a:pt x="140113" y="99669"/>
                </a:lnTo>
                <a:lnTo>
                  <a:pt x="139855" y="99467"/>
                </a:lnTo>
                <a:lnTo>
                  <a:pt x="139604" y="99260"/>
                </a:lnTo>
                <a:lnTo>
                  <a:pt x="139360" y="99047"/>
                </a:lnTo>
                <a:lnTo>
                  <a:pt x="139123" y="98829"/>
                </a:lnTo>
                <a:lnTo>
                  <a:pt x="138892" y="98605"/>
                </a:lnTo>
                <a:lnTo>
                  <a:pt x="138669" y="98375"/>
                </a:lnTo>
                <a:lnTo>
                  <a:pt x="138453" y="98139"/>
                </a:lnTo>
                <a:lnTo>
                  <a:pt x="138243" y="97898"/>
                </a:lnTo>
                <a:lnTo>
                  <a:pt x="138041" y="97651"/>
                </a:lnTo>
                <a:lnTo>
                  <a:pt x="137845" y="97398"/>
                </a:lnTo>
                <a:lnTo>
                  <a:pt x="137657" y="97139"/>
                </a:lnTo>
                <a:lnTo>
                  <a:pt x="137475" y="96875"/>
                </a:lnTo>
                <a:lnTo>
                  <a:pt x="137301" y="96605"/>
                </a:lnTo>
                <a:lnTo>
                  <a:pt x="137133" y="96329"/>
                </a:lnTo>
                <a:lnTo>
                  <a:pt x="136972" y="96048"/>
                </a:lnTo>
                <a:lnTo>
                  <a:pt x="136819" y="95761"/>
                </a:lnTo>
                <a:lnTo>
                  <a:pt x="136672" y="95468"/>
                </a:lnTo>
                <a:lnTo>
                  <a:pt x="136532" y="95170"/>
                </a:lnTo>
                <a:lnTo>
                  <a:pt x="136399" y="94865"/>
                </a:lnTo>
                <a:lnTo>
                  <a:pt x="136273" y="94555"/>
                </a:lnTo>
                <a:lnTo>
                  <a:pt x="136154" y="94240"/>
                </a:lnTo>
                <a:lnTo>
                  <a:pt x="136042" y="93918"/>
                </a:lnTo>
                <a:lnTo>
                  <a:pt x="135937" y="93591"/>
                </a:lnTo>
                <a:lnTo>
                  <a:pt x="135838" y="93238"/>
                </a:lnTo>
                <a:lnTo>
                  <a:pt x="135743" y="92837"/>
                </a:lnTo>
                <a:lnTo>
                  <a:pt x="135652" y="92389"/>
                </a:lnTo>
                <a:lnTo>
                  <a:pt x="135565" y="91893"/>
                </a:lnTo>
                <a:lnTo>
                  <a:pt x="135483" y="91351"/>
                </a:lnTo>
                <a:lnTo>
                  <a:pt x="135404" y="90761"/>
                </a:lnTo>
                <a:lnTo>
                  <a:pt x="135330" y="90124"/>
                </a:lnTo>
                <a:lnTo>
                  <a:pt x="135261" y="89440"/>
                </a:lnTo>
                <a:lnTo>
                  <a:pt x="135195" y="88708"/>
                </a:lnTo>
                <a:lnTo>
                  <a:pt x="135134" y="87929"/>
                </a:lnTo>
                <a:lnTo>
                  <a:pt x="135077" y="87103"/>
                </a:lnTo>
                <a:lnTo>
                  <a:pt x="135024" y="86230"/>
                </a:lnTo>
                <a:lnTo>
                  <a:pt x="134975" y="85309"/>
                </a:lnTo>
                <a:lnTo>
                  <a:pt x="134931" y="84342"/>
                </a:lnTo>
                <a:lnTo>
                  <a:pt x="134890" y="83327"/>
                </a:lnTo>
                <a:lnTo>
                  <a:pt x="134855" y="82264"/>
                </a:lnTo>
                <a:lnTo>
                  <a:pt x="134823" y="81155"/>
                </a:lnTo>
                <a:lnTo>
                  <a:pt x="134795" y="79998"/>
                </a:lnTo>
                <a:lnTo>
                  <a:pt x="134772" y="78794"/>
                </a:lnTo>
                <a:lnTo>
                  <a:pt x="134753" y="77543"/>
                </a:lnTo>
                <a:lnTo>
                  <a:pt x="134738" y="76244"/>
                </a:lnTo>
                <a:lnTo>
                  <a:pt x="134728" y="74898"/>
                </a:lnTo>
                <a:lnTo>
                  <a:pt x="134721" y="73505"/>
                </a:lnTo>
                <a:lnTo>
                  <a:pt x="134719" y="72065"/>
                </a:lnTo>
                <a:lnTo>
                  <a:pt x="134719" y="33797"/>
                </a:lnTo>
                <a:lnTo>
                  <a:pt x="112633" y="33797"/>
                </a:lnTo>
                <a:lnTo>
                  <a:pt x="112633" y="86616"/>
                </a:lnTo>
                <a:lnTo>
                  <a:pt x="112638" y="87589"/>
                </a:lnTo>
                <a:lnTo>
                  <a:pt x="112654" y="88545"/>
                </a:lnTo>
                <a:lnTo>
                  <a:pt x="112680" y="89483"/>
                </a:lnTo>
                <a:lnTo>
                  <a:pt x="112716" y="90404"/>
                </a:lnTo>
                <a:lnTo>
                  <a:pt x="112763" y="91306"/>
                </a:lnTo>
                <a:lnTo>
                  <a:pt x="112820" y="92191"/>
                </a:lnTo>
                <a:lnTo>
                  <a:pt x="112887" y="93058"/>
                </a:lnTo>
                <a:lnTo>
                  <a:pt x="112965" y="93908"/>
                </a:lnTo>
                <a:lnTo>
                  <a:pt x="113053" y="94739"/>
                </a:lnTo>
                <a:lnTo>
                  <a:pt x="113151" y="95553"/>
                </a:lnTo>
                <a:lnTo>
                  <a:pt x="113260" y="96350"/>
                </a:lnTo>
                <a:lnTo>
                  <a:pt x="113380" y="97128"/>
                </a:lnTo>
                <a:lnTo>
                  <a:pt x="113509" y="97889"/>
                </a:lnTo>
                <a:lnTo>
                  <a:pt x="113649" y="98632"/>
                </a:lnTo>
                <a:lnTo>
                  <a:pt x="113800" y="99357"/>
                </a:lnTo>
                <a:lnTo>
                  <a:pt x="113960" y="100065"/>
                </a:lnTo>
                <a:lnTo>
                  <a:pt x="114132" y="100754"/>
                </a:lnTo>
                <a:lnTo>
                  <a:pt x="114313" y="101427"/>
                </a:lnTo>
                <a:lnTo>
                  <a:pt x="114505" y="102081"/>
                </a:lnTo>
                <a:lnTo>
                  <a:pt x="114707" y="102717"/>
                </a:lnTo>
                <a:lnTo>
                  <a:pt x="114920" y="103336"/>
                </a:lnTo>
                <a:lnTo>
                  <a:pt x="115143" y="103937"/>
                </a:lnTo>
                <a:lnTo>
                  <a:pt x="115376" y="104521"/>
                </a:lnTo>
                <a:lnTo>
                  <a:pt x="115620" y="105086"/>
                </a:lnTo>
                <a:lnTo>
                  <a:pt x="115875" y="105638"/>
                </a:lnTo>
                <a:lnTo>
                  <a:pt x="116143" y="106179"/>
                </a:lnTo>
                <a:lnTo>
                  <a:pt x="116424" y="106710"/>
                </a:lnTo>
                <a:lnTo>
                  <a:pt x="116718" y="107230"/>
                </a:lnTo>
                <a:lnTo>
                  <a:pt x="117025" y="107740"/>
                </a:lnTo>
                <a:lnTo>
                  <a:pt x="117344" y="108240"/>
                </a:lnTo>
                <a:lnTo>
                  <a:pt x="117676" y="108729"/>
                </a:lnTo>
                <a:lnTo>
                  <a:pt x="118021" y="109208"/>
                </a:lnTo>
                <a:lnTo>
                  <a:pt x="118379" y="109677"/>
                </a:lnTo>
                <a:lnTo>
                  <a:pt x="118750" y="110135"/>
                </a:lnTo>
                <a:lnTo>
                  <a:pt x="119134" y="110583"/>
                </a:lnTo>
                <a:lnTo>
                  <a:pt x="119530" y="111020"/>
                </a:lnTo>
                <a:lnTo>
                  <a:pt x="119939" y="111448"/>
                </a:lnTo>
                <a:lnTo>
                  <a:pt x="120361" y="111864"/>
                </a:lnTo>
                <a:lnTo>
                  <a:pt x="120796" y="112271"/>
                </a:lnTo>
                <a:lnTo>
                  <a:pt x="121244" y="112667"/>
                </a:lnTo>
                <a:lnTo>
                  <a:pt x="121704" y="113052"/>
                </a:lnTo>
                <a:lnTo>
                  <a:pt x="122178" y="113428"/>
                </a:lnTo>
                <a:lnTo>
                  <a:pt x="122664" y="113792"/>
                </a:lnTo>
                <a:lnTo>
                  <a:pt x="123163" y="114147"/>
                </a:lnTo>
                <a:lnTo>
                  <a:pt x="123675" y="114491"/>
                </a:lnTo>
                <a:lnTo>
                  <a:pt x="124199" y="114825"/>
                </a:lnTo>
                <a:lnTo>
                  <a:pt x="124737" y="115148"/>
                </a:lnTo>
                <a:lnTo>
                  <a:pt x="125287" y="115461"/>
                </a:lnTo>
                <a:lnTo>
                  <a:pt x="125847" y="115763"/>
                </a:lnTo>
                <a:lnTo>
                  <a:pt x="126413" y="116051"/>
                </a:lnTo>
                <a:lnTo>
                  <a:pt x="126985" y="116327"/>
                </a:lnTo>
                <a:lnTo>
                  <a:pt x="127562" y="116590"/>
                </a:lnTo>
                <a:lnTo>
                  <a:pt x="128146" y="116840"/>
                </a:lnTo>
                <a:lnTo>
                  <a:pt x="128736" y="117077"/>
                </a:lnTo>
                <a:lnTo>
                  <a:pt x="129332" y="117302"/>
                </a:lnTo>
                <a:lnTo>
                  <a:pt x="129933" y="117514"/>
                </a:lnTo>
                <a:lnTo>
                  <a:pt x="130541" y="117712"/>
                </a:lnTo>
                <a:lnTo>
                  <a:pt x="131155" y="117898"/>
                </a:lnTo>
                <a:lnTo>
                  <a:pt x="131775" y="118072"/>
                </a:lnTo>
                <a:lnTo>
                  <a:pt x="132400" y="118232"/>
                </a:lnTo>
                <a:lnTo>
                  <a:pt x="133032" y="118379"/>
                </a:lnTo>
                <a:lnTo>
                  <a:pt x="133670" y="118514"/>
                </a:lnTo>
                <a:lnTo>
                  <a:pt x="134314" y="118636"/>
                </a:lnTo>
                <a:lnTo>
                  <a:pt x="134964" y="118745"/>
                </a:lnTo>
                <a:lnTo>
                  <a:pt x="135619" y="118841"/>
                </a:lnTo>
                <a:lnTo>
                  <a:pt x="136281" y="118925"/>
                </a:lnTo>
                <a:lnTo>
                  <a:pt x="136949" y="118995"/>
                </a:lnTo>
                <a:lnTo>
                  <a:pt x="137623" y="119053"/>
                </a:lnTo>
                <a:lnTo>
                  <a:pt x="138303" y="119098"/>
                </a:lnTo>
                <a:lnTo>
                  <a:pt x="138989" y="119130"/>
                </a:lnTo>
                <a:lnTo>
                  <a:pt x="139680" y="119149"/>
                </a:lnTo>
                <a:lnTo>
                  <a:pt x="140378" y="119155"/>
                </a:lnTo>
                <a:lnTo>
                  <a:pt x="141065" y="119149"/>
                </a:lnTo>
                <a:lnTo>
                  <a:pt x="141748" y="119129"/>
                </a:lnTo>
                <a:lnTo>
                  <a:pt x="142429" y="119095"/>
                </a:lnTo>
                <a:lnTo>
                  <a:pt x="143106" y="119048"/>
                </a:lnTo>
                <a:lnTo>
                  <a:pt x="143781" y="118988"/>
                </a:lnTo>
                <a:lnTo>
                  <a:pt x="144453" y="118915"/>
                </a:lnTo>
                <a:lnTo>
                  <a:pt x="145122" y="118828"/>
                </a:lnTo>
                <a:lnTo>
                  <a:pt x="145788" y="118727"/>
                </a:lnTo>
                <a:lnTo>
                  <a:pt x="146452" y="118614"/>
                </a:lnTo>
                <a:lnTo>
                  <a:pt x="147112" y="118487"/>
                </a:lnTo>
                <a:lnTo>
                  <a:pt x="147770" y="118346"/>
                </a:lnTo>
                <a:lnTo>
                  <a:pt x="148425" y="118193"/>
                </a:lnTo>
                <a:lnTo>
                  <a:pt x="149077" y="118025"/>
                </a:lnTo>
                <a:lnTo>
                  <a:pt x="149726" y="117845"/>
                </a:lnTo>
                <a:lnTo>
                  <a:pt x="150372" y="117651"/>
                </a:lnTo>
                <a:lnTo>
                  <a:pt x="151015" y="117444"/>
                </a:lnTo>
                <a:lnTo>
                  <a:pt x="151656" y="117223"/>
                </a:lnTo>
                <a:lnTo>
                  <a:pt x="152293" y="116989"/>
                </a:lnTo>
                <a:lnTo>
                  <a:pt x="152928" y="116742"/>
                </a:lnTo>
                <a:lnTo>
                  <a:pt x="153560" y="116481"/>
                </a:lnTo>
                <a:lnTo>
                  <a:pt x="154189" y="116207"/>
                </a:lnTo>
                <a:lnTo>
                  <a:pt x="154815" y="115919"/>
                </a:lnTo>
                <a:lnTo>
                  <a:pt x="155438" y="115618"/>
                </a:lnTo>
                <a:lnTo>
                  <a:pt x="156059" y="115304"/>
                </a:lnTo>
                <a:lnTo>
                  <a:pt x="156673" y="114978"/>
                </a:lnTo>
                <a:lnTo>
                  <a:pt x="157277" y="114643"/>
                </a:lnTo>
                <a:lnTo>
                  <a:pt x="157871" y="114297"/>
                </a:lnTo>
                <a:lnTo>
                  <a:pt x="158455" y="113942"/>
                </a:lnTo>
                <a:lnTo>
                  <a:pt x="159029" y="113577"/>
                </a:lnTo>
                <a:lnTo>
                  <a:pt x="159593" y="113202"/>
                </a:lnTo>
                <a:lnTo>
                  <a:pt x="160147" y="112817"/>
                </a:lnTo>
                <a:lnTo>
                  <a:pt x="160692" y="112422"/>
                </a:lnTo>
                <a:lnTo>
                  <a:pt x="161226" y="112018"/>
                </a:lnTo>
                <a:lnTo>
                  <a:pt x="161750" y="111603"/>
                </a:lnTo>
                <a:lnTo>
                  <a:pt x="162265" y="111179"/>
                </a:lnTo>
                <a:lnTo>
                  <a:pt x="162769" y="110745"/>
                </a:lnTo>
                <a:lnTo>
                  <a:pt x="163263" y="110302"/>
                </a:lnTo>
                <a:lnTo>
                  <a:pt x="163748" y="109848"/>
                </a:lnTo>
                <a:lnTo>
                  <a:pt x="164222" y="109385"/>
                </a:lnTo>
                <a:lnTo>
                  <a:pt x="164687" y="108911"/>
                </a:lnTo>
                <a:lnTo>
                  <a:pt x="165142" y="108428"/>
                </a:lnTo>
                <a:lnTo>
                  <a:pt x="165586" y="107935"/>
                </a:lnTo>
                <a:lnTo>
                  <a:pt x="166021" y="107433"/>
                </a:lnTo>
                <a:lnTo>
                  <a:pt x="166446" y="106920"/>
                </a:lnTo>
                <a:lnTo>
                  <a:pt x="166860" y="106398"/>
                </a:lnTo>
                <a:lnTo>
                  <a:pt x="167265" y="105866"/>
                </a:lnTo>
                <a:lnTo>
                  <a:pt x="167660" y="105324"/>
                </a:lnTo>
                <a:lnTo>
                  <a:pt x="168045" y="104772"/>
                </a:lnTo>
                <a:lnTo>
                  <a:pt x="168045" y="117269"/>
                </a:lnTo>
                <a:lnTo>
                  <a:pt x="188559" y="117269"/>
                </a:lnTo>
                <a:lnTo>
                  <a:pt x="188559" y="33797"/>
                </a:lnTo>
                <a:lnTo>
                  <a:pt x="166473" y="33797"/>
                </a:lnTo>
                <a:close/>
                <a:moveTo>
                  <a:pt x="474034" y="118732"/>
                </a:moveTo>
                <a:lnTo>
                  <a:pt x="473855" y="119294"/>
                </a:lnTo>
                <a:lnTo>
                  <a:pt x="473670" y="119846"/>
                </a:lnTo>
                <a:lnTo>
                  <a:pt x="473479" y="120391"/>
                </a:lnTo>
                <a:lnTo>
                  <a:pt x="473283" y="120926"/>
                </a:lnTo>
                <a:lnTo>
                  <a:pt x="473080" y="121453"/>
                </a:lnTo>
                <a:lnTo>
                  <a:pt x="472871" y="121972"/>
                </a:lnTo>
                <a:lnTo>
                  <a:pt x="472656" y="122482"/>
                </a:lnTo>
                <a:lnTo>
                  <a:pt x="472436" y="122983"/>
                </a:lnTo>
                <a:lnTo>
                  <a:pt x="472209" y="123476"/>
                </a:lnTo>
                <a:lnTo>
                  <a:pt x="471976" y="123960"/>
                </a:lnTo>
                <a:lnTo>
                  <a:pt x="471737" y="124435"/>
                </a:lnTo>
                <a:lnTo>
                  <a:pt x="471492" y="124902"/>
                </a:lnTo>
                <a:lnTo>
                  <a:pt x="471242" y="125360"/>
                </a:lnTo>
                <a:lnTo>
                  <a:pt x="470985" y="125810"/>
                </a:lnTo>
                <a:lnTo>
                  <a:pt x="470722" y="126251"/>
                </a:lnTo>
                <a:lnTo>
                  <a:pt x="470453" y="126684"/>
                </a:lnTo>
                <a:lnTo>
                  <a:pt x="470178" y="127108"/>
                </a:lnTo>
                <a:lnTo>
                  <a:pt x="469897" y="127523"/>
                </a:lnTo>
                <a:lnTo>
                  <a:pt x="469611" y="127930"/>
                </a:lnTo>
                <a:lnTo>
                  <a:pt x="469318" y="128328"/>
                </a:lnTo>
                <a:lnTo>
                  <a:pt x="469019" y="128717"/>
                </a:lnTo>
                <a:lnTo>
                  <a:pt x="468714" y="129098"/>
                </a:lnTo>
                <a:lnTo>
                  <a:pt x="468399" y="129467"/>
                </a:lnTo>
                <a:lnTo>
                  <a:pt x="468071" y="129820"/>
                </a:lnTo>
                <a:lnTo>
                  <a:pt x="467728" y="130157"/>
                </a:lnTo>
                <a:lnTo>
                  <a:pt x="467371" y="130479"/>
                </a:lnTo>
                <a:lnTo>
                  <a:pt x="467001" y="130785"/>
                </a:lnTo>
                <a:lnTo>
                  <a:pt x="466617" y="131075"/>
                </a:lnTo>
                <a:lnTo>
                  <a:pt x="466218" y="131350"/>
                </a:lnTo>
                <a:lnTo>
                  <a:pt x="465806" y="131609"/>
                </a:lnTo>
                <a:lnTo>
                  <a:pt x="465380" y="131852"/>
                </a:lnTo>
                <a:lnTo>
                  <a:pt x="464940" y="132080"/>
                </a:lnTo>
                <a:lnTo>
                  <a:pt x="464486" y="132292"/>
                </a:lnTo>
                <a:lnTo>
                  <a:pt x="464018" y="132488"/>
                </a:lnTo>
                <a:lnTo>
                  <a:pt x="463536" y="132668"/>
                </a:lnTo>
                <a:lnTo>
                  <a:pt x="463040" y="132833"/>
                </a:lnTo>
                <a:lnTo>
                  <a:pt x="462531" y="132982"/>
                </a:lnTo>
                <a:lnTo>
                  <a:pt x="462007" y="133115"/>
                </a:lnTo>
                <a:lnTo>
                  <a:pt x="461470" y="133233"/>
                </a:lnTo>
                <a:lnTo>
                  <a:pt x="460918" y="133335"/>
                </a:lnTo>
                <a:lnTo>
                  <a:pt x="460353" y="133421"/>
                </a:lnTo>
                <a:lnTo>
                  <a:pt x="459774" y="133492"/>
                </a:lnTo>
                <a:lnTo>
                  <a:pt x="459180" y="133547"/>
                </a:lnTo>
                <a:lnTo>
                  <a:pt x="458573" y="133586"/>
                </a:lnTo>
                <a:lnTo>
                  <a:pt x="457952" y="133610"/>
                </a:lnTo>
                <a:lnTo>
                  <a:pt x="457317" y="133618"/>
                </a:lnTo>
                <a:lnTo>
                  <a:pt x="456968" y="133616"/>
                </a:lnTo>
                <a:lnTo>
                  <a:pt x="456616" y="133610"/>
                </a:lnTo>
                <a:lnTo>
                  <a:pt x="456260" y="133602"/>
                </a:lnTo>
                <a:lnTo>
                  <a:pt x="455900" y="133589"/>
                </a:lnTo>
                <a:lnTo>
                  <a:pt x="455537" y="133573"/>
                </a:lnTo>
                <a:lnTo>
                  <a:pt x="455171" y="133554"/>
                </a:lnTo>
                <a:lnTo>
                  <a:pt x="454800" y="133531"/>
                </a:lnTo>
                <a:lnTo>
                  <a:pt x="454427" y="133504"/>
                </a:lnTo>
                <a:lnTo>
                  <a:pt x="454049" y="133474"/>
                </a:lnTo>
                <a:lnTo>
                  <a:pt x="453669" y="133440"/>
                </a:lnTo>
                <a:lnTo>
                  <a:pt x="453284" y="133403"/>
                </a:lnTo>
                <a:lnTo>
                  <a:pt x="452896" y="133362"/>
                </a:lnTo>
                <a:lnTo>
                  <a:pt x="452505" y="133318"/>
                </a:lnTo>
                <a:lnTo>
                  <a:pt x="452110" y="133270"/>
                </a:lnTo>
                <a:lnTo>
                  <a:pt x="451711" y="133218"/>
                </a:lnTo>
                <a:lnTo>
                  <a:pt x="451309" y="133163"/>
                </a:lnTo>
                <a:lnTo>
                  <a:pt x="450903" y="133105"/>
                </a:lnTo>
                <a:lnTo>
                  <a:pt x="450494" y="133043"/>
                </a:lnTo>
                <a:lnTo>
                  <a:pt x="450081" y="132977"/>
                </a:lnTo>
                <a:lnTo>
                  <a:pt x="449665" y="132908"/>
                </a:lnTo>
                <a:lnTo>
                  <a:pt x="449245" y="132835"/>
                </a:lnTo>
                <a:lnTo>
                  <a:pt x="448822" y="132759"/>
                </a:lnTo>
                <a:lnTo>
                  <a:pt x="448395" y="132679"/>
                </a:lnTo>
                <a:lnTo>
                  <a:pt x="447964" y="132596"/>
                </a:lnTo>
                <a:lnTo>
                  <a:pt x="449929" y="149887"/>
                </a:lnTo>
                <a:lnTo>
                  <a:pt x="450440" y="149996"/>
                </a:lnTo>
                <a:lnTo>
                  <a:pt x="450953" y="150101"/>
                </a:lnTo>
                <a:lnTo>
                  <a:pt x="451465" y="150201"/>
                </a:lnTo>
                <a:lnTo>
                  <a:pt x="451979" y="150296"/>
                </a:lnTo>
                <a:lnTo>
                  <a:pt x="452494" y="150386"/>
                </a:lnTo>
                <a:lnTo>
                  <a:pt x="453009" y="150472"/>
                </a:lnTo>
                <a:lnTo>
                  <a:pt x="453525" y="150553"/>
                </a:lnTo>
                <a:lnTo>
                  <a:pt x="454042" y="150630"/>
                </a:lnTo>
                <a:lnTo>
                  <a:pt x="454560" y="150702"/>
                </a:lnTo>
                <a:lnTo>
                  <a:pt x="455079" y="150769"/>
                </a:lnTo>
                <a:lnTo>
                  <a:pt x="455598" y="150832"/>
                </a:lnTo>
                <a:lnTo>
                  <a:pt x="456119" y="150890"/>
                </a:lnTo>
                <a:lnTo>
                  <a:pt x="456640" y="150943"/>
                </a:lnTo>
                <a:lnTo>
                  <a:pt x="457162" y="150992"/>
                </a:lnTo>
                <a:lnTo>
                  <a:pt x="457685" y="151036"/>
                </a:lnTo>
                <a:lnTo>
                  <a:pt x="458208" y="151075"/>
                </a:lnTo>
                <a:lnTo>
                  <a:pt x="458733" y="151110"/>
                </a:lnTo>
                <a:lnTo>
                  <a:pt x="459258" y="151140"/>
                </a:lnTo>
                <a:lnTo>
                  <a:pt x="459784" y="151166"/>
                </a:lnTo>
                <a:lnTo>
                  <a:pt x="460311" y="151186"/>
                </a:lnTo>
                <a:lnTo>
                  <a:pt x="460838" y="151203"/>
                </a:lnTo>
                <a:lnTo>
                  <a:pt x="461367" y="151214"/>
                </a:lnTo>
                <a:lnTo>
                  <a:pt x="461896" y="151221"/>
                </a:lnTo>
                <a:lnTo>
                  <a:pt x="462426" y="151224"/>
                </a:lnTo>
                <a:lnTo>
                  <a:pt x="462948" y="151221"/>
                </a:lnTo>
                <a:lnTo>
                  <a:pt x="463465" y="151214"/>
                </a:lnTo>
                <a:lnTo>
                  <a:pt x="463978" y="151203"/>
                </a:lnTo>
                <a:lnTo>
                  <a:pt x="464486" y="151186"/>
                </a:lnTo>
                <a:lnTo>
                  <a:pt x="464990" y="151166"/>
                </a:lnTo>
                <a:lnTo>
                  <a:pt x="465489" y="151140"/>
                </a:lnTo>
                <a:lnTo>
                  <a:pt x="465984" y="151110"/>
                </a:lnTo>
                <a:lnTo>
                  <a:pt x="466474" y="151075"/>
                </a:lnTo>
                <a:lnTo>
                  <a:pt x="466960" y="151036"/>
                </a:lnTo>
                <a:lnTo>
                  <a:pt x="467441" y="150992"/>
                </a:lnTo>
                <a:lnTo>
                  <a:pt x="467918" y="150943"/>
                </a:lnTo>
                <a:lnTo>
                  <a:pt x="468390" y="150890"/>
                </a:lnTo>
                <a:lnTo>
                  <a:pt x="468858" y="150832"/>
                </a:lnTo>
                <a:lnTo>
                  <a:pt x="469321" y="150769"/>
                </a:lnTo>
                <a:lnTo>
                  <a:pt x="469780" y="150702"/>
                </a:lnTo>
                <a:lnTo>
                  <a:pt x="470234" y="150630"/>
                </a:lnTo>
                <a:lnTo>
                  <a:pt x="470683" y="150553"/>
                </a:lnTo>
                <a:lnTo>
                  <a:pt x="471129" y="150472"/>
                </a:lnTo>
                <a:lnTo>
                  <a:pt x="471569" y="150386"/>
                </a:lnTo>
                <a:lnTo>
                  <a:pt x="472005" y="150296"/>
                </a:lnTo>
                <a:lnTo>
                  <a:pt x="472437" y="150201"/>
                </a:lnTo>
                <a:lnTo>
                  <a:pt x="472864" y="150101"/>
                </a:lnTo>
                <a:lnTo>
                  <a:pt x="473287" y="149996"/>
                </a:lnTo>
                <a:lnTo>
                  <a:pt x="473705" y="149887"/>
                </a:lnTo>
                <a:lnTo>
                  <a:pt x="474118" y="149774"/>
                </a:lnTo>
                <a:lnTo>
                  <a:pt x="474526" y="149657"/>
                </a:lnTo>
                <a:lnTo>
                  <a:pt x="474928" y="149537"/>
                </a:lnTo>
                <a:lnTo>
                  <a:pt x="475325" y="149413"/>
                </a:lnTo>
                <a:lnTo>
                  <a:pt x="475717" y="149285"/>
                </a:lnTo>
                <a:lnTo>
                  <a:pt x="476102" y="149153"/>
                </a:lnTo>
                <a:lnTo>
                  <a:pt x="476483" y="149018"/>
                </a:lnTo>
                <a:lnTo>
                  <a:pt x="476858" y="148879"/>
                </a:lnTo>
                <a:lnTo>
                  <a:pt x="477227" y="148736"/>
                </a:lnTo>
                <a:lnTo>
                  <a:pt x="477591" y="148590"/>
                </a:lnTo>
                <a:lnTo>
                  <a:pt x="477950" y="148440"/>
                </a:lnTo>
                <a:lnTo>
                  <a:pt x="478303" y="148286"/>
                </a:lnTo>
                <a:lnTo>
                  <a:pt x="478651" y="148129"/>
                </a:lnTo>
                <a:lnTo>
                  <a:pt x="478993" y="147968"/>
                </a:lnTo>
                <a:lnTo>
                  <a:pt x="479330" y="147803"/>
                </a:lnTo>
                <a:lnTo>
                  <a:pt x="479661" y="147634"/>
                </a:lnTo>
                <a:lnTo>
                  <a:pt x="479987" y="147462"/>
                </a:lnTo>
                <a:lnTo>
                  <a:pt x="480307" y="147286"/>
                </a:lnTo>
                <a:lnTo>
                  <a:pt x="480622" y="147107"/>
                </a:lnTo>
                <a:lnTo>
                  <a:pt x="480932" y="146924"/>
                </a:lnTo>
                <a:lnTo>
                  <a:pt x="481236" y="146737"/>
                </a:lnTo>
                <a:lnTo>
                  <a:pt x="481534" y="146546"/>
                </a:lnTo>
                <a:lnTo>
                  <a:pt x="481828" y="146352"/>
                </a:lnTo>
                <a:lnTo>
                  <a:pt x="482115" y="146154"/>
                </a:lnTo>
                <a:lnTo>
                  <a:pt x="482399" y="145952"/>
                </a:lnTo>
                <a:lnTo>
                  <a:pt x="482680" y="145744"/>
                </a:lnTo>
                <a:lnTo>
                  <a:pt x="482958" y="145532"/>
                </a:lnTo>
                <a:lnTo>
                  <a:pt x="483233" y="145315"/>
                </a:lnTo>
                <a:lnTo>
                  <a:pt x="483506" y="145092"/>
                </a:lnTo>
                <a:lnTo>
                  <a:pt x="483776" y="144864"/>
                </a:lnTo>
                <a:lnTo>
                  <a:pt x="484043" y="144632"/>
                </a:lnTo>
                <a:lnTo>
                  <a:pt x="484307" y="144394"/>
                </a:lnTo>
                <a:lnTo>
                  <a:pt x="484569" y="144152"/>
                </a:lnTo>
                <a:lnTo>
                  <a:pt x="484828" y="143904"/>
                </a:lnTo>
                <a:lnTo>
                  <a:pt x="485084" y="143651"/>
                </a:lnTo>
                <a:lnTo>
                  <a:pt x="485338" y="143393"/>
                </a:lnTo>
                <a:lnTo>
                  <a:pt x="485589" y="143130"/>
                </a:lnTo>
                <a:lnTo>
                  <a:pt x="485837" y="142862"/>
                </a:lnTo>
                <a:lnTo>
                  <a:pt x="486082" y="142589"/>
                </a:lnTo>
                <a:lnTo>
                  <a:pt x="486325" y="142311"/>
                </a:lnTo>
                <a:lnTo>
                  <a:pt x="486564" y="142028"/>
                </a:lnTo>
                <a:lnTo>
                  <a:pt x="486802" y="141740"/>
                </a:lnTo>
                <a:lnTo>
                  <a:pt x="487036" y="141447"/>
                </a:lnTo>
                <a:lnTo>
                  <a:pt x="487268" y="141149"/>
                </a:lnTo>
                <a:lnTo>
                  <a:pt x="487497" y="140846"/>
                </a:lnTo>
                <a:lnTo>
                  <a:pt x="487723" y="140537"/>
                </a:lnTo>
                <a:lnTo>
                  <a:pt x="487947" y="140224"/>
                </a:lnTo>
                <a:lnTo>
                  <a:pt x="488167" y="139905"/>
                </a:lnTo>
                <a:lnTo>
                  <a:pt x="488387" y="139578"/>
                </a:lnTo>
                <a:lnTo>
                  <a:pt x="488608" y="139240"/>
                </a:lnTo>
                <a:lnTo>
                  <a:pt x="488830" y="138889"/>
                </a:lnTo>
                <a:lnTo>
                  <a:pt x="489053" y="138526"/>
                </a:lnTo>
                <a:lnTo>
                  <a:pt x="489276" y="138151"/>
                </a:lnTo>
                <a:lnTo>
                  <a:pt x="489501" y="137764"/>
                </a:lnTo>
                <a:lnTo>
                  <a:pt x="489727" y="137365"/>
                </a:lnTo>
                <a:lnTo>
                  <a:pt x="489953" y="136954"/>
                </a:lnTo>
                <a:lnTo>
                  <a:pt x="490181" y="136531"/>
                </a:lnTo>
                <a:lnTo>
                  <a:pt x="490409" y="136096"/>
                </a:lnTo>
                <a:lnTo>
                  <a:pt x="490639" y="135649"/>
                </a:lnTo>
                <a:lnTo>
                  <a:pt x="490869" y="135190"/>
                </a:lnTo>
                <a:lnTo>
                  <a:pt x="491100" y="134718"/>
                </a:lnTo>
                <a:lnTo>
                  <a:pt x="491333" y="134235"/>
                </a:lnTo>
                <a:lnTo>
                  <a:pt x="491566" y="133740"/>
                </a:lnTo>
                <a:lnTo>
                  <a:pt x="491800" y="133233"/>
                </a:lnTo>
                <a:lnTo>
                  <a:pt x="492035" y="132714"/>
                </a:lnTo>
                <a:lnTo>
                  <a:pt x="492272" y="132183"/>
                </a:lnTo>
                <a:lnTo>
                  <a:pt x="492509" y="131640"/>
                </a:lnTo>
                <a:lnTo>
                  <a:pt x="492747" y="131085"/>
                </a:lnTo>
                <a:lnTo>
                  <a:pt x="492986" y="130518"/>
                </a:lnTo>
                <a:lnTo>
                  <a:pt x="493226" y="129939"/>
                </a:lnTo>
                <a:lnTo>
                  <a:pt x="493467" y="129348"/>
                </a:lnTo>
                <a:lnTo>
                  <a:pt x="493708" y="128744"/>
                </a:lnTo>
                <a:lnTo>
                  <a:pt x="498975" y="114152"/>
                </a:lnTo>
                <a:lnTo>
                  <a:pt x="528449" y="33797"/>
                </a:lnTo>
                <a:lnTo>
                  <a:pt x="505577" y="33797"/>
                </a:lnTo>
                <a:lnTo>
                  <a:pt x="486084" y="93117"/>
                </a:lnTo>
                <a:lnTo>
                  <a:pt x="466120" y="33797"/>
                </a:lnTo>
                <a:lnTo>
                  <a:pt x="442619" y="33797"/>
                </a:lnTo>
                <a:lnTo>
                  <a:pt x="474373" y="117583"/>
                </a:lnTo>
                <a:lnTo>
                  <a:pt x="474206" y="118162"/>
                </a:lnTo>
                <a:lnTo>
                  <a:pt x="474034" y="118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Application">
            <a:extLst xmlns:a="http://schemas.openxmlformats.org/drawingml/2006/main">
              <a:ext uri="{FF2B5EF4-FFF2-40B4-BE49-F238E27FC236}">
                <a16:creationId xmlns:a16="http://schemas.microsoft.com/office/drawing/2014/main" id="{3262FA9F-A01E-45B5-894B-36D7E7B1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383" y="4723420"/>
            <a:ext cx="865608" cy="146979"/>
          </a:xfrm>
          <a:custGeom xmlns:a="http://schemas.openxmlformats.org/drawingml/2006/main">
            <a:pathLst>
              <a:path w="865608" h="146979">
                <a:moveTo>
                  <a:pt x="115618" y="115225"/>
                </a:moveTo>
                <a:lnTo>
                  <a:pt x="90310" y="115225"/>
                </a:lnTo>
                <a:lnTo>
                  <a:pt x="80249" y="88974"/>
                </a:lnTo>
                <a:lnTo>
                  <a:pt x="34190" y="88974"/>
                </a:lnTo>
                <a:lnTo>
                  <a:pt x="24680" y="115225"/>
                </a:lnTo>
                <a:lnTo>
                  <a:pt x="0" y="115225"/>
                </a:lnTo>
                <a:lnTo>
                  <a:pt x="44880" y="0"/>
                </a:lnTo>
                <a:lnTo>
                  <a:pt x="69481" y="0"/>
                </a:lnTo>
                <a:lnTo>
                  <a:pt x="115618" y="115225"/>
                </a:lnTo>
                <a:moveTo>
                  <a:pt x="72782" y="69481"/>
                </a:moveTo>
                <a:lnTo>
                  <a:pt x="56905" y="26881"/>
                </a:lnTo>
                <a:lnTo>
                  <a:pt x="41343" y="69481"/>
                </a:lnTo>
                <a:lnTo>
                  <a:pt x="72782" y="69481"/>
                </a:lnTo>
                <a:close/>
                <a:moveTo>
                  <a:pt x="127145" y="31754"/>
                </a:moveTo>
                <a:lnTo>
                  <a:pt x="147738" y="31754"/>
                </a:lnTo>
                <a:lnTo>
                  <a:pt x="147738" y="44015"/>
                </a:lnTo>
                <a:cubicBezTo>
                  <a:pt x="150411" y="39823"/>
                  <a:pt x="154026" y="36417"/>
                  <a:pt x="158585" y="33797"/>
                </a:cubicBezTo>
                <a:cubicBezTo>
                  <a:pt x="163144" y="31177"/>
                  <a:pt x="168200" y="29867"/>
                  <a:pt x="173754" y="29867"/>
                </a:cubicBezTo>
                <a:cubicBezTo>
                  <a:pt x="183448" y="29867"/>
                  <a:pt x="191675" y="33666"/>
                  <a:pt x="198434" y="41264"/>
                </a:cubicBezTo>
                <a:cubicBezTo>
                  <a:pt x="205194" y="48862"/>
                  <a:pt x="208574" y="59447"/>
                  <a:pt x="208574" y="73018"/>
                </a:cubicBezTo>
                <a:cubicBezTo>
                  <a:pt x="208574" y="86956"/>
                  <a:pt x="205168" y="97790"/>
                  <a:pt x="198356" y="105519"/>
                </a:cubicBezTo>
                <a:cubicBezTo>
                  <a:pt x="191544" y="113247"/>
                  <a:pt x="183291" y="117112"/>
                  <a:pt x="173597" y="117112"/>
                </a:cubicBezTo>
                <a:cubicBezTo>
                  <a:pt x="168986" y="117112"/>
                  <a:pt x="164807" y="116195"/>
                  <a:pt x="161061" y="114361"/>
                </a:cubicBezTo>
                <a:cubicBezTo>
                  <a:pt x="157314" y="112527"/>
                  <a:pt x="153371" y="109383"/>
                  <a:pt x="149232" y="104929"/>
                </a:cubicBezTo>
                <a:lnTo>
                  <a:pt x="149232" y="146979"/>
                </a:lnTo>
                <a:lnTo>
                  <a:pt x="127145" y="146979"/>
                </a:lnTo>
                <a:lnTo>
                  <a:pt x="127145" y="31754"/>
                </a:lnTo>
                <a:moveTo>
                  <a:pt x="148996" y="72038"/>
                </a:moveTo>
                <a:cubicBezTo>
                  <a:pt x="148996" y="81403"/>
                  <a:pt x="150856" y="88322"/>
                  <a:pt x="154576" y="92795"/>
                </a:cubicBezTo>
                <a:cubicBezTo>
                  <a:pt x="158297" y="97269"/>
                  <a:pt x="162829" y="99506"/>
                  <a:pt x="168174" y="99506"/>
                </a:cubicBezTo>
                <a:cubicBezTo>
                  <a:pt x="173309" y="99506"/>
                  <a:pt x="177580" y="97452"/>
                  <a:pt x="180985" y="93346"/>
                </a:cubicBezTo>
                <a:cubicBezTo>
                  <a:pt x="184391" y="89239"/>
                  <a:pt x="186094" y="82502"/>
                  <a:pt x="186094" y="73136"/>
                </a:cubicBezTo>
                <a:cubicBezTo>
                  <a:pt x="186094" y="64398"/>
                  <a:pt x="184339" y="57911"/>
                  <a:pt x="180828" y="53673"/>
                </a:cubicBezTo>
                <a:cubicBezTo>
                  <a:pt x="177318" y="49435"/>
                  <a:pt x="172968" y="47316"/>
                  <a:pt x="167781" y="47316"/>
                </a:cubicBezTo>
                <a:cubicBezTo>
                  <a:pt x="162384" y="47316"/>
                  <a:pt x="157904" y="49396"/>
                  <a:pt x="154341" y="53555"/>
                </a:cubicBezTo>
                <a:cubicBezTo>
                  <a:pt x="150777" y="57714"/>
                  <a:pt x="148996" y="63875"/>
                  <a:pt x="148996" y="72038"/>
                </a:cubicBezTo>
                <a:close/>
                <a:moveTo>
                  <a:pt x="225498" y="31754"/>
                </a:moveTo>
                <a:lnTo>
                  <a:pt x="246091" y="31754"/>
                </a:lnTo>
                <a:lnTo>
                  <a:pt x="246091" y="44015"/>
                </a:lnTo>
                <a:cubicBezTo>
                  <a:pt x="248763" y="39823"/>
                  <a:pt x="252379" y="36417"/>
                  <a:pt x="256937" y="33797"/>
                </a:cubicBezTo>
                <a:cubicBezTo>
                  <a:pt x="261496" y="31177"/>
                  <a:pt x="266553" y="29867"/>
                  <a:pt x="272107" y="29867"/>
                </a:cubicBezTo>
                <a:cubicBezTo>
                  <a:pt x="281801" y="29867"/>
                  <a:pt x="290027" y="33666"/>
                  <a:pt x="296787" y="41264"/>
                </a:cubicBezTo>
                <a:cubicBezTo>
                  <a:pt x="303546" y="48862"/>
                  <a:pt x="306926" y="59447"/>
                  <a:pt x="306926" y="73018"/>
                </a:cubicBezTo>
                <a:cubicBezTo>
                  <a:pt x="306926" y="86956"/>
                  <a:pt x="303520" y="97790"/>
                  <a:pt x="296708" y="105519"/>
                </a:cubicBezTo>
                <a:cubicBezTo>
                  <a:pt x="289896" y="113247"/>
                  <a:pt x="281644" y="117112"/>
                  <a:pt x="271950" y="117112"/>
                </a:cubicBezTo>
                <a:cubicBezTo>
                  <a:pt x="267339" y="117112"/>
                  <a:pt x="263160" y="116195"/>
                  <a:pt x="259413" y="114361"/>
                </a:cubicBezTo>
                <a:cubicBezTo>
                  <a:pt x="255667" y="112527"/>
                  <a:pt x="251724" y="109383"/>
                  <a:pt x="247584" y="104929"/>
                </a:cubicBezTo>
                <a:lnTo>
                  <a:pt x="247584" y="146979"/>
                </a:lnTo>
                <a:lnTo>
                  <a:pt x="225498" y="146979"/>
                </a:lnTo>
                <a:lnTo>
                  <a:pt x="225498" y="31754"/>
                </a:lnTo>
                <a:moveTo>
                  <a:pt x="247348" y="72038"/>
                </a:moveTo>
                <a:cubicBezTo>
                  <a:pt x="247348" y="81403"/>
                  <a:pt x="249209" y="88322"/>
                  <a:pt x="252929" y="92795"/>
                </a:cubicBezTo>
                <a:cubicBezTo>
                  <a:pt x="256649" y="97269"/>
                  <a:pt x="261182" y="99506"/>
                  <a:pt x="266526" y="99506"/>
                </a:cubicBezTo>
                <a:cubicBezTo>
                  <a:pt x="271662" y="99506"/>
                  <a:pt x="275932" y="97452"/>
                  <a:pt x="279338" y="93346"/>
                </a:cubicBezTo>
                <a:cubicBezTo>
                  <a:pt x="282744" y="89239"/>
                  <a:pt x="284447" y="82502"/>
                  <a:pt x="284447" y="73136"/>
                </a:cubicBezTo>
                <a:cubicBezTo>
                  <a:pt x="284447" y="64398"/>
                  <a:pt x="282692" y="57911"/>
                  <a:pt x="279181" y="53673"/>
                </a:cubicBezTo>
                <a:cubicBezTo>
                  <a:pt x="275670" y="49435"/>
                  <a:pt x="271321" y="47316"/>
                  <a:pt x="266133" y="47316"/>
                </a:cubicBezTo>
                <a:cubicBezTo>
                  <a:pt x="260736" y="47316"/>
                  <a:pt x="256256" y="49396"/>
                  <a:pt x="252693" y="53555"/>
                </a:cubicBezTo>
                <a:cubicBezTo>
                  <a:pt x="249130" y="57714"/>
                  <a:pt x="247348" y="63875"/>
                  <a:pt x="247348" y="72038"/>
                </a:cubicBezTo>
                <a:close/>
                <a:moveTo>
                  <a:pt x="324479" y="115225"/>
                </a:moveTo>
                <a:lnTo>
                  <a:pt x="324479" y="0"/>
                </a:lnTo>
                <a:lnTo>
                  <a:pt x="346565" y="0"/>
                </a:lnTo>
                <a:lnTo>
                  <a:pt x="346565" y="115225"/>
                </a:lnTo>
                <a:lnTo>
                  <a:pt x="324479" y="115225"/>
                </a:lnTo>
                <a:close/>
                <a:moveTo>
                  <a:pt x="369229" y="20436"/>
                </a:moveTo>
                <a:lnTo>
                  <a:pt x="369229" y="0"/>
                </a:lnTo>
                <a:lnTo>
                  <a:pt x="391315" y="0"/>
                </a:lnTo>
                <a:lnTo>
                  <a:pt x="391315" y="20436"/>
                </a:lnTo>
                <a:lnTo>
                  <a:pt x="369229" y="20436"/>
                </a:lnTo>
                <a:moveTo>
                  <a:pt x="369229" y="115225"/>
                </a:moveTo>
                <a:lnTo>
                  <a:pt x="369229" y="31754"/>
                </a:lnTo>
                <a:lnTo>
                  <a:pt x="391315" y="31754"/>
                </a:lnTo>
                <a:lnTo>
                  <a:pt x="391315" y="115225"/>
                </a:lnTo>
                <a:lnTo>
                  <a:pt x="369229" y="115225"/>
                </a:lnTo>
                <a:close/>
                <a:moveTo>
                  <a:pt x="486761" y="56434"/>
                </a:moveTo>
                <a:lnTo>
                  <a:pt x="464989" y="60364"/>
                </a:lnTo>
                <a:cubicBezTo>
                  <a:pt x="464255" y="56041"/>
                  <a:pt x="462592" y="52785"/>
                  <a:pt x="459998" y="50598"/>
                </a:cubicBezTo>
                <a:cubicBezTo>
                  <a:pt x="457404" y="48410"/>
                  <a:pt x="454038" y="47316"/>
                  <a:pt x="449898" y="47316"/>
                </a:cubicBezTo>
                <a:cubicBezTo>
                  <a:pt x="444396" y="47316"/>
                  <a:pt x="440008" y="49210"/>
                  <a:pt x="436733" y="52998"/>
                </a:cubicBezTo>
                <a:cubicBezTo>
                  <a:pt x="433458" y="56785"/>
                  <a:pt x="431820" y="63119"/>
                  <a:pt x="431820" y="71999"/>
                </a:cubicBezTo>
                <a:cubicBezTo>
                  <a:pt x="431820" y="81873"/>
                  <a:pt x="433484" y="88847"/>
                  <a:pt x="436811" y="92923"/>
                </a:cubicBezTo>
                <a:cubicBezTo>
                  <a:pt x="440139" y="96997"/>
                  <a:pt x="444606" y="99034"/>
                  <a:pt x="450213" y="99034"/>
                </a:cubicBezTo>
                <a:cubicBezTo>
                  <a:pt x="454404" y="99034"/>
                  <a:pt x="457837" y="97842"/>
                  <a:pt x="460509" y="95458"/>
                </a:cubicBezTo>
                <a:cubicBezTo>
                  <a:pt x="463181" y="93074"/>
                  <a:pt x="465068" y="88974"/>
                  <a:pt x="466168" y="83157"/>
                </a:cubicBezTo>
                <a:lnTo>
                  <a:pt x="487861" y="86930"/>
                </a:lnTo>
                <a:cubicBezTo>
                  <a:pt x="485608" y="96886"/>
                  <a:pt x="481285" y="104405"/>
                  <a:pt x="474892" y="109488"/>
                </a:cubicBezTo>
                <a:cubicBezTo>
                  <a:pt x="468500" y="114570"/>
                  <a:pt x="459933" y="117112"/>
                  <a:pt x="449191" y="117112"/>
                </a:cubicBezTo>
                <a:cubicBezTo>
                  <a:pt x="436982" y="117112"/>
                  <a:pt x="427249" y="113261"/>
                  <a:pt x="419991" y="105558"/>
                </a:cubicBezTo>
                <a:cubicBezTo>
                  <a:pt x="412734" y="97855"/>
                  <a:pt x="409105" y="87192"/>
                  <a:pt x="409105" y="73568"/>
                </a:cubicBezTo>
                <a:cubicBezTo>
                  <a:pt x="409105" y="59787"/>
                  <a:pt x="412747" y="49059"/>
                  <a:pt x="420031" y="41382"/>
                </a:cubicBezTo>
                <a:cubicBezTo>
                  <a:pt x="427314" y="33706"/>
                  <a:pt x="437165" y="29867"/>
                  <a:pt x="449584" y="29867"/>
                </a:cubicBezTo>
                <a:cubicBezTo>
                  <a:pt x="459749" y="29867"/>
                  <a:pt x="467832" y="32055"/>
                  <a:pt x="473831" y="36430"/>
                </a:cubicBezTo>
                <a:cubicBezTo>
                  <a:pt x="479831" y="40806"/>
                  <a:pt x="484141" y="47474"/>
                  <a:pt x="486761" y="56434"/>
                </a:cubicBezTo>
                <a:close/>
                <a:moveTo>
                  <a:pt x="519983" y="57534"/>
                </a:moveTo>
                <a:lnTo>
                  <a:pt x="499941" y="53919"/>
                </a:lnTo>
                <a:cubicBezTo>
                  <a:pt x="502194" y="45743"/>
                  <a:pt x="506072" y="39691"/>
                  <a:pt x="511573" y="35762"/>
                </a:cubicBezTo>
                <a:cubicBezTo>
                  <a:pt x="517075" y="31832"/>
                  <a:pt x="525250" y="29867"/>
                  <a:pt x="536096" y="29867"/>
                </a:cubicBezTo>
                <a:cubicBezTo>
                  <a:pt x="545947" y="29867"/>
                  <a:pt x="553283" y="31033"/>
                  <a:pt x="558104" y="33365"/>
                </a:cubicBezTo>
                <a:cubicBezTo>
                  <a:pt x="562924" y="35697"/>
                  <a:pt x="566317" y="38657"/>
                  <a:pt x="568282" y="42247"/>
                </a:cubicBezTo>
                <a:cubicBezTo>
                  <a:pt x="570247" y="45836"/>
                  <a:pt x="571230" y="52425"/>
                  <a:pt x="571230" y="62014"/>
                </a:cubicBezTo>
                <a:lnTo>
                  <a:pt x="570994" y="87795"/>
                </a:lnTo>
                <a:cubicBezTo>
                  <a:pt x="570994" y="95130"/>
                  <a:pt x="571348" y="100541"/>
                  <a:pt x="572055" y="104025"/>
                </a:cubicBezTo>
                <a:cubicBezTo>
                  <a:pt x="572762" y="107510"/>
                  <a:pt x="574085" y="111243"/>
                  <a:pt x="576024" y="115225"/>
                </a:cubicBezTo>
                <a:lnTo>
                  <a:pt x="554174" y="115225"/>
                </a:lnTo>
                <a:cubicBezTo>
                  <a:pt x="553597" y="113758"/>
                  <a:pt x="552890" y="111584"/>
                  <a:pt x="552052" y="108702"/>
                </a:cubicBezTo>
                <a:cubicBezTo>
                  <a:pt x="551685" y="107392"/>
                  <a:pt x="551423" y="106527"/>
                  <a:pt x="551266" y="106108"/>
                </a:cubicBezTo>
                <a:cubicBezTo>
                  <a:pt x="547493" y="109776"/>
                  <a:pt x="543458" y="112527"/>
                  <a:pt x="539161" y="114361"/>
                </a:cubicBezTo>
                <a:cubicBezTo>
                  <a:pt x="534865" y="116195"/>
                  <a:pt x="530280" y="117112"/>
                  <a:pt x="525407" y="117112"/>
                </a:cubicBezTo>
                <a:cubicBezTo>
                  <a:pt x="516813" y="117112"/>
                  <a:pt x="510041" y="114790"/>
                  <a:pt x="505089" y="110146"/>
                </a:cubicBezTo>
                <a:cubicBezTo>
                  <a:pt x="500137" y="105502"/>
                  <a:pt x="497661" y="99632"/>
                  <a:pt x="497661" y="92535"/>
                </a:cubicBezTo>
                <a:cubicBezTo>
                  <a:pt x="497661" y="87839"/>
                  <a:pt x="498788" y="83652"/>
                  <a:pt x="501041" y="79974"/>
                </a:cubicBezTo>
                <a:cubicBezTo>
                  <a:pt x="503294" y="76295"/>
                  <a:pt x="506451" y="73477"/>
                  <a:pt x="510512" y="71520"/>
                </a:cubicBezTo>
                <a:cubicBezTo>
                  <a:pt x="514573" y="69563"/>
                  <a:pt x="520429" y="67854"/>
                  <a:pt x="528079" y="66394"/>
                </a:cubicBezTo>
                <a:cubicBezTo>
                  <a:pt x="538402" y="64463"/>
                  <a:pt x="545554" y="62663"/>
                  <a:pt x="549537" y="60992"/>
                </a:cubicBezTo>
                <a:lnTo>
                  <a:pt x="549537" y="58767"/>
                </a:lnTo>
                <a:cubicBezTo>
                  <a:pt x="549537" y="54475"/>
                  <a:pt x="548489" y="51416"/>
                  <a:pt x="546393" y="49588"/>
                </a:cubicBezTo>
                <a:cubicBezTo>
                  <a:pt x="544297" y="47759"/>
                  <a:pt x="540340" y="46845"/>
                  <a:pt x="534524" y="46845"/>
                </a:cubicBezTo>
                <a:cubicBezTo>
                  <a:pt x="530594" y="46845"/>
                  <a:pt x="527529" y="47636"/>
                  <a:pt x="525328" y="49217"/>
                </a:cubicBezTo>
                <a:cubicBezTo>
                  <a:pt x="523127" y="50798"/>
                  <a:pt x="521346" y="53570"/>
                  <a:pt x="519983" y="57534"/>
                </a:cubicBezTo>
                <a:moveTo>
                  <a:pt x="549537" y="75455"/>
                </a:moveTo>
                <a:cubicBezTo>
                  <a:pt x="546707" y="76386"/>
                  <a:pt x="542227" y="77500"/>
                  <a:pt x="536096" y="78795"/>
                </a:cubicBezTo>
                <a:cubicBezTo>
                  <a:pt x="529965" y="80089"/>
                  <a:pt x="525957" y="81357"/>
                  <a:pt x="524071" y="82600"/>
                </a:cubicBezTo>
                <a:cubicBezTo>
                  <a:pt x="521189" y="84619"/>
                  <a:pt x="519748" y="87181"/>
                  <a:pt x="519748" y="90288"/>
                </a:cubicBezTo>
                <a:cubicBezTo>
                  <a:pt x="519748" y="93343"/>
                  <a:pt x="520900" y="95984"/>
                  <a:pt x="523206" y="98211"/>
                </a:cubicBezTo>
                <a:cubicBezTo>
                  <a:pt x="525512" y="100437"/>
                  <a:pt x="528446" y="101549"/>
                  <a:pt x="532009" y="101549"/>
                </a:cubicBezTo>
                <a:cubicBezTo>
                  <a:pt x="535991" y="101549"/>
                  <a:pt x="539790" y="100255"/>
                  <a:pt x="543406" y="97666"/>
                </a:cubicBezTo>
                <a:cubicBezTo>
                  <a:pt x="546078" y="95699"/>
                  <a:pt x="547834" y="93292"/>
                  <a:pt x="548672" y="90442"/>
                </a:cubicBezTo>
                <a:cubicBezTo>
                  <a:pt x="549248" y="88579"/>
                  <a:pt x="549537" y="85033"/>
                  <a:pt x="549537" y="79805"/>
                </a:cubicBezTo>
                <a:lnTo>
                  <a:pt x="549537" y="75455"/>
                </a:lnTo>
                <a:close/>
                <a:moveTo>
                  <a:pt x="631254" y="31754"/>
                </a:moveTo>
                <a:lnTo>
                  <a:pt x="631254" y="49360"/>
                </a:lnTo>
                <a:lnTo>
                  <a:pt x="616164" y="49360"/>
                </a:lnTo>
                <a:lnTo>
                  <a:pt x="616164" y="82946"/>
                </a:lnTo>
                <a:cubicBezTo>
                  <a:pt x="616164" y="89748"/>
                  <a:pt x="616308" y="93712"/>
                  <a:pt x="616596" y="94837"/>
                </a:cubicBezTo>
                <a:cubicBezTo>
                  <a:pt x="616884" y="95960"/>
                  <a:pt x="617539" y="96888"/>
                  <a:pt x="618561" y="97622"/>
                </a:cubicBezTo>
                <a:cubicBezTo>
                  <a:pt x="619583" y="98354"/>
                  <a:pt x="620827" y="98720"/>
                  <a:pt x="622294" y="98720"/>
                </a:cubicBezTo>
                <a:cubicBezTo>
                  <a:pt x="624338" y="98720"/>
                  <a:pt x="627298" y="98012"/>
                  <a:pt x="631176" y="96598"/>
                </a:cubicBezTo>
                <a:lnTo>
                  <a:pt x="633062" y="113796"/>
                </a:lnTo>
                <a:cubicBezTo>
                  <a:pt x="627927" y="116007"/>
                  <a:pt x="622111" y="117112"/>
                  <a:pt x="615613" y="117112"/>
                </a:cubicBezTo>
                <a:cubicBezTo>
                  <a:pt x="611631" y="117112"/>
                  <a:pt x="608042" y="116444"/>
                  <a:pt x="604845" y="115108"/>
                </a:cubicBezTo>
                <a:cubicBezTo>
                  <a:pt x="601649" y="113771"/>
                  <a:pt x="599304" y="112042"/>
                  <a:pt x="597811" y="109920"/>
                </a:cubicBezTo>
                <a:cubicBezTo>
                  <a:pt x="596317" y="107798"/>
                  <a:pt x="595282" y="104929"/>
                  <a:pt x="594706" y="101314"/>
                </a:cubicBezTo>
                <a:cubicBezTo>
                  <a:pt x="594235" y="98746"/>
                  <a:pt x="593999" y="93558"/>
                  <a:pt x="593999" y="85751"/>
                </a:cubicBezTo>
                <a:lnTo>
                  <a:pt x="593999" y="49360"/>
                </a:lnTo>
                <a:lnTo>
                  <a:pt x="583860" y="49360"/>
                </a:lnTo>
                <a:lnTo>
                  <a:pt x="583860" y="31754"/>
                </a:lnTo>
                <a:lnTo>
                  <a:pt x="593999" y="31754"/>
                </a:lnTo>
                <a:lnTo>
                  <a:pt x="593999" y="15091"/>
                </a:lnTo>
                <a:lnTo>
                  <a:pt x="616164" y="2044"/>
                </a:lnTo>
                <a:lnTo>
                  <a:pt x="616164" y="31754"/>
                </a:lnTo>
                <a:lnTo>
                  <a:pt x="631254" y="31754"/>
                </a:lnTo>
                <a:close/>
                <a:moveTo>
                  <a:pt x="646579" y="20436"/>
                </a:moveTo>
                <a:lnTo>
                  <a:pt x="646579" y="0"/>
                </a:lnTo>
                <a:lnTo>
                  <a:pt x="668666" y="0"/>
                </a:lnTo>
                <a:lnTo>
                  <a:pt x="668666" y="20436"/>
                </a:lnTo>
                <a:lnTo>
                  <a:pt x="646579" y="20436"/>
                </a:lnTo>
                <a:moveTo>
                  <a:pt x="646579" y="115225"/>
                </a:moveTo>
                <a:lnTo>
                  <a:pt x="646579" y="31754"/>
                </a:lnTo>
                <a:lnTo>
                  <a:pt x="668666" y="31754"/>
                </a:lnTo>
                <a:lnTo>
                  <a:pt x="668666" y="115225"/>
                </a:lnTo>
                <a:lnTo>
                  <a:pt x="646579" y="115225"/>
                </a:lnTo>
                <a:close/>
                <a:moveTo>
                  <a:pt x="686220" y="72311"/>
                </a:moveTo>
                <a:cubicBezTo>
                  <a:pt x="686220" y="64975"/>
                  <a:pt x="688028" y="57875"/>
                  <a:pt x="691643" y="51010"/>
                </a:cubicBezTo>
                <a:cubicBezTo>
                  <a:pt x="695259" y="44146"/>
                  <a:pt x="700381" y="38906"/>
                  <a:pt x="707009" y="35291"/>
                </a:cubicBezTo>
                <a:cubicBezTo>
                  <a:pt x="713638" y="31675"/>
                  <a:pt x="721039" y="29867"/>
                  <a:pt x="729213" y="29867"/>
                </a:cubicBezTo>
                <a:cubicBezTo>
                  <a:pt x="741842" y="29867"/>
                  <a:pt x="752190" y="33968"/>
                  <a:pt x="760260" y="42168"/>
                </a:cubicBezTo>
                <a:cubicBezTo>
                  <a:pt x="768329" y="50369"/>
                  <a:pt x="772364" y="60730"/>
                  <a:pt x="772364" y="73254"/>
                </a:cubicBezTo>
                <a:cubicBezTo>
                  <a:pt x="772364" y="85882"/>
                  <a:pt x="768290" y="96349"/>
                  <a:pt x="760142" y="104654"/>
                </a:cubicBezTo>
                <a:cubicBezTo>
                  <a:pt x="751994" y="112959"/>
                  <a:pt x="741737" y="117112"/>
                  <a:pt x="729371" y="117112"/>
                </a:cubicBezTo>
                <a:cubicBezTo>
                  <a:pt x="721720" y="117112"/>
                  <a:pt x="714424" y="115383"/>
                  <a:pt x="707481" y="111924"/>
                </a:cubicBezTo>
                <a:cubicBezTo>
                  <a:pt x="700538" y="108466"/>
                  <a:pt x="695259" y="103396"/>
                  <a:pt x="691643" y="96716"/>
                </a:cubicBezTo>
                <a:cubicBezTo>
                  <a:pt x="688028" y="90035"/>
                  <a:pt x="686220" y="81900"/>
                  <a:pt x="686220" y="72311"/>
                </a:cubicBezTo>
                <a:moveTo>
                  <a:pt x="708856" y="73490"/>
                </a:moveTo>
                <a:cubicBezTo>
                  <a:pt x="708856" y="81742"/>
                  <a:pt x="710821" y="88063"/>
                  <a:pt x="714751" y="92452"/>
                </a:cubicBezTo>
                <a:cubicBezTo>
                  <a:pt x="718681" y="96840"/>
                  <a:pt x="723528" y="99034"/>
                  <a:pt x="729292" y="99034"/>
                </a:cubicBezTo>
                <a:cubicBezTo>
                  <a:pt x="735056" y="99034"/>
                  <a:pt x="739890" y="96840"/>
                  <a:pt x="743793" y="92452"/>
                </a:cubicBezTo>
                <a:cubicBezTo>
                  <a:pt x="747697" y="88063"/>
                  <a:pt x="749649" y="81690"/>
                  <a:pt x="749649" y="73332"/>
                </a:cubicBezTo>
                <a:cubicBezTo>
                  <a:pt x="749649" y="65184"/>
                  <a:pt x="747697" y="58916"/>
                  <a:pt x="743793" y="54528"/>
                </a:cubicBezTo>
                <a:cubicBezTo>
                  <a:pt x="739890" y="50139"/>
                  <a:pt x="735056" y="47945"/>
                  <a:pt x="729292" y="47945"/>
                </a:cubicBezTo>
                <a:cubicBezTo>
                  <a:pt x="723528" y="47945"/>
                  <a:pt x="718681" y="50139"/>
                  <a:pt x="714751" y="54528"/>
                </a:cubicBezTo>
                <a:cubicBezTo>
                  <a:pt x="710821" y="58916"/>
                  <a:pt x="708856" y="65237"/>
                  <a:pt x="708856" y="73490"/>
                </a:cubicBezTo>
                <a:close/>
                <a:moveTo>
                  <a:pt x="865608" y="115225"/>
                </a:moveTo>
                <a:lnTo>
                  <a:pt x="843522" y="115225"/>
                </a:lnTo>
                <a:lnTo>
                  <a:pt x="843522" y="72674"/>
                </a:lnTo>
                <a:cubicBezTo>
                  <a:pt x="843522" y="63671"/>
                  <a:pt x="843051" y="57849"/>
                  <a:pt x="842107" y="55206"/>
                </a:cubicBezTo>
                <a:cubicBezTo>
                  <a:pt x="841164" y="52563"/>
                  <a:pt x="839631" y="50509"/>
                  <a:pt x="837509" y="49043"/>
                </a:cubicBezTo>
                <a:cubicBezTo>
                  <a:pt x="835387" y="47578"/>
                  <a:pt x="832833" y="46845"/>
                  <a:pt x="829846" y="46845"/>
                </a:cubicBezTo>
                <a:cubicBezTo>
                  <a:pt x="826021" y="46845"/>
                  <a:pt x="822589" y="47892"/>
                  <a:pt x="819550" y="49986"/>
                </a:cubicBezTo>
                <a:cubicBezTo>
                  <a:pt x="816510" y="52079"/>
                  <a:pt x="814428" y="54853"/>
                  <a:pt x="813301" y="58308"/>
                </a:cubicBezTo>
                <a:cubicBezTo>
                  <a:pt x="812174" y="61761"/>
                  <a:pt x="811611" y="68147"/>
                  <a:pt x="811611" y="77464"/>
                </a:cubicBezTo>
                <a:lnTo>
                  <a:pt x="811611" y="115225"/>
                </a:lnTo>
                <a:lnTo>
                  <a:pt x="789525" y="115225"/>
                </a:lnTo>
                <a:lnTo>
                  <a:pt x="789525" y="31754"/>
                </a:lnTo>
                <a:lnTo>
                  <a:pt x="810039" y="31754"/>
                </a:lnTo>
                <a:lnTo>
                  <a:pt x="810039" y="44015"/>
                </a:lnTo>
                <a:cubicBezTo>
                  <a:pt x="817323" y="34583"/>
                  <a:pt x="826492" y="29867"/>
                  <a:pt x="837549" y="29867"/>
                </a:cubicBezTo>
                <a:cubicBezTo>
                  <a:pt x="842422" y="29867"/>
                  <a:pt x="846876" y="30745"/>
                  <a:pt x="850910" y="32501"/>
                </a:cubicBezTo>
                <a:cubicBezTo>
                  <a:pt x="854945" y="34256"/>
                  <a:pt x="857997" y="36496"/>
                  <a:pt x="860067" y="39221"/>
                </a:cubicBezTo>
                <a:cubicBezTo>
                  <a:pt x="862137" y="41945"/>
                  <a:pt x="863578" y="45037"/>
                  <a:pt x="864390" y="48495"/>
                </a:cubicBezTo>
                <a:cubicBezTo>
                  <a:pt x="865202" y="51954"/>
                  <a:pt x="865608" y="56905"/>
                  <a:pt x="865608" y="63350"/>
                </a:cubicBezTo>
                <a:lnTo>
                  <a:pt x="865608" y="115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F9965-7D9B-4CFB-B1E2-B4510D9D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586" y="4134391"/>
            <a:ext cx="442667" cy="442667"/>
          </a:xfrm>
          <a:custGeom xmlns:a="http://schemas.openxmlformats.org/drawingml/2006/main">
            <a:pathLst>
              <a:path w="442667" h="442667">
                <a:moveTo>
                  <a:pt x="0" y="442667"/>
                </a:moveTo>
                <a:lnTo>
                  <a:pt x="442667" y="442667"/>
                </a:lnTo>
                <a:lnTo>
                  <a:pt x="442667" y="0"/>
                </a:lnTo>
                <a:lnTo>
                  <a:pt x="0" y="0"/>
                </a:lnTo>
                <a:lnTo>
                  <a:pt x="0" y="4426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d28f538bb4efb"/>
          <a:stretch xmlns:a="http://schemas.openxmlformats.org/drawingml/2006/main"/>
        </p:blipFill>
        <p:spPr>
          <a:xfrm xmlns:a="http://schemas.openxmlformats.org/drawingml/2006/main">
            <a:off x="5147586" y="4134391"/>
            <a:ext cx="442667" cy="442667"/>
          </a:xfrm>
          <a:prstGeom xmlns:a="http://schemas.openxmlformats.org/drawingml/2006/main" prst="rect">
            <a:avLst/>
          </a:prstGeom>
        </p:spPr>
      </p:pic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60D0C-3AF1-47C5-A93C-BA5B4B72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703" y="4234215"/>
            <a:ext cx="898741" cy="900341"/>
          </a:xfrm>
          <a:custGeom xmlns:a="http://schemas.openxmlformats.org/drawingml/2006/main">
            <a:pathLst>
              <a:path w="898741" h="900341">
                <a:moveTo>
                  <a:pt x="0" y="143104"/>
                </a:moveTo>
                <a:cubicBezTo>
                  <a:pt x="0" y="0"/>
                  <a:pt x="898741" y="0"/>
                  <a:pt x="898741" y="143104"/>
                </a:cubicBezTo>
                <a:lnTo>
                  <a:pt x="898741" y="757209"/>
                </a:lnTo>
                <a:cubicBezTo>
                  <a:pt x="898741" y="900341"/>
                  <a:pt x="0" y="900341"/>
                  <a:pt x="0" y="757209"/>
                </a:cubicBezTo>
                <a:lnTo>
                  <a:pt x="0" y="14310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559A2-E194-4FCB-A43B-BED17881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703" y="4234215"/>
            <a:ext cx="898741" cy="900341"/>
          </a:xfrm>
          <a:custGeom xmlns:a="http://schemas.openxmlformats.org/drawingml/2006/main">
            <a:pathLst>
              <a:path w="898741" h="900341" fill="none">
                <a:moveTo>
                  <a:pt x="0" y="143104"/>
                </a:moveTo>
                <a:cubicBezTo>
                  <a:pt x="0" y="0"/>
                  <a:pt x="898741" y="0"/>
                  <a:pt x="898741" y="143104"/>
                </a:cubicBezTo>
                <a:lnTo>
                  <a:pt x="898741" y="757209"/>
                </a:lnTo>
                <a:cubicBezTo>
                  <a:pt x="898741" y="900341"/>
                  <a:pt x="0" y="900341"/>
                  <a:pt x="0" y="757209"/>
                </a:cubicBezTo>
                <a:lnTo>
                  <a:pt x="0" y="1431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FFB48-E022-4C15-8409-601A9B2A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703" y="4377319"/>
            <a:ext cx="898741" cy="214627"/>
          </a:xfrm>
          <a:custGeom xmlns:a="http://schemas.openxmlformats.org/drawingml/2006/main">
            <a:pathLst>
              <a:path w="898741" h="214627" fill="none">
                <a:moveTo>
                  <a:pt x="0" y="0"/>
                </a:moveTo>
                <a:cubicBezTo>
                  <a:pt x="0" y="107328"/>
                  <a:pt x="898741" y="107328"/>
                  <a:pt x="898741" y="0"/>
                </a:cubicBezTo>
                <a:moveTo>
                  <a:pt x="0" y="53664"/>
                </a:moveTo>
                <a:cubicBezTo>
                  <a:pt x="0" y="160992"/>
                  <a:pt x="898741" y="160992"/>
                  <a:pt x="898741" y="53664"/>
                </a:cubicBezTo>
                <a:moveTo>
                  <a:pt x="0" y="107328"/>
                </a:moveTo>
                <a:cubicBezTo>
                  <a:pt x="0" y="214627"/>
                  <a:pt x="898741" y="214627"/>
                  <a:pt x="898741" y="1073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73" name="Text Answers">
            <a:extLst xmlns:a="http://schemas.openxmlformats.org/drawingml/2006/main">
              <a:ext uri="{FF2B5EF4-FFF2-40B4-BE49-F238E27FC236}">
                <a16:creationId xmlns:a16="http://schemas.microsoft.com/office/drawing/2014/main" id="{88601DE2-5D5A-4B17-8389-33D20A46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802" y="4656343"/>
            <a:ext cx="663165" cy="117112"/>
          </a:xfrm>
          <a:custGeom xmlns:a="http://schemas.openxmlformats.org/drawingml/2006/main">
            <a:pathLst>
              <a:path w="663165" h="117112">
                <a:moveTo>
                  <a:pt x="115618" y="115225"/>
                </a:moveTo>
                <a:lnTo>
                  <a:pt x="90310" y="115225"/>
                </a:lnTo>
                <a:lnTo>
                  <a:pt x="80249" y="88974"/>
                </a:lnTo>
                <a:lnTo>
                  <a:pt x="34190" y="88974"/>
                </a:lnTo>
                <a:lnTo>
                  <a:pt x="24680" y="115225"/>
                </a:lnTo>
                <a:lnTo>
                  <a:pt x="0" y="115225"/>
                </a:lnTo>
                <a:lnTo>
                  <a:pt x="44880" y="0"/>
                </a:lnTo>
                <a:lnTo>
                  <a:pt x="69481" y="0"/>
                </a:lnTo>
                <a:lnTo>
                  <a:pt x="115618" y="115225"/>
                </a:lnTo>
                <a:moveTo>
                  <a:pt x="72782" y="69481"/>
                </a:moveTo>
                <a:lnTo>
                  <a:pt x="56905" y="26881"/>
                </a:lnTo>
                <a:lnTo>
                  <a:pt x="41343" y="69481"/>
                </a:lnTo>
                <a:lnTo>
                  <a:pt x="72782" y="69481"/>
                </a:lnTo>
                <a:close/>
                <a:moveTo>
                  <a:pt x="203700" y="115225"/>
                </a:moveTo>
                <a:lnTo>
                  <a:pt x="181614" y="115225"/>
                </a:lnTo>
                <a:lnTo>
                  <a:pt x="181614" y="72674"/>
                </a:lnTo>
                <a:cubicBezTo>
                  <a:pt x="181614" y="63671"/>
                  <a:pt x="181143" y="57849"/>
                  <a:pt x="180199" y="55206"/>
                </a:cubicBezTo>
                <a:cubicBezTo>
                  <a:pt x="179256" y="52563"/>
                  <a:pt x="177724" y="50509"/>
                  <a:pt x="175601" y="49043"/>
                </a:cubicBezTo>
                <a:cubicBezTo>
                  <a:pt x="173479" y="47578"/>
                  <a:pt x="170925" y="46845"/>
                  <a:pt x="167938" y="46845"/>
                </a:cubicBezTo>
                <a:cubicBezTo>
                  <a:pt x="164113" y="46845"/>
                  <a:pt x="160681" y="47892"/>
                  <a:pt x="157642" y="49986"/>
                </a:cubicBezTo>
                <a:cubicBezTo>
                  <a:pt x="154603" y="52079"/>
                  <a:pt x="152520" y="54853"/>
                  <a:pt x="151393" y="58308"/>
                </a:cubicBezTo>
                <a:cubicBezTo>
                  <a:pt x="150267" y="61761"/>
                  <a:pt x="149703" y="68147"/>
                  <a:pt x="149703" y="77464"/>
                </a:cubicBezTo>
                <a:lnTo>
                  <a:pt x="149703" y="115225"/>
                </a:lnTo>
                <a:lnTo>
                  <a:pt x="127617" y="115225"/>
                </a:lnTo>
                <a:lnTo>
                  <a:pt x="127617" y="31754"/>
                </a:lnTo>
                <a:lnTo>
                  <a:pt x="148131" y="31754"/>
                </a:lnTo>
                <a:lnTo>
                  <a:pt x="148131" y="44015"/>
                </a:lnTo>
                <a:cubicBezTo>
                  <a:pt x="155415" y="34583"/>
                  <a:pt x="164585" y="29867"/>
                  <a:pt x="175641" y="29867"/>
                </a:cubicBezTo>
                <a:cubicBezTo>
                  <a:pt x="180514" y="29867"/>
                  <a:pt x="184968" y="30745"/>
                  <a:pt x="189003" y="32501"/>
                </a:cubicBezTo>
                <a:cubicBezTo>
                  <a:pt x="193037" y="34256"/>
                  <a:pt x="196089" y="36496"/>
                  <a:pt x="198159" y="39221"/>
                </a:cubicBezTo>
                <a:cubicBezTo>
                  <a:pt x="200229" y="41945"/>
                  <a:pt x="201670" y="45037"/>
                  <a:pt x="202482" y="48495"/>
                </a:cubicBezTo>
                <a:cubicBezTo>
                  <a:pt x="203294" y="51954"/>
                  <a:pt x="203700" y="56905"/>
                  <a:pt x="203700" y="63350"/>
                </a:cubicBezTo>
                <a:lnTo>
                  <a:pt x="203700" y="115225"/>
                </a:lnTo>
                <a:close/>
                <a:moveTo>
                  <a:pt x="218345" y="91489"/>
                </a:moveTo>
                <a:lnTo>
                  <a:pt x="240510" y="88030"/>
                </a:lnTo>
                <a:cubicBezTo>
                  <a:pt x="241453" y="92301"/>
                  <a:pt x="243366" y="95543"/>
                  <a:pt x="246247" y="97757"/>
                </a:cubicBezTo>
                <a:cubicBezTo>
                  <a:pt x="249129" y="99971"/>
                  <a:pt x="253164" y="101078"/>
                  <a:pt x="258352" y="101078"/>
                </a:cubicBezTo>
                <a:cubicBezTo>
                  <a:pt x="264063" y="101078"/>
                  <a:pt x="268360" y="100031"/>
                  <a:pt x="271242" y="97939"/>
                </a:cubicBezTo>
                <a:cubicBezTo>
                  <a:pt x="273181" y="96473"/>
                  <a:pt x="274150" y="94511"/>
                  <a:pt x="274150" y="92051"/>
                </a:cubicBezTo>
                <a:cubicBezTo>
                  <a:pt x="274150" y="90376"/>
                  <a:pt x="273626" y="88989"/>
                  <a:pt x="272578" y="87890"/>
                </a:cubicBezTo>
                <a:cubicBezTo>
                  <a:pt x="271478" y="86844"/>
                  <a:pt x="269015" y="85876"/>
                  <a:pt x="265190" y="84987"/>
                </a:cubicBezTo>
                <a:cubicBezTo>
                  <a:pt x="247374" y="81064"/>
                  <a:pt x="236082" y="77479"/>
                  <a:pt x="231314" y="74234"/>
                </a:cubicBezTo>
                <a:cubicBezTo>
                  <a:pt x="224711" y="69731"/>
                  <a:pt x="221410" y="63475"/>
                  <a:pt x="221410" y="55466"/>
                </a:cubicBezTo>
                <a:cubicBezTo>
                  <a:pt x="221410" y="48241"/>
                  <a:pt x="224266" y="42169"/>
                  <a:pt x="229978" y="37248"/>
                </a:cubicBezTo>
                <a:cubicBezTo>
                  <a:pt x="235689" y="32328"/>
                  <a:pt x="244544" y="29867"/>
                  <a:pt x="256544" y="29867"/>
                </a:cubicBezTo>
                <a:cubicBezTo>
                  <a:pt x="267967" y="29867"/>
                  <a:pt x="276456" y="31721"/>
                  <a:pt x="282010" y="35428"/>
                </a:cubicBezTo>
                <a:cubicBezTo>
                  <a:pt x="287564" y="39136"/>
                  <a:pt x="291389" y="44618"/>
                  <a:pt x="293485" y="51875"/>
                </a:cubicBezTo>
                <a:lnTo>
                  <a:pt x="272657" y="55805"/>
                </a:lnTo>
                <a:cubicBezTo>
                  <a:pt x="271766" y="52556"/>
                  <a:pt x="270076" y="50067"/>
                  <a:pt x="267587" y="48338"/>
                </a:cubicBezTo>
                <a:cubicBezTo>
                  <a:pt x="265098" y="46609"/>
                  <a:pt x="261548" y="45744"/>
                  <a:pt x="256937" y="45744"/>
                </a:cubicBezTo>
                <a:cubicBezTo>
                  <a:pt x="251121" y="45744"/>
                  <a:pt x="246955" y="46556"/>
                  <a:pt x="244440" y="48178"/>
                </a:cubicBezTo>
                <a:cubicBezTo>
                  <a:pt x="242763" y="49328"/>
                  <a:pt x="241925" y="50819"/>
                  <a:pt x="241925" y="52651"/>
                </a:cubicBezTo>
                <a:cubicBezTo>
                  <a:pt x="241925" y="54220"/>
                  <a:pt x="242658" y="55554"/>
                  <a:pt x="244125" y="56652"/>
                </a:cubicBezTo>
                <a:cubicBezTo>
                  <a:pt x="246116" y="58118"/>
                  <a:pt x="252994" y="60185"/>
                  <a:pt x="264757" y="62854"/>
                </a:cubicBezTo>
                <a:cubicBezTo>
                  <a:pt x="276521" y="65523"/>
                  <a:pt x="284735" y="68797"/>
                  <a:pt x="289398" y="72677"/>
                </a:cubicBezTo>
                <a:cubicBezTo>
                  <a:pt x="294009" y="76610"/>
                  <a:pt x="296315" y="82089"/>
                  <a:pt x="296315" y="89114"/>
                </a:cubicBezTo>
                <a:cubicBezTo>
                  <a:pt x="296315" y="96769"/>
                  <a:pt x="293118" y="103349"/>
                  <a:pt x="286726" y="108854"/>
                </a:cubicBezTo>
                <a:cubicBezTo>
                  <a:pt x="280333" y="114359"/>
                  <a:pt x="270875" y="117112"/>
                  <a:pt x="258352" y="117112"/>
                </a:cubicBezTo>
                <a:cubicBezTo>
                  <a:pt x="246981" y="117112"/>
                  <a:pt x="237982" y="114814"/>
                  <a:pt x="231353" y="110217"/>
                </a:cubicBezTo>
                <a:cubicBezTo>
                  <a:pt x="224725" y="105619"/>
                  <a:pt x="220389" y="99376"/>
                  <a:pt x="218345" y="91489"/>
                </a:cubicBezTo>
                <a:close/>
                <a:moveTo>
                  <a:pt x="331188" y="115225"/>
                </a:moveTo>
                <a:lnTo>
                  <a:pt x="304779" y="31754"/>
                </a:lnTo>
                <a:lnTo>
                  <a:pt x="326236" y="31754"/>
                </a:lnTo>
                <a:lnTo>
                  <a:pt x="341877" y="86458"/>
                </a:lnTo>
                <a:lnTo>
                  <a:pt x="356261" y="31754"/>
                </a:lnTo>
                <a:lnTo>
                  <a:pt x="377561" y="31754"/>
                </a:lnTo>
                <a:lnTo>
                  <a:pt x="391473" y="86458"/>
                </a:lnTo>
                <a:lnTo>
                  <a:pt x="407429" y="31754"/>
                </a:lnTo>
                <a:lnTo>
                  <a:pt x="429200" y="31754"/>
                </a:lnTo>
                <a:lnTo>
                  <a:pt x="402398" y="115225"/>
                </a:lnTo>
                <a:lnTo>
                  <a:pt x="381177" y="115225"/>
                </a:lnTo>
                <a:lnTo>
                  <a:pt x="366793" y="61543"/>
                </a:lnTo>
                <a:lnTo>
                  <a:pt x="352645" y="115225"/>
                </a:lnTo>
                <a:lnTo>
                  <a:pt x="331188" y="115225"/>
                </a:lnTo>
                <a:close/>
                <a:moveTo>
                  <a:pt x="489198" y="88659"/>
                </a:moveTo>
                <a:lnTo>
                  <a:pt x="511206" y="92432"/>
                </a:lnTo>
                <a:cubicBezTo>
                  <a:pt x="508376" y="100475"/>
                  <a:pt x="503909" y="106599"/>
                  <a:pt x="497805" y="110804"/>
                </a:cubicBezTo>
                <a:cubicBezTo>
                  <a:pt x="491700" y="115009"/>
                  <a:pt x="484063" y="117112"/>
                  <a:pt x="474893" y="117112"/>
                </a:cubicBezTo>
                <a:cubicBezTo>
                  <a:pt x="460379" y="117112"/>
                  <a:pt x="449637" y="112370"/>
                  <a:pt x="442668" y="102886"/>
                </a:cubicBezTo>
                <a:cubicBezTo>
                  <a:pt x="437166" y="95288"/>
                  <a:pt x="434415" y="85699"/>
                  <a:pt x="434415" y="74118"/>
                </a:cubicBezTo>
                <a:cubicBezTo>
                  <a:pt x="434415" y="60285"/>
                  <a:pt x="438030" y="49452"/>
                  <a:pt x="445261" y="41618"/>
                </a:cubicBezTo>
                <a:cubicBezTo>
                  <a:pt x="452493" y="33784"/>
                  <a:pt x="461636" y="29867"/>
                  <a:pt x="472692" y="29867"/>
                </a:cubicBezTo>
                <a:cubicBezTo>
                  <a:pt x="485111" y="29867"/>
                  <a:pt x="494910" y="33968"/>
                  <a:pt x="502088" y="42168"/>
                </a:cubicBezTo>
                <a:cubicBezTo>
                  <a:pt x="509267" y="50369"/>
                  <a:pt x="512699" y="62931"/>
                  <a:pt x="512385" y="79856"/>
                </a:cubicBezTo>
                <a:lnTo>
                  <a:pt x="457051" y="79856"/>
                </a:lnTo>
                <a:cubicBezTo>
                  <a:pt x="457208" y="86406"/>
                  <a:pt x="458990" y="91502"/>
                  <a:pt x="462396" y="95144"/>
                </a:cubicBezTo>
                <a:cubicBezTo>
                  <a:pt x="465802" y="98785"/>
                  <a:pt x="470046" y="100606"/>
                  <a:pt x="475129" y="100606"/>
                </a:cubicBezTo>
                <a:cubicBezTo>
                  <a:pt x="478587" y="100606"/>
                  <a:pt x="481495" y="99663"/>
                  <a:pt x="483853" y="97777"/>
                </a:cubicBezTo>
                <a:cubicBezTo>
                  <a:pt x="486211" y="95890"/>
                  <a:pt x="487993" y="92851"/>
                  <a:pt x="489198" y="88659"/>
                </a:cubicBezTo>
                <a:moveTo>
                  <a:pt x="490456" y="66337"/>
                </a:moveTo>
                <a:cubicBezTo>
                  <a:pt x="490298" y="59971"/>
                  <a:pt x="488648" y="55130"/>
                  <a:pt x="485504" y="51816"/>
                </a:cubicBezTo>
                <a:cubicBezTo>
                  <a:pt x="482360" y="48502"/>
                  <a:pt x="478535" y="46845"/>
                  <a:pt x="474029" y="46845"/>
                </a:cubicBezTo>
                <a:cubicBezTo>
                  <a:pt x="469208" y="46845"/>
                  <a:pt x="465225" y="48593"/>
                  <a:pt x="462082" y="52089"/>
                </a:cubicBezTo>
                <a:cubicBezTo>
                  <a:pt x="458938" y="55586"/>
                  <a:pt x="457392" y="60336"/>
                  <a:pt x="457444" y="66337"/>
                </a:cubicBezTo>
                <a:lnTo>
                  <a:pt x="490456" y="66337"/>
                </a:lnTo>
                <a:close/>
                <a:moveTo>
                  <a:pt x="551502" y="115225"/>
                </a:moveTo>
                <a:lnTo>
                  <a:pt x="529416" y="115225"/>
                </a:lnTo>
                <a:lnTo>
                  <a:pt x="529416" y="31754"/>
                </a:lnTo>
                <a:lnTo>
                  <a:pt x="549930" y="31754"/>
                </a:lnTo>
                <a:lnTo>
                  <a:pt x="549930" y="43622"/>
                </a:lnTo>
                <a:cubicBezTo>
                  <a:pt x="553441" y="38015"/>
                  <a:pt x="556598" y="34321"/>
                  <a:pt x="559401" y="32540"/>
                </a:cubicBezTo>
                <a:cubicBezTo>
                  <a:pt x="562204" y="30758"/>
                  <a:pt x="565388" y="29867"/>
                  <a:pt x="568951" y="29867"/>
                </a:cubicBezTo>
                <a:cubicBezTo>
                  <a:pt x="573981" y="29867"/>
                  <a:pt x="578828" y="31256"/>
                  <a:pt x="583491" y="34033"/>
                </a:cubicBezTo>
                <a:lnTo>
                  <a:pt x="576653" y="53290"/>
                </a:lnTo>
                <a:cubicBezTo>
                  <a:pt x="572933" y="50879"/>
                  <a:pt x="569475" y="49674"/>
                  <a:pt x="566278" y="49674"/>
                </a:cubicBezTo>
                <a:cubicBezTo>
                  <a:pt x="563187" y="49674"/>
                  <a:pt x="560567" y="50526"/>
                  <a:pt x="558419" y="52229"/>
                </a:cubicBezTo>
                <a:cubicBezTo>
                  <a:pt x="556270" y="53932"/>
                  <a:pt x="554580" y="57010"/>
                  <a:pt x="553349" y="61464"/>
                </a:cubicBezTo>
                <a:cubicBezTo>
                  <a:pt x="552118" y="65918"/>
                  <a:pt x="551502" y="75245"/>
                  <a:pt x="551502" y="89445"/>
                </a:cubicBezTo>
                <a:lnTo>
                  <a:pt x="551502" y="115225"/>
                </a:lnTo>
                <a:close/>
                <a:moveTo>
                  <a:pt x="585196" y="91489"/>
                </a:moveTo>
                <a:lnTo>
                  <a:pt x="607360" y="88030"/>
                </a:lnTo>
                <a:cubicBezTo>
                  <a:pt x="608304" y="92301"/>
                  <a:pt x="610216" y="95543"/>
                  <a:pt x="613098" y="97757"/>
                </a:cubicBezTo>
                <a:cubicBezTo>
                  <a:pt x="615980" y="99971"/>
                  <a:pt x="620015" y="101078"/>
                  <a:pt x="625202" y="101078"/>
                </a:cubicBezTo>
                <a:cubicBezTo>
                  <a:pt x="630914" y="101078"/>
                  <a:pt x="635211" y="100031"/>
                  <a:pt x="638093" y="97939"/>
                </a:cubicBezTo>
                <a:cubicBezTo>
                  <a:pt x="640031" y="96473"/>
                  <a:pt x="641001" y="94511"/>
                  <a:pt x="641001" y="92051"/>
                </a:cubicBezTo>
                <a:cubicBezTo>
                  <a:pt x="641001" y="90376"/>
                  <a:pt x="640477" y="88989"/>
                  <a:pt x="639429" y="87890"/>
                </a:cubicBezTo>
                <a:cubicBezTo>
                  <a:pt x="638328" y="86844"/>
                  <a:pt x="635866" y="85876"/>
                  <a:pt x="632040" y="84987"/>
                </a:cubicBezTo>
                <a:cubicBezTo>
                  <a:pt x="614225" y="81064"/>
                  <a:pt x="602933" y="77479"/>
                  <a:pt x="598164" y="74234"/>
                </a:cubicBezTo>
                <a:cubicBezTo>
                  <a:pt x="591562" y="69731"/>
                  <a:pt x="588261" y="63475"/>
                  <a:pt x="588261" y="55466"/>
                </a:cubicBezTo>
                <a:cubicBezTo>
                  <a:pt x="588261" y="48241"/>
                  <a:pt x="591117" y="42169"/>
                  <a:pt x="596828" y="37248"/>
                </a:cubicBezTo>
                <a:cubicBezTo>
                  <a:pt x="602540" y="32328"/>
                  <a:pt x="611395" y="29867"/>
                  <a:pt x="623395" y="29867"/>
                </a:cubicBezTo>
                <a:cubicBezTo>
                  <a:pt x="634818" y="29867"/>
                  <a:pt x="643306" y="31721"/>
                  <a:pt x="648861" y="35428"/>
                </a:cubicBezTo>
                <a:cubicBezTo>
                  <a:pt x="654415" y="39136"/>
                  <a:pt x="658240" y="44618"/>
                  <a:pt x="660336" y="51875"/>
                </a:cubicBezTo>
                <a:lnTo>
                  <a:pt x="639507" y="55805"/>
                </a:lnTo>
                <a:cubicBezTo>
                  <a:pt x="638617" y="52556"/>
                  <a:pt x="636927" y="50067"/>
                  <a:pt x="634438" y="48338"/>
                </a:cubicBezTo>
                <a:cubicBezTo>
                  <a:pt x="631949" y="46609"/>
                  <a:pt x="628399" y="45744"/>
                  <a:pt x="623788" y="45744"/>
                </a:cubicBezTo>
                <a:cubicBezTo>
                  <a:pt x="617971" y="45744"/>
                  <a:pt x="613806" y="46556"/>
                  <a:pt x="611290" y="48178"/>
                </a:cubicBezTo>
                <a:cubicBezTo>
                  <a:pt x="609614" y="49328"/>
                  <a:pt x="608775" y="50819"/>
                  <a:pt x="608775" y="52651"/>
                </a:cubicBezTo>
                <a:cubicBezTo>
                  <a:pt x="608775" y="54220"/>
                  <a:pt x="609509" y="55554"/>
                  <a:pt x="610976" y="56652"/>
                </a:cubicBezTo>
                <a:cubicBezTo>
                  <a:pt x="612967" y="58118"/>
                  <a:pt x="619845" y="60185"/>
                  <a:pt x="631608" y="62854"/>
                </a:cubicBezTo>
                <a:cubicBezTo>
                  <a:pt x="643372" y="65523"/>
                  <a:pt x="651585" y="68797"/>
                  <a:pt x="656249" y="72677"/>
                </a:cubicBezTo>
                <a:cubicBezTo>
                  <a:pt x="660860" y="76610"/>
                  <a:pt x="663165" y="82089"/>
                  <a:pt x="663165" y="89114"/>
                </a:cubicBezTo>
                <a:cubicBezTo>
                  <a:pt x="663165" y="96769"/>
                  <a:pt x="659969" y="103349"/>
                  <a:pt x="653576" y="108854"/>
                </a:cubicBezTo>
                <a:cubicBezTo>
                  <a:pt x="647184" y="114359"/>
                  <a:pt x="637726" y="117112"/>
                  <a:pt x="625202" y="117112"/>
                </a:cubicBezTo>
                <a:cubicBezTo>
                  <a:pt x="613832" y="117112"/>
                  <a:pt x="604832" y="114814"/>
                  <a:pt x="598204" y="110217"/>
                </a:cubicBezTo>
                <a:cubicBezTo>
                  <a:pt x="591575" y="105619"/>
                  <a:pt x="587239" y="99376"/>
                  <a:pt x="585196" y="9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(44)">
            <a:extLst xmlns:a="http://schemas.openxmlformats.org/drawingml/2006/main">
              <a:ext uri="{FF2B5EF4-FFF2-40B4-BE49-F238E27FC236}">
                <a16:creationId xmlns:a16="http://schemas.microsoft.com/office/drawing/2014/main" id="{3E7F82F3-9B4B-4114-AB6A-FE981A68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625" y="4855519"/>
            <a:ext cx="269464" cy="151224"/>
          </a:xfrm>
          <a:custGeom xmlns:a="http://schemas.openxmlformats.org/drawingml/2006/main">
            <a:pathLst>
              <a:path w="269464" h="151224">
                <a:moveTo>
                  <a:pt x="39771" y="151224"/>
                </a:moveTo>
                <a:lnTo>
                  <a:pt x="24601" y="151224"/>
                </a:lnTo>
                <a:cubicBezTo>
                  <a:pt x="16584" y="139106"/>
                  <a:pt x="10480" y="126517"/>
                  <a:pt x="6288" y="113457"/>
                </a:cubicBezTo>
                <a:cubicBezTo>
                  <a:pt x="2096" y="100397"/>
                  <a:pt x="0" y="87755"/>
                  <a:pt x="0" y="75533"/>
                </a:cubicBezTo>
                <a:cubicBezTo>
                  <a:pt x="0" y="60374"/>
                  <a:pt x="2594" y="46028"/>
                  <a:pt x="7781" y="32496"/>
                </a:cubicBezTo>
                <a:cubicBezTo>
                  <a:pt x="12288" y="20745"/>
                  <a:pt x="17999" y="9913"/>
                  <a:pt x="24916" y="0"/>
                </a:cubicBezTo>
                <a:lnTo>
                  <a:pt x="40007" y="0"/>
                </a:lnTo>
                <a:cubicBezTo>
                  <a:pt x="32828" y="15893"/>
                  <a:pt x="27889" y="29413"/>
                  <a:pt x="25191" y="40559"/>
                </a:cubicBezTo>
                <a:cubicBezTo>
                  <a:pt x="22492" y="51706"/>
                  <a:pt x="21143" y="63521"/>
                  <a:pt x="21143" y="76005"/>
                </a:cubicBezTo>
                <a:cubicBezTo>
                  <a:pt x="21143" y="84608"/>
                  <a:pt x="21942" y="93421"/>
                  <a:pt x="23540" y="102443"/>
                </a:cubicBezTo>
                <a:cubicBezTo>
                  <a:pt x="25138" y="111464"/>
                  <a:pt x="27326" y="120040"/>
                  <a:pt x="30103" y="128170"/>
                </a:cubicBezTo>
                <a:cubicBezTo>
                  <a:pt x="31937" y="133521"/>
                  <a:pt x="35160" y="141206"/>
                  <a:pt x="39771" y="151224"/>
                </a:cubicBezTo>
                <a:close/>
                <a:moveTo>
                  <a:pt x="95338" y="117269"/>
                </a:moveTo>
                <a:lnTo>
                  <a:pt x="95338" y="94004"/>
                </a:lnTo>
                <a:lnTo>
                  <a:pt x="48179" y="94004"/>
                </a:lnTo>
                <a:lnTo>
                  <a:pt x="48179" y="74747"/>
                </a:lnTo>
                <a:lnTo>
                  <a:pt x="98168" y="1572"/>
                </a:lnTo>
                <a:lnTo>
                  <a:pt x="116717" y="1572"/>
                </a:lnTo>
                <a:lnTo>
                  <a:pt x="116717" y="74669"/>
                </a:lnTo>
                <a:lnTo>
                  <a:pt x="131022" y="74669"/>
                </a:lnTo>
                <a:lnTo>
                  <a:pt x="131022" y="94004"/>
                </a:lnTo>
                <a:lnTo>
                  <a:pt x="116717" y="94004"/>
                </a:lnTo>
                <a:lnTo>
                  <a:pt x="116717" y="117269"/>
                </a:lnTo>
                <a:lnTo>
                  <a:pt x="95338" y="117269"/>
                </a:lnTo>
                <a:moveTo>
                  <a:pt x="95338" y="74669"/>
                </a:moveTo>
                <a:lnTo>
                  <a:pt x="95338" y="35335"/>
                </a:lnTo>
                <a:lnTo>
                  <a:pt x="68851" y="74669"/>
                </a:lnTo>
                <a:lnTo>
                  <a:pt x="95338" y="74669"/>
                </a:lnTo>
                <a:close/>
                <a:moveTo>
                  <a:pt x="184837" y="117269"/>
                </a:moveTo>
                <a:lnTo>
                  <a:pt x="184837" y="94004"/>
                </a:lnTo>
                <a:lnTo>
                  <a:pt x="137678" y="94004"/>
                </a:lnTo>
                <a:lnTo>
                  <a:pt x="137678" y="74747"/>
                </a:lnTo>
                <a:lnTo>
                  <a:pt x="187667" y="1572"/>
                </a:lnTo>
                <a:lnTo>
                  <a:pt x="206216" y="1572"/>
                </a:lnTo>
                <a:lnTo>
                  <a:pt x="206216" y="74669"/>
                </a:lnTo>
                <a:lnTo>
                  <a:pt x="220521" y="74669"/>
                </a:lnTo>
                <a:lnTo>
                  <a:pt x="220521" y="94004"/>
                </a:lnTo>
                <a:lnTo>
                  <a:pt x="206216" y="94004"/>
                </a:lnTo>
                <a:lnTo>
                  <a:pt x="206216" y="117269"/>
                </a:lnTo>
                <a:lnTo>
                  <a:pt x="184837" y="117269"/>
                </a:lnTo>
                <a:moveTo>
                  <a:pt x="184837" y="74669"/>
                </a:moveTo>
                <a:lnTo>
                  <a:pt x="184837" y="35335"/>
                </a:lnTo>
                <a:lnTo>
                  <a:pt x="158350" y="74669"/>
                </a:lnTo>
                <a:lnTo>
                  <a:pt x="184837" y="74669"/>
                </a:lnTo>
                <a:close/>
                <a:moveTo>
                  <a:pt x="229614" y="151224"/>
                </a:moveTo>
                <a:cubicBezTo>
                  <a:pt x="233963" y="141887"/>
                  <a:pt x="237029" y="134727"/>
                  <a:pt x="238810" y="129744"/>
                </a:cubicBezTo>
                <a:cubicBezTo>
                  <a:pt x="240592" y="124761"/>
                  <a:pt x="242242" y="119018"/>
                  <a:pt x="243762" y="112514"/>
                </a:cubicBezTo>
                <a:cubicBezTo>
                  <a:pt x="245281" y="106008"/>
                  <a:pt x="246408" y="99832"/>
                  <a:pt x="247142" y="93984"/>
                </a:cubicBezTo>
                <a:cubicBezTo>
                  <a:pt x="247875" y="88135"/>
                  <a:pt x="248242" y="82142"/>
                  <a:pt x="248242" y="76005"/>
                </a:cubicBezTo>
                <a:cubicBezTo>
                  <a:pt x="248242" y="63521"/>
                  <a:pt x="246906" y="51706"/>
                  <a:pt x="244233" y="40559"/>
                </a:cubicBezTo>
                <a:cubicBezTo>
                  <a:pt x="241561" y="29413"/>
                  <a:pt x="236636" y="15893"/>
                  <a:pt x="229457" y="0"/>
                </a:cubicBezTo>
                <a:lnTo>
                  <a:pt x="244469" y="0"/>
                </a:lnTo>
                <a:cubicBezTo>
                  <a:pt x="252381" y="11277"/>
                  <a:pt x="258525" y="23237"/>
                  <a:pt x="262901" y="35878"/>
                </a:cubicBezTo>
                <a:cubicBezTo>
                  <a:pt x="267276" y="48519"/>
                  <a:pt x="269464" y="61344"/>
                  <a:pt x="269464" y="74352"/>
                </a:cubicBezTo>
                <a:cubicBezTo>
                  <a:pt x="269464" y="85315"/>
                  <a:pt x="267734" y="97064"/>
                  <a:pt x="264276" y="109601"/>
                </a:cubicBezTo>
                <a:cubicBezTo>
                  <a:pt x="260346" y="123658"/>
                  <a:pt x="253875" y="137533"/>
                  <a:pt x="244862" y="151224"/>
                </a:cubicBezTo>
                <a:lnTo>
                  <a:pt x="229614" y="151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50121-A2B5-4E18-9C47-0EF1387E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8" y="3212184"/>
            <a:ext cx="1205128" cy="761255"/>
          </a:xfrm>
          <a:custGeom xmlns:a="http://schemas.openxmlformats.org/drawingml/2006/main">
            <a:pathLst>
              <a:path w="1205128" h="761255">
                <a:moveTo>
                  <a:pt x="0" y="761255"/>
                </a:moveTo>
                <a:lnTo>
                  <a:pt x="1205128" y="761255"/>
                </a:lnTo>
                <a:lnTo>
                  <a:pt x="1205128" y="0"/>
                </a:lnTo>
                <a:lnTo>
                  <a:pt x="0" y="0"/>
                </a:lnTo>
                <a:lnTo>
                  <a:pt x="0" y="7612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52034-8809-4EF3-BC03-A80C37DC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8" y="3212184"/>
            <a:ext cx="1205128" cy="761255"/>
          </a:xfrm>
          <a:custGeom xmlns:a="http://schemas.openxmlformats.org/drawingml/2006/main">
            <a:pathLst>
              <a:path w="1205128" h="761255" fill="none">
                <a:moveTo>
                  <a:pt x="0" y="761255"/>
                </a:moveTo>
                <a:lnTo>
                  <a:pt x="1205128" y="761255"/>
                </a:lnTo>
                <a:lnTo>
                  <a:pt x="1205128" y="0"/>
                </a:lnTo>
                <a:lnTo>
                  <a:pt x="0" y="0"/>
                </a:lnTo>
                <a:lnTo>
                  <a:pt x="0" y="7612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77" name="Text Identify">
            <a:extLst xmlns:a="http://schemas.openxmlformats.org/drawingml/2006/main">
              <a:ext uri="{FF2B5EF4-FFF2-40B4-BE49-F238E27FC236}">
                <a16:creationId xmlns:a16="http://schemas.microsoft.com/office/drawing/2014/main" id="{D3474A5C-E4F7-48DD-80C3-059896AD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88" y="3433604"/>
            <a:ext cx="558836" cy="151224"/>
          </a:xfrm>
          <a:custGeom xmlns:a="http://schemas.openxmlformats.org/drawingml/2006/main">
            <a:pathLst>
              <a:path w="558836" h="151224">
                <a:moveTo>
                  <a:pt x="0" y="117269"/>
                </a:moveTo>
                <a:lnTo>
                  <a:pt x="0" y="2044"/>
                </a:lnTo>
                <a:lnTo>
                  <a:pt x="23265" y="2044"/>
                </a:lnTo>
                <a:lnTo>
                  <a:pt x="23265" y="117269"/>
                </a:lnTo>
                <a:lnTo>
                  <a:pt x="0" y="117269"/>
                </a:lnTo>
                <a:close/>
                <a:moveTo>
                  <a:pt x="121855" y="117269"/>
                </a:moveTo>
                <a:lnTo>
                  <a:pt x="101341" y="117269"/>
                </a:lnTo>
                <a:lnTo>
                  <a:pt x="101341" y="105008"/>
                </a:lnTo>
                <a:cubicBezTo>
                  <a:pt x="97935" y="109776"/>
                  <a:pt x="93913" y="113326"/>
                  <a:pt x="89276" y="115658"/>
                </a:cubicBezTo>
                <a:cubicBezTo>
                  <a:pt x="84638" y="117990"/>
                  <a:pt x="79962" y="119155"/>
                  <a:pt x="75246" y="119155"/>
                </a:cubicBezTo>
                <a:cubicBezTo>
                  <a:pt x="65657" y="119155"/>
                  <a:pt x="57443" y="115291"/>
                  <a:pt x="50605" y="107562"/>
                </a:cubicBezTo>
                <a:cubicBezTo>
                  <a:pt x="43767" y="99833"/>
                  <a:pt x="40348" y="89052"/>
                  <a:pt x="40348" y="75219"/>
                </a:cubicBezTo>
                <a:cubicBezTo>
                  <a:pt x="40348" y="61071"/>
                  <a:pt x="43675" y="50316"/>
                  <a:pt x="50330" y="42954"/>
                </a:cubicBezTo>
                <a:cubicBezTo>
                  <a:pt x="56985" y="35592"/>
                  <a:pt x="65395" y="31911"/>
                  <a:pt x="75560" y="31911"/>
                </a:cubicBezTo>
                <a:cubicBezTo>
                  <a:pt x="84887" y="31911"/>
                  <a:pt x="92957" y="35789"/>
                  <a:pt x="99769" y="43544"/>
                </a:cubicBezTo>
                <a:lnTo>
                  <a:pt x="99769" y="2044"/>
                </a:lnTo>
                <a:lnTo>
                  <a:pt x="121855" y="2044"/>
                </a:lnTo>
                <a:lnTo>
                  <a:pt x="121855" y="117269"/>
                </a:lnTo>
                <a:moveTo>
                  <a:pt x="62906" y="73767"/>
                </a:moveTo>
                <a:cubicBezTo>
                  <a:pt x="62906" y="82662"/>
                  <a:pt x="64137" y="89097"/>
                  <a:pt x="66600" y="93073"/>
                </a:cubicBezTo>
                <a:cubicBezTo>
                  <a:pt x="70163" y="98829"/>
                  <a:pt x="75141" y="101707"/>
                  <a:pt x="81534" y="101707"/>
                </a:cubicBezTo>
                <a:cubicBezTo>
                  <a:pt x="86616" y="101707"/>
                  <a:pt x="90939" y="99548"/>
                  <a:pt x="94503" y="95232"/>
                </a:cubicBezTo>
                <a:cubicBezTo>
                  <a:pt x="98066" y="90916"/>
                  <a:pt x="99847" y="84467"/>
                  <a:pt x="99847" y="75887"/>
                </a:cubicBezTo>
                <a:cubicBezTo>
                  <a:pt x="99847" y="66311"/>
                  <a:pt x="98118" y="59417"/>
                  <a:pt x="94660" y="55206"/>
                </a:cubicBezTo>
                <a:cubicBezTo>
                  <a:pt x="91201" y="50994"/>
                  <a:pt x="86774" y="48888"/>
                  <a:pt x="81377" y="48888"/>
                </a:cubicBezTo>
                <a:cubicBezTo>
                  <a:pt x="76137" y="48888"/>
                  <a:pt x="71748" y="50968"/>
                  <a:pt x="68211" y="55127"/>
                </a:cubicBezTo>
                <a:cubicBezTo>
                  <a:pt x="64674" y="59286"/>
                  <a:pt x="62906" y="65500"/>
                  <a:pt x="62906" y="73767"/>
                </a:cubicBezTo>
                <a:close/>
                <a:moveTo>
                  <a:pt x="191990" y="90703"/>
                </a:moveTo>
                <a:lnTo>
                  <a:pt x="213998" y="94475"/>
                </a:lnTo>
                <a:cubicBezTo>
                  <a:pt x="211168" y="102519"/>
                  <a:pt x="206701" y="108643"/>
                  <a:pt x="200597" y="112848"/>
                </a:cubicBezTo>
                <a:cubicBezTo>
                  <a:pt x="194492" y="117053"/>
                  <a:pt x="186855" y="119155"/>
                  <a:pt x="177686" y="119155"/>
                </a:cubicBezTo>
                <a:cubicBezTo>
                  <a:pt x="163171" y="119155"/>
                  <a:pt x="152429" y="114413"/>
                  <a:pt x="145460" y="104929"/>
                </a:cubicBezTo>
                <a:cubicBezTo>
                  <a:pt x="139958" y="97331"/>
                  <a:pt x="137207" y="87742"/>
                  <a:pt x="137207" y="76162"/>
                </a:cubicBezTo>
                <a:cubicBezTo>
                  <a:pt x="137207" y="62329"/>
                  <a:pt x="140823" y="51495"/>
                  <a:pt x="148054" y="43661"/>
                </a:cubicBezTo>
                <a:cubicBezTo>
                  <a:pt x="155285" y="35828"/>
                  <a:pt x="164429" y="31911"/>
                  <a:pt x="175485" y="31911"/>
                </a:cubicBezTo>
                <a:cubicBezTo>
                  <a:pt x="187903" y="31911"/>
                  <a:pt x="197702" y="36011"/>
                  <a:pt x="204881" y="44212"/>
                </a:cubicBezTo>
                <a:cubicBezTo>
                  <a:pt x="212059" y="52412"/>
                  <a:pt x="215491" y="64975"/>
                  <a:pt x="215177" y="81900"/>
                </a:cubicBezTo>
                <a:lnTo>
                  <a:pt x="159844" y="81900"/>
                </a:lnTo>
                <a:cubicBezTo>
                  <a:pt x="160001" y="88450"/>
                  <a:pt x="161782" y="93545"/>
                  <a:pt x="165188" y="97187"/>
                </a:cubicBezTo>
                <a:cubicBezTo>
                  <a:pt x="168594" y="100829"/>
                  <a:pt x="172839" y="102650"/>
                  <a:pt x="177921" y="102650"/>
                </a:cubicBezTo>
                <a:cubicBezTo>
                  <a:pt x="181380" y="102650"/>
                  <a:pt x="184288" y="101707"/>
                  <a:pt x="186646" y="99820"/>
                </a:cubicBezTo>
                <a:cubicBezTo>
                  <a:pt x="189004" y="97934"/>
                  <a:pt x="190785" y="94895"/>
                  <a:pt x="191990" y="90703"/>
                </a:cubicBezTo>
                <a:moveTo>
                  <a:pt x="193248" y="68381"/>
                </a:moveTo>
                <a:cubicBezTo>
                  <a:pt x="193091" y="62014"/>
                  <a:pt x="191440" y="57174"/>
                  <a:pt x="188296" y="53860"/>
                </a:cubicBezTo>
                <a:cubicBezTo>
                  <a:pt x="185152" y="50545"/>
                  <a:pt x="181327" y="48888"/>
                  <a:pt x="176821" y="48888"/>
                </a:cubicBezTo>
                <a:cubicBezTo>
                  <a:pt x="172000" y="48888"/>
                  <a:pt x="168018" y="50636"/>
                  <a:pt x="164874" y="54132"/>
                </a:cubicBezTo>
                <a:cubicBezTo>
                  <a:pt x="161730" y="57630"/>
                  <a:pt x="160184" y="62379"/>
                  <a:pt x="160237" y="68381"/>
                </a:cubicBezTo>
                <a:lnTo>
                  <a:pt x="193248" y="68381"/>
                </a:lnTo>
                <a:close/>
                <a:moveTo>
                  <a:pt x="309078" y="117269"/>
                </a:moveTo>
                <a:lnTo>
                  <a:pt x="286992" y="117269"/>
                </a:lnTo>
                <a:lnTo>
                  <a:pt x="286992" y="74718"/>
                </a:lnTo>
                <a:cubicBezTo>
                  <a:pt x="286992" y="65715"/>
                  <a:pt x="286520" y="59892"/>
                  <a:pt x="285577" y="57249"/>
                </a:cubicBezTo>
                <a:cubicBezTo>
                  <a:pt x="284634" y="54606"/>
                  <a:pt x="283101" y="52552"/>
                  <a:pt x="280979" y="51087"/>
                </a:cubicBezTo>
                <a:cubicBezTo>
                  <a:pt x="278857" y="49621"/>
                  <a:pt x="276302" y="48888"/>
                  <a:pt x="273315" y="48888"/>
                </a:cubicBezTo>
                <a:cubicBezTo>
                  <a:pt x="269490" y="48888"/>
                  <a:pt x="266058" y="49935"/>
                  <a:pt x="263019" y="52030"/>
                </a:cubicBezTo>
                <a:cubicBezTo>
                  <a:pt x="259980" y="54122"/>
                  <a:pt x="257897" y="56896"/>
                  <a:pt x="256770" y="60351"/>
                </a:cubicBezTo>
                <a:cubicBezTo>
                  <a:pt x="255644" y="63805"/>
                  <a:pt x="255081" y="70190"/>
                  <a:pt x="255081" y="79507"/>
                </a:cubicBezTo>
                <a:lnTo>
                  <a:pt x="255081" y="117269"/>
                </a:lnTo>
                <a:lnTo>
                  <a:pt x="232994" y="117269"/>
                </a:lnTo>
                <a:lnTo>
                  <a:pt x="232994" y="33797"/>
                </a:lnTo>
                <a:lnTo>
                  <a:pt x="253509" y="33797"/>
                </a:lnTo>
                <a:lnTo>
                  <a:pt x="253509" y="46059"/>
                </a:lnTo>
                <a:cubicBezTo>
                  <a:pt x="260792" y="36627"/>
                  <a:pt x="269962" y="31911"/>
                  <a:pt x="281018" y="31911"/>
                </a:cubicBezTo>
                <a:cubicBezTo>
                  <a:pt x="285891" y="31911"/>
                  <a:pt x="290345" y="32789"/>
                  <a:pt x="294380" y="34544"/>
                </a:cubicBezTo>
                <a:cubicBezTo>
                  <a:pt x="298415" y="36299"/>
                  <a:pt x="301467" y="38539"/>
                  <a:pt x="303537" y="41264"/>
                </a:cubicBezTo>
                <a:cubicBezTo>
                  <a:pt x="305606" y="43989"/>
                  <a:pt x="307047" y="47081"/>
                  <a:pt x="307859" y="50539"/>
                </a:cubicBezTo>
                <a:cubicBezTo>
                  <a:pt x="308672" y="53997"/>
                  <a:pt x="309078" y="58949"/>
                  <a:pt x="309078" y="65394"/>
                </a:cubicBezTo>
                <a:lnTo>
                  <a:pt x="309078" y="117269"/>
                </a:lnTo>
                <a:close/>
                <a:moveTo>
                  <a:pt x="369782" y="33797"/>
                </a:moveTo>
                <a:lnTo>
                  <a:pt x="369782" y="51403"/>
                </a:lnTo>
                <a:lnTo>
                  <a:pt x="354691" y="51403"/>
                </a:lnTo>
                <a:lnTo>
                  <a:pt x="354691" y="84990"/>
                </a:lnTo>
                <a:cubicBezTo>
                  <a:pt x="354691" y="91792"/>
                  <a:pt x="354835" y="95755"/>
                  <a:pt x="355123" y="96880"/>
                </a:cubicBezTo>
                <a:cubicBezTo>
                  <a:pt x="355411" y="98003"/>
                  <a:pt x="356066" y="98932"/>
                  <a:pt x="357088" y="99665"/>
                </a:cubicBezTo>
                <a:cubicBezTo>
                  <a:pt x="358110" y="100397"/>
                  <a:pt x="359354" y="100763"/>
                  <a:pt x="360821" y="100763"/>
                </a:cubicBezTo>
                <a:cubicBezTo>
                  <a:pt x="362865" y="100763"/>
                  <a:pt x="365825" y="100056"/>
                  <a:pt x="369703" y="98641"/>
                </a:cubicBezTo>
                <a:lnTo>
                  <a:pt x="371589" y="115840"/>
                </a:lnTo>
                <a:cubicBezTo>
                  <a:pt x="366454" y="118050"/>
                  <a:pt x="360638" y="119155"/>
                  <a:pt x="354140" y="119155"/>
                </a:cubicBezTo>
                <a:cubicBezTo>
                  <a:pt x="350158" y="119155"/>
                  <a:pt x="346569" y="118487"/>
                  <a:pt x="343372" y="117151"/>
                </a:cubicBezTo>
                <a:cubicBezTo>
                  <a:pt x="340176" y="115815"/>
                  <a:pt x="337831" y="114086"/>
                  <a:pt x="336338" y="111964"/>
                </a:cubicBezTo>
                <a:cubicBezTo>
                  <a:pt x="334845" y="109841"/>
                  <a:pt x="333810" y="106973"/>
                  <a:pt x="333233" y="103357"/>
                </a:cubicBezTo>
                <a:cubicBezTo>
                  <a:pt x="332762" y="100790"/>
                  <a:pt x="332526" y="95602"/>
                  <a:pt x="332526" y="87795"/>
                </a:cubicBezTo>
                <a:lnTo>
                  <a:pt x="332526" y="51403"/>
                </a:lnTo>
                <a:lnTo>
                  <a:pt x="322387" y="51403"/>
                </a:lnTo>
                <a:lnTo>
                  <a:pt x="322387" y="33797"/>
                </a:lnTo>
                <a:lnTo>
                  <a:pt x="332526" y="33797"/>
                </a:lnTo>
                <a:lnTo>
                  <a:pt x="332526" y="17134"/>
                </a:lnTo>
                <a:lnTo>
                  <a:pt x="354691" y="4087"/>
                </a:lnTo>
                <a:lnTo>
                  <a:pt x="354691" y="33797"/>
                </a:lnTo>
                <a:lnTo>
                  <a:pt x="369782" y="33797"/>
                </a:lnTo>
                <a:close/>
                <a:moveTo>
                  <a:pt x="385107" y="22479"/>
                </a:moveTo>
                <a:lnTo>
                  <a:pt x="385107" y="2044"/>
                </a:lnTo>
                <a:lnTo>
                  <a:pt x="407193" y="2044"/>
                </a:lnTo>
                <a:lnTo>
                  <a:pt x="407193" y="22479"/>
                </a:lnTo>
                <a:lnTo>
                  <a:pt x="385107" y="22479"/>
                </a:lnTo>
                <a:moveTo>
                  <a:pt x="385107" y="117269"/>
                </a:moveTo>
                <a:lnTo>
                  <a:pt x="385107" y="33797"/>
                </a:lnTo>
                <a:lnTo>
                  <a:pt x="407193" y="33797"/>
                </a:lnTo>
                <a:lnTo>
                  <a:pt x="407193" y="117269"/>
                </a:lnTo>
                <a:lnTo>
                  <a:pt x="385107" y="117269"/>
                </a:lnTo>
                <a:close/>
                <a:moveTo>
                  <a:pt x="420189" y="33797"/>
                </a:moveTo>
                <a:lnTo>
                  <a:pt x="432450" y="33797"/>
                </a:lnTo>
                <a:lnTo>
                  <a:pt x="432450" y="27495"/>
                </a:lnTo>
                <a:cubicBezTo>
                  <a:pt x="432450" y="20457"/>
                  <a:pt x="433197" y="15205"/>
                  <a:pt x="434690" y="11738"/>
                </a:cubicBezTo>
                <a:cubicBezTo>
                  <a:pt x="436184" y="8272"/>
                  <a:pt x="438935" y="5449"/>
                  <a:pt x="442943" y="3269"/>
                </a:cubicBezTo>
                <a:cubicBezTo>
                  <a:pt x="446952" y="1090"/>
                  <a:pt x="452021" y="0"/>
                  <a:pt x="458152" y="0"/>
                </a:cubicBezTo>
                <a:cubicBezTo>
                  <a:pt x="464440" y="0"/>
                  <a:pt x="470597" y="943"/>
                  <a:pt x="476623" y="2830"/>
                </a:cubicBezTo>
                <a:lnTo>
                  <a:pt x="473636" y="18235"/>
                </a:lnTo>
                <a:cubicBezTo>
                  <a:pt x="470125" y="17396"/>
                  <a:pt x="466746" y="16977"/>
                  <a:pt x="463497" y="16977"/>
                </a:cubicBezTo>
                <a:cubicBezTo>
                  <a:pt x="460301" y="16977"/>
                  <a:pt x="458008" y="17728"/>
                  <a:pt x="456619" y="19230"/>
                </a:cubicBezTo>
                <a:cubicBezTo>
                  <a:pt x="455231" y="20730"/>
                  <a:pt x="454537" y="23611"/>
                  <a:pt x="454537" y="27875"/>
                </a:cubicBezTo>
                <a:lnTo>
                  <a:pt x="454537" y="33797"/>
                </a:lnTo>
                <a:lnTo>
                  <a:pt x="471042" y="33797"/>
                </a:lnTo>
                <a:lnTo>
                  <a:pt x="471042" y="51246"/>
                </a:lnTo>
                <a:lnTo>
                  <a:pt x="454537" y="51246"/>
                </a:lnTo>
                <a:lnTo>
                  <a:pt x="454537" y="117269"/>
                </a:lnTo>
                <a:lnTo>
                  <a:pt x="432450" y="117269"/>
                </a:lnTo>
                <a:lnTo>
                  <a:pt x="432450" y="51246"/>
                </a:lnTo>
                <a:lnTo>
                  <a:pt x="420189" y="51246"/>
                </a:lnTo>
                <a:lnTo>
                  <a:pt x="420189" y="33797"/>
                </a:lnTo>
                <a:close/>
                <a:moveTo>
                  <a:pt x="473006" y="33797"/>
                </a:moveTo>
                <a:lnTo>
                  <a:pt x="496507" y="33797"/>
                </a:lnTo>
                <a:lnTo>
                  <a:pt x="516471" y="93117"/>
                </a:lnTo>
                <a:lnTo>
                  <a:pt x="535963" y="33797"/>
                </a:lnTo>
                <a:lnTo>
                  <a:pt x="558836" y="33797"/>
                </a:lnTo>
                <a:lnTo>
                  <a:pt x="529361" y="114152"/>
                </a:lnTo>
                <a:lnTo>
                  <a:pt x="524095" y="128744"/>
                </a:lnTo>
                <a:cubicBezTo>
                  <a:pt x="522156" y="133618"/>
                  <a:pt x="520309" y="137338"/>
                  <a:pt x="518554" y="139905"/>
                </a:cubicBezTo>
                <a:cubicBezTo>
                  <a:pt x="516799" y="142473"/>
                  <a:pt x="514781" y="144556"/>
                  <a:pt x="512502" y="146154"/>
                </a:cubicBezTo>
                <a:cubicBezTo>
                  <a:pt x="510222" y="147752"/>
                  <a:pt x="507419" y="148997"/>
                  <a:pt x="504092" y="149887"/>
                </a:cubicBezTo>
                <a:cubicBezTo>
                  <a:pt x="500764" y="150778"/>
                  <a:pt x="497005" y="151224"/>
                  <a:pt x="492813" y="151224"/>
                </a:cubicBezTo>
                <a:cubicBezTo>
                  <a:pt x="488569" y="151224"/>
                  <a:pt x="484403" y="150778"/>
                  <a:pt x="480316" y="149887"/>
                </a:cubicBezTo>
                <a:lnTo>
                  <a:pt x="478351" y="132596"/>
                </a:lnTo>
                <a:cubicBezTo>
                  <a:pt x="481809" y="133277"/>
                  <a:pt x="484927" y="133618"/>
                  <a:pt x="487704" y="133618"/>
                </a:cubicBezTo>
                <a:cubicBezTo>
                  <a:pt x="492839" y="133618"/>
                  <a:pt x="496638" y="132111"/>
                  <a:pt x="499101" y="129098"/>
                </a:cubicBezTo>
                <a:cubicBezTo>
                  <a:pt x="501564" y="126085"/>
                  <a:pt x="503450" y="122247"/>
                  <a:pt x="504760" y="117583"/>
                </a:cubicBezTo>
                <a:lnTo>
                  <a:pt x="473006" y="33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Developers">
            <a:extLst xmlns:a="http://schemas.openxmlformats.org/drawingml/2006/main">
              <a:ext uri="{FF2B5EF4-FFF2-40B4-BE49-F238E27FC236}">
                <a16:creationId xmlns:a16="http://schemas.microsoft.com/office/drawing/2014/main" id="{511B2B41-B86B-4514-972F-88A63DC1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77" y="3636867"/>
            <a:ext cx="848399" cy="146979"/>
          </a:xfrm>
          <a:custGeom xmlns:a="http://schemas.openxmlformats.org/drawingml/2006/main">
            <a:pathLst>
              <a:path w="848399" h="146979">
                <a:moveTo>
                  <a:pt x="0" y="0"/>
                </a:moveTo>
                <a:lnTo>
                  <a:pt x="42522" y="0"/>
                </a:lnTo>
                <a:cubicBezTo>
                  <a:pt x="52111" y="0"/>
                  <a:pt x="59421" y="734"/>
                  <a:pt x="64451" y="2201"/>
                </a:cubicBezTo>
                <a:cubicBezTo>
                  <a:pt x="71210" y="4192"/>
                  <a:pt x="77000" y="7729"/>
                  <a:pt x="81821" y="12812"/>
                </a:cubicBezTo>
                <a:cubicBezTo>
                  <a:pt x="86642" y="17894"/>
                  <a:pt x="90310" y="24117"/>
                  <a:pt x="92825" y="31479"/>
                </a:cubicBezTo>
                <a:cubicBezTo>
                  <a:pt x="95340" y="38841"/>
                  <a:pt x="96598" y="47919"/>
                  <a:pt x="96598" y="58713"/>
                </a:cubicBezTo>
                <a:cubicBezTo>
                  <a:pt x="96598" y="68197"/>
                  <a:pt x="95419" y="76372"/>
                  <a:pt x="93061" y="83236"/>
                </a:cubicBezTo>
                <a:cubicBezTo>
                  <a:pt x="90179" y="91620"/>
                  <a:pt x="86065" y="98405"/>
                  <a:pt x="80721" y="103593"/>
                </a:cubicBezTo>
                <a:cubicBezTo>
                  <a:pt x="76686" y="107523"/>
                  <a:pt x="71236" y="110588"/>
                  <a:pt x="64372" y="112789"/>
                </a:cubicBezTo>
                <a:cubicBezTo>
                  <a:pt x="59237" y="114413"/>
                  <a:pt x="52373" y="115225"/>
                  <a:pt x="43779" y="115225"/>
                </a:cubicBezTo>
                <a:lnTo>
                  <a:pt x="0" y="115225"/>
                </a:lnTo>
                <a:lnTo>
                  <a:pt x="0" y="0"/>
                </a:lnTo>
                <a:moveTo>
                  <a:pt x="23265" y="19492"/>
                </a:moveTo>
                <a:lnTo>
                  <a:pt x="23265" y="95733"/>
                </a:lnTo>
                <a:lnTo>
                  <a:pt x="40635" y="95733"/>
                </a:lnTo>
                <a:cubicBezTo>
                  <a:pt x="47133" y="95733"/>
                  <a:pt x="51823" y="95366"/>
                  <a:pt x="54705" y="94633"/>
                </a:cubicBezTo>
                <a:cubicBezTo>
                  <a:pt x="58477" y="93691"/>
                  <a:pt x="61608" y="92095"/>
                  <a:pt x="64097" y="89846"/>
                </a:cubicBezTo>
                <a:cubicBezTo>
                  <a:pt x="66586" y="87594"/>
                  <a:pt x="68617" y="83890"/>
                  <a:pt x="70189" y="78734"/>
                </a:cubicBezTo>
                <a:cubicBezTo>
                  <a:pt x="71760" y="73577"/>
                  <a:pt x="72546" y="66550"/>
                  <a:pt x="72546" y="57652"/>
                </a:cubicBezTo>
                <a:cubicBezTo>
                  <a:pt x="72546" y="48754"/>
                  <a:pt x="71760" y="41923"/>
                  <a:pt x="70189" y="37160"/>
                </a:cubicBezTo>
                <a:cubicBezTo>
                  <a:pt x="68617" y="32397"/>
                  <a:pt x="66416" y="28680"/>
                  <a:pt x="63586" y="26011"/>
                </a:cubicBezTo>
                <a:cubicBezTo>
                  <a:pt x="60757" y="23340"/>
                  <a:pt x="57167" y="21534"/>
                  <a:pt x="52818" y="20593"/>
                </a:cubicBezTo>
                <a:cubicBezTo>
                  <a:pt x="49569" y="19859"/>
                  <a:pt x="43203" y="19492"/>
                  <a:pt x="33719" y="19492"/>
                </a:cubicBezTo>
                <a:lnTo>
                  <a:pt x="23265" y="19492"/>
                </a:lnTo>
                <a:close/>
                <a:moveTo>
                  <a:pt x="164480" y="88659"/>
                </a:moveTo>
                <a:lnTo>
                  <a:pt x="186487" y="92432"/>
                </a:lnTo>
                <a:cubicBezTo>
                  <a:pt x="183658" y="100475"/>
                  <a:pt x="179191" y="106599"/>
                  <a:pt x="173086" y="110804"/>
                </a:cubicBezTo>
                <a:cubicBezTo>
                  <a:pt x="166982" y="115009"/>
                  <a:pt x="159345" y="117112"/>
                  <a:pt x="150175" y="117112"/>
                </a:cubicBezTo>
                <a:cubicBezTo>
                  <a:pt x="135660" y="117112"/>
                  <a:pt x="124918" y="112370"/>
                  <a:pt x="117949" y="102886"/>
                </a:cubicBezTo>
                <a:cubicBezTo>
                  <a:pt x="112448" y="95288"/>
                  <a:pt x="109697" y="85699"/>
                  <a:pt x="109697" y="74118"/>
                </a:cubicBezTo>
                <a:cubicBezTo>
                  <a:pt x="109697" y="60285"/>
                  <a:pt x="113312" y="49452"/>
                  <a:pt x="120543" y="41618"/>
                </a:cubicBezTo>
                <a:cubicBezTo>
                  <a:pt x="127774" y="33784"/>
                  <a:pt x="136918" y="29867"/>
                  <a:pt x="147974" y="29867"/>
                </a:cubicBezTo>
                <a:cubicBezTo>
                  <a:pt x="160393" y="29867"/>
                  <a:pt x="170191" y="33968"/>
                  <a:pt x="177370" y="42168"/>
                </a:cubicBezTo>
                <a:cubicBezTo>
                  <a:pt x="184549" y="50369"/>
                  <a:pt x="187981" y="62931"/>
                  <a:pt x="187666" y="79856"/>
                </a:cubicBezTo>
                <a:lnTo>
                  <a:pt x="132333" y="79856"/>
                </a:lnTo>
                <a:cubicBezTo>
                  <a:pt x="132490" y="86406"/>
                  <a:pt x="134272" y="91502"/>
                  <a:pt x="137678" y="95144"/>
                </a:cubicBezTo>
                <a:cubicBezTo>
                  <a:pt x="141084" y="98785"/>
                  <a:pt x="145328" y="100606"/>
                  <a:pt x="150411" y="100606"/>
                </a:cubicBezTo>
                <a:cubicBezTo>
                  <a:pt x="153869" y="100606"/>
                  <a:pt x="156777" y="99663"/>
                  <a:pt x="159135" y="97777"/>
                </a:cubicBezTo>
                <a:cubicBezTo>
                  <a:pt x="161493" y="95890"/>
                  <a:pt x="163275" y="92851"/>
                  <a:pt x="164480" y="88659"/>
                </a:cubicBezTo>
                <a:moveTo>
                  <a:pt x="165737" y="66337"/>
                </a:moveTo>
                <a:cubicBezTo>
                  <a:pt x="165580" y="59971"/>
                  <a:pt x="163930" y="55130"/>
                  <a:pt x="160786" y="51816"/>
                </a:cubicBezTo>
                <a:cubicBezTo>
                  <a:pt x="157642" y="48502"/>
                  <a:pt x="153817" y="46845"/>
                  <a:pt x="149310" y="46845"/>
                </a:cubicBezTo>
                <a:cubicBezTo>
                  <a:pt x="144490" y="46845"/>
                  <a:pt x="140507" y="48593"/>
                  <a:pt x="137363" y="52089"/>
                </a:cubicBezTo>
                <a:cubicBezTo>
                  <a:pt x="134219" y="55586"/>
                  <a:pt x="132674" y="60336"/>
                  <a:pt x="132726" y="66337"/>
                </a:cubicBezTo>
                <a:lnTo>
                  <a:pt x="165737" y="66337"/>
                </a:lnTo>
                <a:close/>
                <a:moveTo>
                  <a:pt x="228592" y="115225"/>
                </a:moveTo>
                <a:lnTo>
                  <a:pt x="194951" y="31754"/>
                </a:lnTo>
                <a:lnTo>
                  <a:pt x="218138" y="31754"/>
                </a:lnTo>
                <a:lnTo>
                  <a:pt x="233858" y="74354"/>
                </a:lnTo>
                <a:lnTo>
                  <a:pt x="238416" y="88581"/>
                </a:lnTo>
                <a:cubicBezTo>
                  <a:pt x="239622" y="84965"/>
                  <a:pt x="240381" y="82581"/>
                  <a:pt x="240696" y="81428"/>
                </a:cubicBezTo>
                <a:cubicBezTo>
                  <a:pt x="241429" y="79070"/>
                  <a:pt x="242215" y="76712"/>
                  <a:pt x="243054" y="74354"/>
                </a:cubicBezTo>
                <a:lnTo>
                  <a:pt x="258931" y="31754"/>
                </a:lnTo>
                <a:lnTo>
                  <a:pt x="281646" y="31754"/>
                </a:lnTo>
                <a:lnTo>
                  <a:pt x="248477" y="115225"/>
                </a:lnTo>
                <a:lnTo>
                  <a:pt x="228592" y="115225"/>
                </a:lnTo>
                <a:close/>
                <a:moveTo>
                  <a:pt x="343478" y="88659"/>
                </a:moveTo>
                <a:lnTo>
                  <a:pt x="365486" y="92432"/>
                </a:lnTo>
                <a:cubicBezTo>
                  <a:pt x="362656" y="100475"/>
                  <a:pt x="358189" y="106599"/>
                  <a:pt x="352085" y="110804"/>
                </a:cubicBezTo>
                <a:cubicBezTo>
                  <a:pt x="345980" y="115009"/>
                  <a:pt x="338343" y="117112"/>
                  <a:pt x="329173" y="117112"/>
                </a:cubicBezTo>
                <a:cubicBezTo>
                  <a:pt x="314659" y="117112"/>
                  <a:pt x="303917" y="112370"/>
                  <a:pt x="296948" y="102886"/>
                </a:cubicBezTo>
                <a:cubicBezTo>
                  <a:pt x="291446" y="95288"/>
                  <a:pt x="288695" y="85699"/>
                  <a:pt x="288695" y="74118"/>
                </a:cubicBezTo>
                <a:cubicBezTo>
                  <a:pt x="288695" y="60285"/>
                  <a:pt x="292310" y="49452"/>
                  <a:pt x="299542" y="41618"/>
                </a:cubicBezTo>
                <a:cubicBezTo>
                  <a:pt x="306773" y="33784"/>
                  <a:pt x="315916" y="29867"/>
                  <a:pt x="326972" y="29867"/>
                </a:cubicBezTo>
                <a:cubicBezTo>
                  <a:pt x="339391" y="29867"/>
                  <a:pt x="349190" y="33968"/>
                  <a:pt x="356368" y="42168"/>
                </a:cubicBezTo>
                <a:cubicBezTo>
                  <a:pt x="363547" y="50369"/>
                  <a:pt x="366979" y="62931"/>
                  <a:pt x="366665" y="79856"/>
                </a:cubicBezTo>
                <a:lnTo>
                  <a:pt x="311331" y="79856"/>
                </a:lnTo>
                <a:cubicBezTo>
                  <a:pt x="311489" y="86406"/>
                  <a:pt x="313270" y="91502"/>
                  <a:pt x="316676" y="95144"/>
                </a:cubicBezTo>
                <a:cubicBezTo>
                  <a:pt x="320082" y="98785"/>
                  <a:pt x="324326" y="100606"/>
                  <a:pt x="329409" y="100606"/>
                </a:cubicBezTo>
                <a:cubicBezTo>
                  <a:pt x="332867" y="100606"/>
                  <a:pt x="335775" y="99663"/>
                  <a:pt x="338133" y="97777"/>
                </a:cubicBezTo>
                <a:cubicBezTo>
                  <a:pt x="340491" y="95890"/>
                  <a:pt x="342273" y="92851"/>
                  <a:pt x="343478" y="88659"/>
                </a:cubicBezTo>
                <a:moveTo>
                  <a:pt x="344736" y="66337"/>
                </a:moveTo>
                <a:cubicBezTo>
                  <a:pt x="344579" y="59971"/>
                  <a:pt x="342928" y="55130"/>
                  <a:pt x="339784" y="51816"/>
                </a:cubicBezTo>
                <a:cubicBezTo>
                  <a:pt x="336640" y="48502"/>
                  <a:pt x="332815" y="46845"/>
                  <a:pt x="328309" y="46845"/>
                </a:cubicBezTo>
                <a:cubicBezTo>
                  <a:pt x="323488" y="46845"/>
                  <a:pt x="319506" y="48593"/>
                  <a:pt x="316362" y="52089"/>
                </a:cubicBezTo>
                <a:cubicBezTo>
                  <a:pt x="313218" y="55586"/>
                  <a:pt x="311672" y="60336"/>
                  <a:pt x="311724" y="66337"/>
                </a:cubicBezTo>
                <a:lnTo>
                  <a:pt x="344736" y="66337"/>
                </a:lnTo>
                <a:close/>
                <a:moveTo>
                  <a:pt x="384639" y="115225"/>
                </a:moveTo>
                <a:lnTo>
                  <a:pt x="384639" y="0"/>
                </a:lnTo>
                <a:lnTo>
                  <a:pt x="406725" y="0"/>
                </a:lnTo>
                <a:lnTo>
                  <a:pt x="406725" y="115225"/>
                </a:lnTo>
                <a:lnTo>
                  <a:pt x="384639" y="115225"/>
                </a:lnTo>
                <a:close/>
                <a:moveTo>
                  <a:pt x="424280" y="72311"/>
                </a:moveTo>
                <a:cubicBezTo>
                  <a:pt x="424280" y="64975"/>
                  <a:pt x="426088" y="57875"/>
                  <a:pt x="429703" y="51010"/>
                </a:cubicBezTo>
                <a:cubicBezTo>
                  <a:pt x="433319" y="44146"/>
                  <a:pt x="438441" y="38906"/>
                  <a:pt x="445069" y="35291"/>
                </a:cubicBezTo>
                <a:cubicBezTo>
                  <a:pt x="451698" y="31675"/>
                  <a:pt x="459099" y="29867"/>
                  <a:pt x="467273" y="29867"/>
                </a:cubicBezTo>
                <a:cubicBezTo>
                  <a:pt x="479901" y="29867"/>
                  <a:pt x="490250" y="33968"/>
                  <a:pt x="498320" y="42168"/>
                </a:cubicBezTo>
                <a:cubicBezTo>
                  <a:pt x="506389" y="50369"/>
                  <a:pt x="510424" y="60730"/>
                  <a:pt x="510424" y="73254"/>
                </a:cubicBezTo>
                <a:cubicBezTo>
                  <a:pt x="510424" y="85882"/>
                  <a:pt x="506350" y="96349"/>
                  <a:pt x="498202" y="104654"/>
                </a:cubicBezTo>
                <a:cubicBezTo>
                  <a:pt x="490054" y="112959"/>
                  <a:pt x="479797" y="117112"/>
                  <a:pt x="467430" y="117112"/>
                </a:cubicBezTo>
                <a:cubicBezTo>
                  <a:pt x="459780" y="117112"/>
                  <a:pt x="452484" y="115383"/>
                  <a:pt x="445541" y="111924"/>
                </a:cubicBezTo>
                <a:cubicBezTo>
                  <a:pt x="438598" y="108466"/>
                  <a:pt x="433319" y="103396"/>
                  <a:pt x="429703" y="96716"/>
                </a:cubicBezTo>
                <a:cubicBezTo>
                  <a:pt x="426088" y="90035"/>
                  <a:pt x="424280" y="81900"/>
                  <a:pt x="424280" y="72311"/>
                </a:cubicBezTo>
                <a:moveTo>
                  <a:pt x="446916" y="73490"/>
                </a:moveTo>
                <a:cubicBezTo>
                  <a:pt x="446916" y="81742"/>
                  <a:pt x="448881" y="88063"/>
                  <a:pt x="452811" y="92452"/>
                </a:cubicBezTo>
                <a:cubicBezTo>
                  <a:pt x="456741" y="96840"/>
                  <a:pt x="461588" y="99034"/>
                  <a:pt x="467352" y="99034"/>
                </a:cubicBezTo>
                <a:cubicBezTo>
                  <a:pt x="473116" y="99034"/>
                  <a:pt x="477950" y="96840"/>
                  <a:pt x="481853" y="92452"/>
                </a:cubicBezTo>
                <a:cubicBezTo>
                  <a:pt x="485757" y="88063"/>
                  <a:pt x="487709" y="81690"/>
                  <a:pt x="487709" y="73332"/>
                </a:cubicBezTo>
                <a:cubicBezTo>
                  <a:pt x="487709" y="65184"/>
                  <a:pt x="485757" y="58916"/>
                  <a:pt x="481853" y="54528"/>
                </a:cubicBezTo>
                <a:cubicBezTo>
                  <a:pt x="477950" y="50139"/>
                  <a:pt x="473116" y="47945"/>
                  <a:pt x="467352" y="47945"/>
                </a:cubicBezTo>
                <a:cubicBezTo>
                  <a:pt x="461588" y="47945"/>
                  <a:pt x="456741" y="50139"/>
                  <a:pt x="452811" y="54528"/>
                </a:cubicBezTo>
                <a:cubicBezTo>
                  <a:pt x="448881" y="58916"/>
                  <a:pt x="446916" y="65237"/>
                  <a:pt x="446916" y="73490"/>
                </a:cubicBezTo>
                <a:close/>
                <a:moveTo>
                  <a:pt x="527113" y="31754"/>
                </a:moveTo>
                <a:lnTo>
                  <a:pt x="547705" y="31754"/>
                </a:lnTo>
                <a:lnTo>
                  <a:pt x="547705" y="44015"/>
                </a:lnTo>
                <a:cubicBezTo>
                  <a:pt x="550378" y="39823"/>
                  <a:pt x="553993" y="36417"/>
                  <a:pt x="558552" y="33797"/>
                </a:cubicBezTo>
                <a:cubicBezTo>
                  <a:pt x="563111" y="31177"/>
                  <a:pt x="568167" y="29867"/>
                  <a:pt x="573722" y="29867"/>
                </a:cubicBezTo>
                <a:cubicBezTo>
                  <a:pt x="583415" y="29867"/>
                  <a:pt x="591642" y="33666"/>
                  <a:pt x="598401" y="41264"/>
                </a:cubicBezTo>
                <a:cubicBezTo>
                  <a:pt x="605161" y="48862"/>
                  <a:pt x="608541" y="59447"/>
                  <a:pt x="608541" y="73018"/>
                </a:cubicBezTo>
                <a:cubicBezTo>
                  <a:pt x="608541" y="86956"/>
                  <a:pt x="605135" y="97790"/>
                  <a:pt x="598323" y="105519"/>
                </a:cubicBezTo>
                <a:cubicBezTo>
                  <a:pt x="591511" y="113247"/>
                  <a:pt x="583258" y="117112"/>
                  <a:pt x="573564" y="117112"/>
                </a:cubicBezTo>
                <a:cubicBezTo>
                  <a:pt x="568953" y="117112"/>
                  <a:pt x="564774" y="116195"/>
                  <a:pt x="561028" y="114361"/>
                </a:cubicBezTo>
                <a:cubicBezTo>
                  <a:pt x="557281" y="112527"/>
                  <a:pt x="553338" y="109383"/>
                  <a:pt x="549199" y="104929"/>
                </a:cubicBezTo>
                <a:lnTo>
                  <a:pt x="549199" y="146979"/>
                </a:lnTo>
                <a:lnTo>
                  <a:pt x="527113" y="146979"/>
                </a:lnTo>
                <a:lnTo>
                  <a:pt x="527113" y="31754"/>
                </a:lnTo>
                <a:moveTo>
                  <a:pt x="548963" y="72038"/>
                </a:moveTo>
                <a:cubicBezTo>
                  <a:pt x="548963" y="81403"/>
                  <a:pt x="550823" y="88322"/>
                  <a:pt x="554544" y="92795"/>
                </a:cubicBezTo>
                <a:cubicBezTo>
                  <a:pt x="558264" y="97269"/>
                  <a:pt x="562796" y="99506"/>
                  <a:pt x="568141" y="99506"/>
                </a:cubicBezTo>
                <a:cubicBezTo>
                  <a:pt x="573276" y="99506"/>
                  <a:pt x="577547" y="97452"/>
                  <a:pt x="580953" y="93346"/>
                </a:cubicBezTo>
                <a:cubicBezTo>
                  <a:pt x="584359" y="89239"/>
                  <a:pt x="586062" y="82502"/>
                  <a:pt x="586062" y="73136"/>
                </a:cubicBezTo>
                <a:cubicBezTo>
                  <a:pt x="586062" y="64398"/>
                  <a:pt x="584306" y="57911"/>
                  <a:pt x="580795" y="53673"/>
                </a:cubicBezTo>
                <a:cubicBezTo>
                  <a:pt x="577285" y="49435"/>
                  <a:pt x="572936" y="47316"/>
                  <a:pt x="567748" y="47316"/>
                </a:cubicBezTo>
                <a:cubicBezTo>
                  <a:pt x="562351" y="47316"/>
                  <a:pt x="557871" y="49396"/>
                  <a:pt x="554308" y="53555"/>
                </a:cubicBezTo>
                <a:cubicBezTo>
                  <a:pt x="550745" y="57714"/>
                  <a:pt x="548963" y="63875"/>
                  <a:pt x="548963" y="72038"/>
                </a:cubicBezTo>
                <a:close/>
                <a:moveTo>
                  <a:pt x="674432" y="88659"/>
                </a:moveTo>
                <a:lnTo>
                  <a:pt x="696440" y="92432"/>
                </a:lnTo>
                <a:cubicBezTo>
                  <a:pt x="693610" y="100475"/>
                  <a:pt x="689143" y="106599"/>
                  <a:pt x="683039" y="110804"/>
                </a:cubicBezTo>
                <a:cubicBezTo>
                  <a:pt x="676934" y="115009"/>
                  <a:pt x="669297" y="117112"/>
                  <a:pt x="660127" y="117112"/>
                </a:cubicBezTo>
                <a:cubicBezTo>
                  <a:pt x="645613" y="117112"/>
                  <a:pt x="634871" y="112370"/>
                  <a:pt x="627902" y="102886"/>
                </a:cubicBezTo>
                <a:cubicBezTo>
                  <a:pt x="622400" y="95288"/>
                  <a:pt x="619649" y="85699"/>
                  <a:pt x="619649" y="74118"/>
                </a:cubicBezTo>
                <a:cubicBezTo>
                  <a:pt x="619649" y="60285"/>
                  <a:pt x="623264" y="49452"/>
                  <a:pt x="630495" y="41618"/>
                </a:cubicBezTo>
                <a:cubicBezTo>
                  <a:pt x="637727" y="33784"/>
                  <a:pt x="646870" y="29867"/>
                  <a:pt x="657926" y="29867"/>
                </a:cubicBezTo>
                <a:cubicBezTo>
                  <a:pt x="670345" y="29867"/>
                  <a:pt x="680144" y="33968"/>
                  <a:pt x="687322" y="42168"/>
                </a:cubicBezTo>
                <a:cubicBezTo>
                  <a:pt x="694501" y="50369"/>
                  <a:pt x="697933" y="62931"/>
                  <a:pt x="697619" y="79856"/>
                </a:cubicBezTo>
                <a:lnTo>
                  <a:pt x="642285" y="79856"/>
                </a:lnTo>
                <a:cubicBezTo>
                  <a:pt x="642442" y="86406"/>
                  <a:pt x="644224" y="91502"/>
                  <a:pt x="647630" y="95144"/>
                </a:cubicBezTo>
                <a:cubicBezTo>
                  <a:pt x="651036" y="98785"/>
                  <a:pt x="655280" y="100606"/>
                  <a:pt x="660363" y="100606"/>
                </a:cubicBezTo>
                <a:cubicBezTo>
                  <a:pt x="663821" y="100606"/>
                  <a:pt x="666729" y="99663"/>
                  <a:pt x="669087" y="97777"/>
                </a:cubicBezTo>
                <a:cubicBezTo>
                  <a:pt x="671445" y="95890"/>
                  <a:pt x="673227" y="92851"/>
                  <a:pt x="674432" y="88659"/>
                </a:cubicBezTo>
                <a:moveTo>
                  <a:pt x="675690" y="66337"/>
                </a:moveTo>
                <a:cubicBezTo>
                  <a:pt x="675532" y="59971"/>
                  <a:pt x="673882" y="55130"/>
                  <a:pt x="670738" y="51816"/>
                </a:cubicBezTo>
                <a:cubicBezTo>
                  <a:pt x="667594" y="48502"/>
                  <a:pt x="663769" y="46845"/>
                  <a:pt x="659263" y="46845"/>
                </a:cubicBezTo>
                <a:cubicBezTo>
                  <a:pt x="654442" y="46845"/>
                  <a:pt x="650460" y="48593"/>
                  <a:pt x="647316" y="52089"/>
                </a:cubicBezTo>
                <a:cubicBezTo>
                  <a:pt x="644172" y="55586"/>
                  <a:pt x="642626" y="60336"/>
                  <a:pt x="642678" y="66337"/>
                </a:cubicBezTo>
                <a:lnTo>
                  <a:pt x="675690" y="66337"/>
                </a:lnTo>
                <a:close/>
                <a:moveTo>
                  <a:pt x="736736" y="115225"/>
                </a:moveTo>
                <a:lnTo>
                  <a:pt x="714650" y="115225"/>
                </a:lnTo>
                <a:lnTo>
                  <a:pt x="714650" y="31754"/>
                </a:lnTo>
                <a:lnTo>
                  <a:pt x="735164" y="31754"/>
                </a:lnTo>
                <a:lnTo>
                  <a:pt x="735164" y="43622"/>
                </a:lnTo>
                <a:cubicBezTo>
                  <a:pt x="738675" y="38015"/>
                  <a:pt x="741832" y="34321"/>
                  <a:pt x="744635" y="32540"/>
                </a:cubicBezTo>
                <a:cubicBezTo>
                  <a:pt x="747439" y="30758"/>
                  <a:pt x="750622" y="29867"/>
                  <a:pt x="754185" y="29867"/>
                </a:cubicBezTo>
                <a:cubicBezTo>
                  <a:pt x="759215" y="29867"/>
                  <a:pt x="764062" y="31256"/>
                  <a:pt x="768726" y="34033"/>
                </a:cubicBezTo>
                <a:lnTo>
                  <a:pt x="761888" y="53290"/>
                </a:lnTo>
                <a:cubicBezTo>
                  <a:pt x="758167" y="50879"/>
                  <a:pt x="754709" y="49674"/>
                  <a:pt x="751513" y="49674"/>
                </a:cubicBezTo>
                <a:cubicBezTo>
                  <a:pt x="748421" y="49674"/>
                  <a:pt x="745801" y="50526"/>
                  <a:pt x="743653" y="52229"/>
                </a:cubicBezTo>
                <a:cubicBezTo>
                  <a:pt x="741504" y="53932"/>
                  <a:pt x="739815" y="57010"/>
                  <a:pt x="738583" y="61464"/>
                </a:cubicBezTo>
                <a:cubicBezTo>
                  <a:pt x="737352" y="65918"/>
                  <a:pt x="736736" y="75245"/>
                  <a:pt x="736736" y="89445"/>
                </a:cubicBezTo>
                <a:lnTo>
                  <a:pt x="736736" y="115225"/>
                </a:lnTo>
                <a:close/>
                <a:moveTo>
                  <a:pt x="770429" y="91489"/>
                </a:moveTo>
                <a:lnTo>
                  <a:pt x="792594" y="88030"/>
                </a:lnTo>
                <a:cubicBezTo>
                  <a:pt x="793537" y="92301"/>
                  <a:pt x="795450" y="95543"/>
                  <a:pt x="798332" y="97757"/>
                </a:cubicBezTo>
                <a:cubicBezTo>
                  <a:pt x="801214" y="99971"/>
                  <a:pt x="805248" y="101078"/>
                  <a:pt x="810436" y="101078"/>
                </a:cubicBezTo>
                <a:cubicBezTo>
                  <a:pt x="816147" y="101078"/>
                  <a:pt x="820444" y="100031"/>
                  <a:pt x="823326" y="97939"/>
                </a:cubicBezTo>
                <a:cubicBezTo>
                  <a:pt x="825265" y="96473"/>
                  <a:pt x="826234" y="94511"/>
                  <a:pt x="826234" y="92051"/>
                </a:cubicBezTo>
                <a:cubicBezTo>
                  <a:pt x="826234" y="90376"/>
                  <a:pt x="825710" y="88989"/>
                  <a:pt x="824662" y="87890"/>
                </a:cubicBezTo>
                <a:cubicBezTo>
                  <a:pt x="823562" y="86844"/>
                  <a:pt x="821099" y="85876"/>
                  <a:pt x="817274" y="84987"/>
                </a:cubicBezTo>
                <a:cubicBezTo>
                  <a:pt x="799458" y="81064"/>
                  <a:pt x="788166" y="77479"/>
                  <a:pt x="783398" y="74234"/>
                </a:cubicBezTo>
                <a:cubicBezTo>
                  <a:pt x="776796" y="69731"/>
                  <a:pt x="773495" y="63475"/>
                  <a:pt x="773495" y="55466"/>
                </a:cubicBezTo>
                <a:cubicBezTo>
                  <a:pt x="773495" y="48241"/>
                  <a:pt x="776350" y="42169"/>
                  <a:pt x="782062" y="37248"/>
                </a:cubicBezTo>
                <a:cubicBezTo>
                  <a:pt x="787773" y="32328"/>
                  <a:pt x="796629" y="29867"/>
                  <a:pt x="808628" y="29867"/>
                </a:cubicBezTo>
                <a:cubicBezTo>
                  <a:pt x="820051" y="29867"/>
                  <a:pt x="828540" y="31721"/>
                  <a:pt x="834094" y="35428"/>
                </a:cubicBezTo>
                <a:cubicBezTo>
                  <a:pt x="839648" y="39136"/>
                  <a:pt x="843473" y="44618"/>
                  <a:pt x="845569" y="51875"/>
                </a:cubicBezTo>
                <a:lnTo>
                  <a:pt x="824741" y="55805"/>
                </a:lnTo>
                <a:cubicBezTo>
                  <a:pt x="823850" y="52556"/>
                  <a:pt x="822160" y="50067"/>
                  <a:pt x="819671" y="48338"/>
                </a:cubicBezTo>
                <a:cubicBezTo>
                  <a:pt x="817182" y="46609"/>
                  <a:pt x="813632" y="45744"/>
                  <a:pt x="809021" y="45744"/>
                </a:cubicBezTo>
                <a:cubicBezTo>
                  <a:pt x="803205" y="45744"/>
                  <a:pt x="799039" y="46556"/>
                  <a:pt x="796524" y="48178"/>
                </a:cubicBezTo>
                <a:cubicBezTo>
                  <a:pt x="794847" y="49328"/>
                  <a:pt x="794009" y="50819"/>
                  <a:pt x="794009" y="52651"/>
                </a:cubicBezTo>
                <a:cubicBezTo>
                  <a:pt x="794009" y="54220"/>
                  <a:pt x="794742" y="55554"/>
                  <a:pt x="796209" y="56652"/>
                </a:cubicBezTo>
                <a:cubicBezTo>
                  <a:pt x="798201" y="58118"/>
                  <a:pt x="805078" y="60185"/>
                  <a:pt x="816842" y="62854"/>
                </a:cubicBezTo>
                <a:cubicBezTo>
                  <a:pt x="828605" y="65523"/>
                  <a:pt x="836819" y="68797"/>
                  <a:pt x="841482" y="72677"/>
                </a:cubicBezTo>
                <a:cubicBezTo>
                  <a:pt x="846093" y="76610"/>
                  <a:pt x="848399" y="82089"/>
                  <a:pt x="848399" y="89114"/>
                </a:cubicBezTo>
                <a:cubicBezTo>
                  <a:pt x="848399" y="96769"/>
                  <a:pt x="845203" y="103349"/>
                  <a:pt x="838810" y="108854"/>
                </a:cubicBezTo>
                <a:cubicBezTo>
                  <a:pt x="832417" y="114359"/>
                  <a:pt x="822959" y="117112"/>
                  <a:pt x="810436" y="117112"/>
                </a:cubicBezTo>
                <a:cubicBezTo>
                  <a:pt x="799065" y="117112"/>
                  <a:pt x="790066" y="114814"/>
                  <a:pt x="783437" y="110217"/>
                </a:cubicBezTo>
                <a:cubicBezTo>
                  <a:pt x="776809" y="105619"/>
                  <a:pt x="772473" y="99376"/>
                  <a:pt x="770429" y="9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ABC9C-35F1-4FE4-89C7-B8E91EC6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0" y="3061400"/>
            <a:ext cx="442667" cy="442667"/>
          </a:xfrm>
          <a:custGeom xmlns:a="http://schemas.openxmlformats.org/drawingml/2006/main">
            <a:pathLst>
              <a:path w="442667" h="442667">
                <a:moveTo>
                  <a:pt x="0" y="442667"/>
                </a:moveTo>
                <a:lnTo>
                  <a:pt x="442667" y="442667"/>
                </a:lnTo>
                <a:lnTo>
                  <a:pt x="442667" y="0"/>
                </a:lnTo>
                <a:lnTo>
                  <a:pt x="0" y="0"/>
                </a:lnTo>
                <a:lnTo>
                  <a:pt x="0" y="4426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27bf26d034188"/>
          <a:stretch xmlns:a="http://schemas.openxmlformats.org/drawingml/2006/main"/>
        </p:blipFill>
        <p:spPr>
          <a:xfrm xmlns:a="http://schemas.openxmlformats.org/drawingml/2006/main">
            <a:off x="99304" y="3061400"/>
            <a:ext cx="442667" cy="442667"/>
          </a:xfrm>
          <a:prstGeom xmlns:a="http://schemas.openxmlformats.org/drawingml/2006/main" prst="rect">
            <a:avLst/>
          </a:prstGeom>
        </p:spPr>
      </p:pic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AAF7A-704A-4BBA-A99A-576A5856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817" y="3207744"/>
            <a:ext cx="534438" cy="776811"/>
          </a:xfrm>
          <a:custGeom xmlns:a="http://schemas.openxmlformats.org/drawingml/2006/main">
            <a:pathLst>
              <a:path w="534438" h="776811">
                <a:moveTo>
                  <a:pt x="0" y="125158"/>
                </a:moveTo>
                <a:cubicBezTo>
                  <a:pt x="0" y="0"/>
                  <a:pt x="534438" y="0"/>
                  <a:pt x="534438" y="125158"/>
                </a:cubicBezTo>
                <a:lnTo>
                  <a:pt x="534438" y="651653"/>
                </a:lnTo>
                <a:cubicBezTo>
                  <a:pt x="534438" y="776811"/>
                  <a:pt x="0" y="776811"/>
                  <a:pt x="0" y="651653"/>
                </a:cubicBezTo>
                <a:lnTo>
                  <a:pt x="0" y="1251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2C6BB-C7EB-4669-8711-09720880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817" y="3207744"/>
            <a:ext cx="534438" cy="776811"/>
          </a:xfrm>
          <a:custGeom xmlns:a="http://schemas.openxmlformats.org/drawingml/2006/main">
            <a:pathLst>
              <a:path w="534438" h="776811" fill="none">
                <a:moveTo>
                  <a:pt x="0" y="125158"/>
                </a:moveTo>
                <a:cubicBezTo>
                  <a:pt x="0" y="0"/>
                  <a:pt x="534438" y="0"/>
                  <a:pt x="534438" y="125158"/>
                </a:cubicBezTo>
                <a:lnTo>
                  <a:pt x="534438" y="651653"/>
                </a:lnTo>
                <a:cubicBezTo>
                  <a:pt x="534438" y="776811"/>
                  <a:pt x="0" y="776811"/>
                  <a:pt x="0" y="651653"/>
                </a:cubicBezTo>
                <a:lnTo>
                  <a:pt x="0" y="1251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2D1BC-FBF2-42EF-9648-276125E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817" y="3332902"/>
            <a:ext cx="534438" cy="187795"/>
          </a:xfrm>
          <a:custGeom xmlns:a="http://schemas.openxmlformats.org/drawingml/2006/main">
            <a:pathLst>
              <a:path w="534438" h="187795" fill="none">
                <a:moveTo>
                  <a:pt x="0" y="0"/>
                </a:moveTo>
                <a:cubicBezTo>
                  <a:pt x="0" y="93897"/>
                  <a:pt x="534438" y="93897"/>
                  <a:pt x="534438" y="0"/>
                </a:cubicBezTo>
                <a:moveTo>
                  <a:pt x="0" y="46949"/>
                </a:moveTo>
                <a:cubicBezTo>
                  <a:pt x="0" y="140846"/>
                  <a:pt x="534438" y="140846"/>
                  <a:pt x="534438" y="46949"/>
                </a:cubicBezTo>
                <a:moveTo>
                  <a:pt x="0" y="93897"/>
                </a:moveTo>
                <a:cubicBezTo>
                  <a:pt x="0" y="187795"/>
                  <a:pt x="534438" y="187795"/>
                  <a:pt x="534438" y="938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84" name="Text NFR">
            <a:extLst xmlns:a="http://schemas.openxmlformats.org/drawingml/2006/main">
              <a:ext uri="{FF2B5EF4-FFF2-40B4-BE49-F238E27FC236}">
                <a16:creationId xmlns:a16="http://schemas.microsoft.com/office/drawing/2014/main" id="{E62F3BAC-84A3-4865-83FF-FDD9F36E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662" y="3556376"/>
            <a:ext cx="316515" cy="115225"/>
          </a:xfrm>
          <a:custGeom xmlns:a="http://schemas.openxmlformats.org/drawingml/2006/main">
            <a:pathLst>
              <a:path w="316515" h="115225">
                <a:moveTo>
                  <a:pt x="0" y="115225"/>
                </a:moveTo>
                <a:lnTo>
                  <a:pt x="0" y="0"/>
                </a:lnTo>
                <a:lnTo>
                  <a:pt x="15641" y="0"/>
                </a:lnTo>
                <a:lnTo>
                  <a:pt x="76162" y="90467"/>
                </a:lnTo>
                <a:lnTo>
                  <a:pt x="76162" y="0"/>
                </a:lnTo>
                <a:lnTo>
                  <a:pt x="90781" y="0"/>
                </a:lnTo>
                <a:lnTo>
                  <a:pt x="90781" y="115225"/>
                </a:lnTo>
                <a:lnTo>
                  <a:pt x="75140" y="115225"/>
                </a:lnTo>
                <a:lnTo>
                  <a:pt x="14619" y="24680"/>
                </a:lnTo>
                <a:lnTo>
                  <a:pt x="14619" y="115225"/>
                </a:lnTo>
                <a:lnTo>
                  <a:pt x="0" y="115225"/>
                </a:lnTo>
                <a:close/>
                <a:moveTo>
                  <a:pt x="117163" y="115225"/>
                </a:moveTo>
                <a:lnTo>
                  <a:pt x="117163" y="0"/>
                </a:lnTo>
                <a:lnTo>
                  <a:pt x="194897" y="0"/>
                </a:lnTo>
                <a:lnTo>
                  <a:pt x="194897" y="13598"/>
                </a:lnTo>
                <a:lnTo>
                  <a:pt x="132412" y="13598"/>
                </a:lnTo>
                <a:lnTo>
                  <a:pt x="132412" y="49203"/>
                </a:lnTo>
                <a:lnTo>
                  <a:pt x="186487" y="49203"/>
                </a:lnTo>
                <a:lnTo>
                  <a:pt x="186487" y="62800"/>
                </a:lnTo>
                <a:lnTo>
                  <a:pt x="132412" y="62800"/>
                </a:lnTo>
                <a:lnTo>
                  <a:pt x="132412" y="115225"/>
                </a:lnTo>
                <a:lnTo>
                  <a:pt x="117163" y="115225"/>
                </a:lnTo>
                <a:close/>
                <a:moveTo>
                  <a:pt x="214966" y="115225"/>
                </a:moveTo>
                <a:lnTo>
                  <a:pt x="214966" y="0"/>
                </a:lnTo>
                <a:lnTo>
                  <a:pt x="266055" y="0"/>
                </a:lnTo>
                <a:cubicBezTo>
                  <a:pt x="276325" y="0"/>
                  <a:pt x="284133" y="1034"/>
                  <a:pt x="289477" y="3102"/>
                </a:cubicBezTo>
                <a:cubicBezTo>
                  <a:pt x="294822" y="5169"/>
                  <a:pt x="299092" y="8819"/>
                  <a:pt x="302289" y="14052"/>
                </a:cubicBezTo>
                <a:cubicBezTo>
                  <a:pt x="305485" y="19285"/>
                  <a:pt x="307083" y="25068"/>
                  <a:pt x="307083" y="31400"/>
                </a:cubicBezTo>
                <a:cubicBezTo>
                  <a:pt x="307083" y="39565"/>
                  <a:pt x="304437" y="46447"/>
                  <a:pt x="299145" y="52047"/>
                </a:cubicBezTo>
                <a:cubicBezTo>
                  <a:pt x="293853" y="57645"/>
                  <a:pt x="285678" y="61204"/>
                  <a:pt x="274622" y="62722"/>
                </a:cubicBezTo>
                <a:cubicBezTo>
                  <a:pt x="278657" y="64664"/>
                  <a:pt x="281722" y="66580"/>
                  <a:pt x="283818" y="68469"/>
                </a:cubicBezTo>
                <a:cubicBezTo>
                  <a:pt x="288272" y="72561"/>
                  <a:pt x="292490" y="77677"/>
                  <a:pt x="296473" y="83818"/>
                </a:cubicBezTo>
                <a:lnTo>
                  <a:pt x="316515" y="115225"/>
                </a:lnTo>
                <a:lnTo>
                  <a:pt x="297337" y="115225"/>
                </a:lnTo>
                <a:lnTo>
                  <a:pt x="282089" y="91216"/>
                </a:lnTo>
                <a:cubicBezTo>
                  <a:pt x="277635" y="84290"/>
                  <a:pt x="273967" y="78990"/>
                  <a:pt x="271085" y="75317"/>
                </a:cubicBezTo>
                <a:cubicBezTo>
                  <a:pt x="268203" y="71643"/>
                  <a:pt x="265623" y="69071"/>
                  <a:pt x="263343" y="67602"/>
                </a:cubicBezTo>
                <a:cubicBezTo>
                  <a:pt x="261064" y="66132"/>
                  <a:pt x="258745" y="65107"/>
                  <a:pt x="256387" y="64529"/>
                </a:cubicBezTo>
                <a:cubicBezTo>
                  <a:pt x="254658" y="64163"/>
                  <a:pt x="251829" y="63979"/>
                  <a:pt x="247899" y="63979"/>
                </a:cubicBezTo>
                <a:lnTo>
                  <a:pt x="230214" y="63979"/>
                </a:lnTo>
                <a:lnTo>
                  <a:pt x="230214" y="115225"/>
                </a:lnTo>
                <a:lnTo>
                  <a:pt x="214966" y="115225"/>
                </a:lnTo>
                <a:moveTo>
                  <a:pt x="230214" y="50775"/>
                </a:moveTo>
                <a:lnTo>
                  <a:pt x="262990" y="50775"/>
                </a:lnTo>
                <a:cubicBezTo>
                  <a:pt x="269959" y="50775"/>
                  <a:pt x="275408" y="50056"/>
                  <a:pt x="279338" y="48618"/>
                </a:cubicBezTo>
                <a:cubicBezTo>
                  <a:pt x="283268" y="47180"/>
                  <a:pt x="286255" y="44880"/>
                  <a:pt x="288298" y="41716"/>
                </a:cubicBezTo>
                <a:cubicBezTo>
                  <a:pt x="290342" y="38553"/>
                  <a:pt x="291364" y="35114"/>
                  <a:pt x="291364" y="31400"/>
                </a:cubicBezTo>
                <a:cubicBezTo>
                  <a:pt x="291364" y="25962"/>
                  <a:pt x="289386" y="21492"/>
                  <a:pt x="285429" y="17989"/>
                </a:cubicBezTo>
                <a:cubicBezTo>
                  <a:pt x="281473" y="14485"/>
                  <a:pt x="275225" y="12733"/>
                  <a:pt x="266684" y="12733"/>
                </a:cubicBezTo>
                <a:lnTo>
                  <a:pt x="230214" y="12733"/>
                </a:lnTo>
                <a:lnTo>
                  <a:pt x="230214" y="507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Devs">
            <a:extLst xmlns:a="http://schemas.openxmlformats.org/drawingml/2006/main">
              <a:ext uri="{FF2B5EF4-FFF2-40B4-BE49-F238E27FC236}">
                <a16:creationId xmlns:a16="http://schemas.microsoft.com/office/drawing/2014/main" id="{7ED20AA7-9B21-4B1D-9963-94E5D9F3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005" y="3757596"/>
            <a:ext cx="348061" cy="117112"/>
          </a:xfrm>
          <a:custGeom xmlns:a="http://schemas.openxmlformats.org/drawingml/2006/main">
            <a:pathLst>
              <a:path w="348061" h="117112">
                <a:moveTo>
                  <a:pt x="0" y="115225"/>
                </a:moveTo>
                <a:lnTo>
                  <a:pt x="0" y="0"/>
                </a:lnTo>
                <a:lnTo>
                  <a:pt x="39692" y="0"/>
                </a:lnTo>
                <a:cubicBezTo>
                  <a:pt x="48653" y="0"/>
                  <a:pt x="55491" y="550"/>
                  <a:pt x="60206" y="1651"/>
                </a:cubicBezTo>
                <a:cubicBezTo>
                  <a:pt x="66809" y="3170"/>
                  <a:pt x="72442" y="5921"/>
                  <a:pt x="77105" y="9903"/>
                </a:cubicBezTo>
                <a:cubicBezTo>
                  <a:pt x="83183" y="15039"/>
                  <a:pt x="87729" y="21602"/>
                  <a:pt x="90742" y="29592"/>
                </a:cubicBezTo>
                <a:cubicBezTo>
                  <a:pt x="93755" y="37583"/>
                  <a:pt x="95261" y="46714"/>
                  <a:pt x="95261" y="56984"/>
                </a:cubicBezTo>
                <a:cubicBezTo>
                  <a:pt x="95261" y="65735"/>
                  <a:pt x="94240" y="73490"/>
                  <a:pt x="92196" y="80249"/>
                </a:cubicBezTo>
                <a:cubicBezTo>
                  <a:pt x="90153" y="87009"/>
                  <a:pt x="87533" y="92602"/>
                  <a:pt x="84336" y="97030"/>
                </a:cubicBezTo>
                <a:cubicBezTo>
                  <a:pt x="81140" y="101458"/>
                  <a:pt x="77642" y="104942"/>
                  <a:pt x="73843" y="107484"/>
                </a:cubicBezTo>
                <a:cubicBezTo>
                  <a:pt x="70044" y="110025"/>
                  <a:pt x="65459" y="111951"/>
                  <a:pt x="60089" y="113261"/>
                </a:cubicBezTo>
                <a:cubicBezTo>
                  <a:pt x="54718" y="114570"/>
                  <a:pt x="48548" y="115225"/>
                  <a:pt x="41579" y="115225"/>
                </a:cubicBezTo>
                <a:lnTo>
                  <a:pt x="0" y="115225"/>
                </a:lnTo>
                <a:moveTo>
                  <a:pt x="15248" y="101628"/>
                </a:moveTo>
                <a:lnTo>
                  <a:pt x="39849" y="101628"/>
                </a:lnTo>
                <a:cubicBezTo>
                  <a:pt x="47447" y="101628"/>
                  <a:pt x="53408" y="100921"/>
                  <a:pt x="57731" y="99506"/>
                </a:cubicBezTo>
                <a:cubicBezTo>
                  <a:pt x="62054" y="98091"/>
                  <a:pt x="65499" y="96100"/>
                  <a:pt x="68066" y="93532"/>
                </a:cubicBezTo>
                <a:cubicBezTo>
                  <a:pt x="71682" y="89917"/>
                  <a:pt x="74498" y="85057"/>
                  <a:pt x="76516" y="78952"/>
                </a:cubicBezTo>
                <a:cubicBezTo>
                  <a:pt x="78533" y="72848"/>
                  <a:pt x="79542" y="65446"/>
                  <a:pt x="79542" y="56748"/>
                </a:cubicBezTo>
                <a:cubicBezTo>
                  <a:pt x="79542" y="44696"/>
                  <a:pt x="77564" y="35435"/>
                  <a:pt x="73608" y="28964"/>
                </a:cubicBezTo>
                <a:cubicBezTo>
                  <a:pt x="69651" y="22492"/>
                  <a:pt x="64844" y="18156"/>
                  <a:pt x="59185" y="15956"/>
                </a:cubicBezTo>
                <a:cubicBezTo>
                  <a:pt x="55098" y="14384"/>
                  <a:pt x="48522" y="13598"/>
                  <a:pt x="39456" y="13598"/>
                </a:cubicBezTo>
                <a:lnTo>
                  <a:pt x="15248" y="13598"/>
                </a:lnTo>
                <a:lnTo>
                  <a:pt x="15248" y="101628"/>
                </a:lnTo>
                <a:close/>
                <a:moveTo>
                  <a:pt x="171554" y="88345"/>
                </a:moveTo>
                <a:lnTo>
                  <a:pt x="186173" y="90153"/>
                </a:lnTo>
                <a:cubicBezTo>
                  <a:pt x="183867" y="98694"/>
                  <a:pt x="179597" y="105322"/>
                  <a:pt x="173361" y="110038"/>
                </a:cubicBezTo>
                <a:cubicBezTo>
                  <a:pt x="167126" y="114754"/>
                  <a:pt x="159161" y="117112"/>
                  <a:pt x="149467" y="117112"/>
                </a:cubicBezTo>
                <a:cubicBezTo>
                  <a:pt x="137258" y="117112"/>
                  <a:pt x="127578" y="113352"/>
                  <a:pt x="120425" y="105833"/>
                </a:cubicBezTo>
                <a:cubicBezTo>
                  <a:pt x="113273" y="98314"/>
                  <a:pt x="109696" y="87768"/>
                  <a:pt x="109696" y="74197"/>
                </a:cubicBezTo>
                <a:cubicBezTo>
                  <a:pt x="109696" y="60154"/>
                  <a:pt x="113312" y="49255"/>
                  <a:pt x="120543" y="41500"/>
                </a:cubicBezTo>
                <a:cubicBezTo>
                  <a:pt x="127774" y="33745"/>
                  <a:pt x="137154" y="29867"/>
                  <a:pt x="148681" y="29867"/>
                </a:cubicBezTo>
                <a:cubicBezTo>
                  <a:pt x="159842" y="29867"/>
                  <a:pt x="168960" y="33661"/>
                  <a:pt x="176034" y="41247"/>
                </a:cubicBezTo>
                <a:cubicBezTo>
                  <a:pt x="183107" y="48832"/>
                  <a:pt x="186644" y="59503"/>
                  <a:pt x="186644" y="73261"/>
                </a:cubicBezTo>
                <a:cubicBezTo>
                  <a:pt x="186644" y="74098"/>
                  <a:pt x="186618" y="75353"/>
                  <a:pt x="186566" y="77027"/>
                </a:cubicBezTo>
                <a:lnTo>
                  <a:pt x="124316" y="77027"/>
                </a:lnTo>
                <a:cubicBezTo>
                  <a:pt x="124840" y="86170"/>
                  <a:pt x="127434" y="93172"/>
                  <a:pt x="132097" y="98032"/>
                </a:cubicBezTo>
                <a:cubicBezTo>
                  <a:pt x="136761" y="102892"/>
                  <a:pt x="142577" y="105322"/>
                  <a:pt x="149546" y="105322"/>
                </a:cubicBezTo>
                <a:cubicBezTo>
                  <a:pt x="154733" y="105322"/>
                  <a:pt x="159161" y="103973"/>
                  <a:pt x="162829" y="101274"/>
                </a:cubicBezTo>
                <a:cubicBezTo>
                  <a:pt x="166497" y="98574"/>
                  <a:pt x="169405" y="94264"/>
                  <a:pt x="171554" y="88345"/>
                </a:cubicBezTo>
                <a:moveTo>
                  <a:pt x="125102" y="65237"/>
                </a:moveTo>
                <a:lnTo>
                  <a:pt x="171711" y="65237"/>
                </a:lnTo>
                <a:cubicBezTo>
                  <a:pt x="171082" y="58330"/>
                  <a:pt x="169300" y="53150"/>
                  <a:pt x="166366" y="49696"/>
                </a:cubicBezTo>
                <a:cubicBezTo>
                  <a:pt x="161860" y="44337"/>
                  <a:pt x="156017" y="41657"/>
                  <a:pt x="148839" y="41657"/>
                </a:cubicBezTo>
                <a:cubicBezTo>
                  <a:pt x="142341" y="41657"/>
                  <a:pt x="136878" y="43797"/>
                  <a:pt x="132451" y="48075"/>
                </a:cubicBezTo>
                <a:cubicBezTo>
                  <a:pt x="128023" y="52352"/>
                  <a:pt x="125573" y="58073"/>
                  <a:pt x="125102" y="65237"/>
                </a:cubicBezTo>
                <a:close/>
                <a:moveTo>
                  <a:pt x="227098" y="115225"/>
                </a:moveTo>
                <a:lnTo>
                  <a:pt x="195344" y="31754"/>
                </a:lnTo>
                <a:lnTo>
                  <a:pt x="210278" y="31754"/>
                </a:lnTo>
                <a:lnTo>
                  <a:pt x="228198" y="81742"/>
                </a:lnTo>
                <a:cubicBezTo>
                  <a:pt x="230137" y="87140"/>
                  <a:pt x="231919" y="92746"/>
                  <a:pt x="233543" y="98563"/>
                </a:cubicBezTo>
                <a:cubicBezTo>
                  <a:pt x="234801" y="94161"/>
                  <a:pt x="236556" y="88869"/>
                  <a:pt x="238809" y="82686"/>
                </a:cubicBezTo>
                <a:lnTo>
                  <a:pt x="257359" y="31754"/>
                </a:lnTo>
                <a:lnTo>
                  <a:pt x="271899" y="31754"/>
                </a:lnTo>
                <a:lnTo>
                  <a:pt x="240303" y="115225"/>
                </a:lnTo>
                <a:lnTo>
                  <a:pt x="227098" y="115225"/>
                </a:lnTo>
                <a:close/>
                <a:moveTo>
                  <a:pt x="278737" y="90231"/>
                </a:moveTo>
                <a:lnTo>
                  <a:pt x="292728" y="88030"/>
                </a:lnTo>
                <a:cubicBezTo>
                  <a:pt x="293514" y="93613"/>
                  <a:pt x="295702" y="97890"/>
                  <a:pt x="299291" y="100864"/>
                </a:cubicBezTo>
                <a:cubicBezTo>
                  <a:pt x="302880" y="103836"/>
                  <a:pt x="307897" y="105322"/>
                  <a:pt x="314343" y="105322"/>
                </a:cubicBezTo>
                <a:cubicBezTo>
                  <a:pt x="320840" y="105322"/>
                  <a:pt x="325661" y="104010"/>
                  <a:pt x="328805" y="101385"/>
                </a:cubicBezTo>
                <a:cubicBezTo>
                  <a:pt x="331949" y="98758"/>
                  <a:pt x="333521" y="95678"/>
                  <a:pt x="333521" y="92145"/>
                </a:cubicBezTo>
                <a:cubicBezTo>
                  <a:pt x="333521" y="88973"/>
                  <a:pt x="332132" y="86477"/>
                  <a:pt x="329355" y="84658"/>
                </a:cubicBezTo>
                <a:cubicBezTo>
                  <a:pt x="327416" y="83410"/>
                  <a:pt x="322595" y="81824"/>
                  <a:pt x="314893" y="79900"/>
                </a:cubicBezTo>
                <a:cubicBezTo>
                  <a:pt x="304518" y="77279"/>
                  <a:pt x="297326" y="75011"/>
                  <a:pt x="293317" y="73097"/>
                </a:cubicBezTo>
                <a:cubicBezTo>
                  <a:pt x="289309" y="71182"/>
                  <a:pt x="286270" y="68534"/>
                  <a:pt x="284200" y="65151"/>
                </a:cubicBezTo>
                <a:cubicBezTo>
                  <a:pt x="282130" y="61768"/>
                  <a:pt x="281095" y="58031"/>
                  <a:pt x="281095" y="53941"/>
                </a:cubicBezTo>
                <a:cubicBezTo>
                  <a:pt x="281095" y="50217"/>
                  <a:pt x="281947" y="46769"/>
                  <a:pt x="283650" y="43595"/>
                </a:cubicBezTo>
                <a:cubicBezTo>
                  <a:pt x="285353" y="40422"/>
                  <a:pt x="287671" y="37786"/>
                  <a:pt x="290606" y="35689"/>
                </a:cubicBezTo>
                <a:cubicBezTo>
                  <a:pt x="292807" y="34063"/>
                  <a:pt x="295806" y="32686"/>
                  <a:pt x="299605" y="31560"/>
                </a:cubicBezTo>
                <a:cubicBezTo>
                  <a:pt x="303404" y="30432"/>
                  <a:pt x="307478" y="29867"/>
                  <a:pt x="311827" y="29867"/>
                </a:cubicBezTo>
                <a:cubicBezTo>
                  <a:pt x="318377" y="29867"/>
                  <a:pt x="324128" y="30817"/>
                  <a:pt x="329080" y="32717"/>
                </a:cubicBezTo>
                <a:cubicBezTo>
                  <a:pt x="334031" y="34614"/>
                  <a:pt x="337686" y="37186"/>
                  <a:pt x="340044" y="40432"/>
                </a:cubicBezTo>
                <a:cubicBezTo>
                  <a:pt x="342402" y="43675"/>
                  <a:pt x="344027" y="48014"/>
                  <a:pt x="344917" y="53447"/>
                </a:cubicBezTo>
                <a:lnTo>
                  <a:pt x="331084" y="55333"/>
                </a:lnTo>
                <a:cubicBezTo>
                  <a:pt x="330455" y="51037"/>
                  <a:pt x="328634" y="47683"/>
                  <a:pt x="325621" y="45273"/>
                </a:cubicBezTo>
                <a:cubicBezTo>
                  <a:pt x="322608" y="42862"/>
                  <a:pt x="318351" y="41657"/>
                  <a:pt x="312849" y="41657"/>
                </a:cubicBezTo>
                <a:cubicBezTo>
                  <a:pt x="306352" y="41657"/>
                  <a:pt x="301714" y="42726"/>
                  <a:pt x="298937" y="44865"/>
                </a:cubicBezTo>
                <a:cubicBezTo>
                  <a:pt x="296160" y="47002"/>
                  <a:pt x="294771" y="49505"/>
                  <a:pt x="294771" y="52374"/>
                </a:cubicBezTo>
                <a:cubicBezTo>
                  <a:pt x="294771" y="54198"/>
                  <a:pt x="295348" y="55840"/>
                  <a:pt x="296501" y="57301"/>
                </a:cubicBezTo>
                <a:cubicBezTo>
                  <a:pt x="297653" y="58812"/>
                  <a:pt x="299461" y="60063"/>
                  <a:pt x="301924" y="61054"/>
                </a:cubicBezTo>
                <a:cubicBezTo>
                  <a:pt x="303339" y="61576"/>
                  <a:pt x="307504" y="62776"/>
                  <a:pt x="314421" y="64652"/>
                </a:cubicBezTo>
                <a:cubicBezTo>
                  <a:pt x="324429" y="67323"/>
                  <a:pt x="331411" y="69509"/>
                  <a:pt x="335368" y="71210"/>
                </a:cubicBezTo>
                <a:cubicBezTo>
                  <a:pt x="339324" y="72912"/>
                  <a:pt x="342428" y="75386"/>
                  <a:pt x="344682" y="78633"/>
                </a:cubicBezTo>
                <a:cubicBezTo>
                  <a:pt x="346935" y="81878"/>
                  <a:pt x="348061" y="85909"/>
                  <a:pt x="348061" y="90725"/>
                </a:cubicBezTo>
                <a:cubicBezTo>
                  <a:pt x="348061" y="95437"/>
                  <a:pt x="346686" y="99875"/>
                  <a:pt x="343935" y="104037"/>
                </a:cubicBezTo>
                <a:cubicBezTo>
                  <a:pt x="341184" y="108198"/>
                  <a:pt x="337215" y="111418"/>
                  <a:pt x="332027" y="113695"/>
                </a:cubicBezTo>
                <a:cubicBezTo>
                  <a:pt x="326840" y="115973"/>
                  <a:pt x="320971" y="117112"/>
                  <a:pt x="314421" y="117112"/>
                </a:cubicBezTo>
                <a:cubicBezTo>
                  <a:pt x="303575" y="117112"/>
                  <a:pt x="295309" y="114852"/>
                  <a:pt x="289623" y="110333"/>
                </a:cubicBezTo>
                <a:cubicBezTo>
                  <a:pt x="283938" y="105813"/>
                  <a:pt x="280309" y="99113"/>
                  <a:pt x="278737" y="902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7D73A-94A1-48CE-A99D-F79FA807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64" y="4228843"/>
            <a:ext cx="534418" cy="776811"/>
          </a:xfrm>
          <a:custGeom xmlns:a="http://schemas.openxmlformats.org/drawingml/2006/main">
            <a:pathLst>
              <a:path w="534418" h="776811">
                <a:moveTo>
                  <a:pt x="0" y="125158"/>
                </a:moveTo>
                <a:cubicBezTo>
                  <a:pt x="0" y="0"/>
                  <a:pt x="534418" y="0"/>
                  <a:pt x="534418" y="125158"/>
                </a:cubicBezTo>
                <a:lnTo>
                  <a:pt x="534418" y="651653"/>
                </a:lnTo>
                <a:cubicBezTo>
                  <a:pt x="534418" y="776811"/>
                  <a:pt x="0" y="776811"/>
                  <a:pt x="0" y="651653"/>
                </a:cubicBezTo>
                <a:lnTo>
                  <a:pt x="0" y="1251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52EE7-14AB-42D1-BC2F-91504BDF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64" y="4228843"/>
            <a:ext cx="534418" cy="776811"/>
          </a:xfrm>
          <a:custGeom xmlns:a="http://schemas.openxmlformats.org/drawingml/2006/main">
            <a:pathLst>
              <a:path w="534418" h="776811" fill="none">
                <a:moveTo>
                  <a:pt x="0" y="125158"/>
                </a:moveTo>
                <a:cubicBezTo>
                  <a:pt x="0" y="0"/>
                  <a:pt x="534418" y="0"/>
                  <a:pt x="534418" y="125158"/>
                </a:cubicBezTo>
                <a:lnTo>
                  <a:pt x="534418" y="651653"/>
                </a:lnTo>
                <a:cubicBezTo>
                  <a:pt x="534418" y="776811"/>
                  <a:pt x="0" y="776811"/>
                  <a:pt x="0" y="651653"/>
                </a:cubicBezTo>
                <a:lnTo>
                  <a:pt x="0" y="1251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429BB-F0D3-4112-A4B6-988543C2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64" y="4354001"/>
            <a:ext cx="534418" cy="187795"/>
          </a:xfrm>
          <a:custGeom xmlns:a="http://schemas.openxmlformats.org/drawingml/2006/main">
            <a:pathLst>
              <a:path w="534418" h="187795" fill="none">
                <a:moveTo>
                  <a:pt x="0" y="0"/>
                </a:moveTo>
                <a:cubicBezTo>
                  <a:pt x="0" y="93897"/>
                  <a:pt x="534418" y="93897"/>
                  <a:pt x="534418" y="0"/>
                </a:cubicBezTo>
                <a:moveTo>
                  <a:pt x="0" y="46949"/>
                </a:moveTo>
                <a:cubicBezTo>
                  <a:pt x="0" y="140846"/>
                  <a:pt x="534418" y="140846"/>
                  <a:pt x="534418" y="46949"/>
                </a:cubicBezTo>
                <a:moveTo>
                  <a:pt x="0" y="93897"/>
                </a:moveTo>
                <a:cubicBezTo>
                  <a:pt x="0" y="187795"/>
                  <a:pt x="534418" y="187795"/>
                  <a:pt x="534418" y="938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89" name="Text All">
            <a:extLst xmlns:a="http://schemas.openxmlformats.org/drawingml/2006/main">
              <a:ext uri="{FF2B5EF4-FFF2-40B4-BE49-F238E27FC236}">
                <a16:creationId xmlns:a16="http://schemas.microsoft.com/office/drawing/2014/main" id="{E269E08C-ACF2-4ACC-B2C4-00BDA826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937" y="4575875"/>
            <a:ext cx="167704" cy="115225"/>
          </a:xfrm>
          <a:custGeom xmlns:a="http://schemas.openxmlformats.org/drawingml/2006/main">
            <a:pathLst>
              <a:path w="167704" h="115225">
                <a:moveTo>
                  <a:pt x="0" y="115225"/>
                </a:moveTo>
                <a:lnTo>
                  <a:pt x="44251" y="0"/>
                </a:lnTo>
                <a:lnTo>
                  <a:pt x="60678" y="0"/>
                </a:lnTo>
                <a:lnTo>
                  <a:pt x="107837" y="115225"/>
                </a:lnTo>
                <a:lnTo>
                  <a:pt x="90467" y="115225"/>
                </a:lnTo>
                <a:lnTo>
                  <a:pt x="77027" y="80485"/>
                </a:lnTo>
                <a:lnTo>
                  <a:pt x="28846" y="80485"/>
                </a:lnTo>
                <a:lnTo>
                  <a:pt x="16191" y="115225"/>
                </a:lnTo>
                <a:lnTo>
                  <a:pt x="0" y="115225"/>
                </a:lnTo>
                <a:moveTo>
                  <a:pt x="33247" y="67909"/>
                </a:moveTo>
                <a:lnTo>
                  <a:pt x="72311" y="67909"/>
                </a:lnTo>
                <a:lnTo>
                  <a:pt x="60285" y="35998"/>
                </a:lnTo>
                <a:cubicBezTo>
                  <a:pt x="56617" y="26304"/>
                  <a:pt x="53892" y="18340"/>
                  <a:pt x="52111" y="12104"/>
                </a:cubicBezTo>
                <a:cubicBezTo>
                  <a:pt x="50644" y="19492"/>
                  <a:pt x="48574" y="26828"/>
                  <a:pt x="45902" y="34112"/>
                </a:cubicBezTo>
                <a:lnTo>
                  <a:pt x="33247" y="67909"/>
                </a:lnTo>
                <a:close/>
                <a:moveTo>
                  <a:pt x="117820" y="115225"/>
                </a:moveTo>
                <a:lnTo>
                  <a:pt x="117820" y="0"/>
                </a:lnTo>
                <a:lnTo>
                  <a:pt x="131968" y="0"/>
                </a:lnTo>
                <a:lnTo>
                  <a:pt x="131968" y="115225"/>
                </a:lnTo>
                <a:lnTo>
                  <a:pt x="117820" y="115225"/>
                </a:lnTo>
                <a:close/>
                <a:moveTo>
                  <a:pt x="153556" y="115225"/>
                </a:moveTo>
                <a:lnTo>
                  <a:pt x="153556" y="0"/>
                </a:lnTo>
                <a:lnTo>
                  <a:pt x="167704" y="0"/>
                </a:lnTo>
                <a:lnTo>
                  <a:pt x="167704" y="115225"/>
                </a:lnTo>
                <a:lnTo>
                  <a:pt x="153556" y="115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Devs">
            <a:extLst xmlns:a="http://schemas.openxmlformats.org/drawingml/2006/main">
              <a:ext uri="{FF2B5EF4-FFF2-40B4-BE49-F238E27FC236}">
                <a16:creationId xmlns:a16="http://schemas.microsoft.com/office/drawing/2014/main" id="{A8B89021-46C0-44A2-9E7A-15A3E005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7" y="4777083"/>
            <a:ext cx="348061" cy="117112"/>
          </a:xfrm>
          <a:custGeom xmlns:a="http://schemas.openxmlformats.org/drawingml/2006/main">
            <a:pathLst>
              <a:path w="348061" h="117112">
                <a:moveTo>
                  <a:pt x="0" y="115225"/>
                </a:moveTo>
                <a:lnTo>
                  <a:pt x="0" y="0"/>
                </a:lnTo>
                <a:lnTo>
                  <a:pt x="39692" y="0"/>
                </a:lnTo>
                <a:cubicBezTo>
                  <a:pt x="48653" y="0"/>
                  <a:pt x="55491" y="550"/>
                  <a:pt x="60206" y="1651"/>
                </a:cubicBezTo>
                <a:cubicBezTo>
                  <a:pt x="66809" y="3170"/>
                  <a:pt x="72442" y="5921"/>
                  <a:pt x="77105" y="9903"/>
                </a:cubicBezTo>
                <a:cubicBezTo>
                  <a:pt x="83183" y="15039"/>
                  <a:pt x="87729" y="21602"/>
                  <a:pt x="90742" y="29592"/>
                </a:cubicBezTo>
                <a:cubicBezTo>
                  <a:pt x="93755" y="37583"/>
                  <a:pt x="95261" y="46714"/>
                  <a:pt x="95261" y="56984"/>
                </a:cubicBezTo>
                <a:cubicBezTo>
                  <a:pt x="95261" y="65735"/>
                  <a:pt x="94240" y="73490"/>
                  <a:pt x="92196" y="80249"/>
                </a:cubicBezTo>
                <a:cubicBezTo>
                  <a:pt x="90153" y="87009"/>
                  <a:pt x="87533" y="92602"/>
                  <a:pt x="84336" y="97030"/>
                </a:cubicBezTo>
                <a:cubicBezTo>
                  <a:pt x="81140" y="101458"/>
                  <a:pt x="77642" y="104942"/>
                  <a:pt x="73843" y="107484"/>
                </a:cubicBezTo>
                <a:cubicBezTo>
                  <a:pt x="70044" y="110025"/>
                  <a:pt x="65459" y="111951"/>
                  <a:pt x="60089" y="113261"/>
                </a:cubicBezTo>
                <a:cubicBezTo>
                  <a:pt x="54718" y="114570"/>
                  <a:pt x="48548" y="115225"/>
                  <a:pt x="41579" y="115225"/>
                </a:cubicBezTo>
                <a:lnTo>
                  <a:pt x="0" y="115225"/>
                </a:lnTo>
                <a:moveTo>
                  <a:pt x="15248" y="101628"/>
                </a:moveTo>
                <a:lnTo>
                  <a:pt x="39849" y="101628"/>
                </a:lnTo>
                <a:cubicBezTo>
                  <a:pt x="47447" y="101628"/>
                  <a:pt x="53408" y="100921"/>
                  <a:pt x="57731" y="99506"/>
                </a:cubicBezTo>
                <a:cubicBezTo>
                  <a:pt x="62054" y="98091"/>
                  <a:pt x="65499" y="96100"/>
                  <a:pt x="68066" y="93532"/>
                </a:cubicBezTo>
                <a:cubicBezTo>
                  <a:pt x="71682" y="89917"/>
                  <a:pt x="74498" y="85057"/>
                  <a:pt x="76516" y="78952"/>
                </a:cubicBezTo>
                <a:cubicBezTo>
                  <a:pt x="78533" y="72848"/>
                  <a:pt x="79542" y="65446"/>
                  <a:pt x="79542" y="56748"/>
                </a:cubicBezTo>
                <a:cubicBezTo>
                  <a:pt x="79542" y="44696"/>
                  <a:pt x="77564" y="35435"/>
                  <a:pt x="73608" y="28964"/>
                </a:cubicBezTo>
                <a:cubicBezTo>
                  <a:pt x="69651" y="22492"/>
                  <a:pt x="64844" y="18156"/>
                  <a:pt x="59185" y="15956"/>
                </a:cubicBezTo>
                <a:cubicBezTo>
                  <a:pt x="55098" y="14384"/>
                  <a:pt x="48522" y="13598"/>
                  <a:pt x="39456" y="13598"/>
                </a:cubicBezTo>
                <a:lnTo>
                  <a:pt x="15248" y="13598"/>
                </a:lnTo>
                <a:lnTo>
                  <a:pt x="15248" y="101628"/>
                </a:lnTo>
                <a:close/>
                <a:moveTo>
                  <a:pt x="171554" y="88345"/>
                </a:moveTo>
                <a:lnTo>
                  <a:pt x="186173" y="90153"/>
                </a:lnTo>
                <a:cubicBezTo>
                  <a:pt x="183867" y="98694"/>
                  <a:pt x="179597" y="105322"/>
                  <a:pt x="173361" y="110038"/>
                </a:cubicBezTo>
                <a:cubicBezTo>
                  <a:pt x="167126" y="114754"/>
                  <a:pt x="159161" y="117112"/>
                  <a:pt x="149467" y="117112"/>
                </a:cubicBezTo>
                <a:cubicBezTo>
                  <a:pt x="137258" y="117112"/>
                  <a:pt x="127578" y="113352"/>
                  <a:pt x="120425" y="105833"/>
                </a:cubicBezTo>
                <a:cubicBezTo>
                  <a:pt x="113273" y="98314"/>
                  <a:pt x="109697" y="87768"/>
                  <a:pt x="109697" y="74197"/>
                </a:cubicBezTo>
                <a:cubicBezTo>
                  <a:pt x="109697" y="60154"/>
                  <a:pt x="113312" y="49255"/>
                  <a:pt x="120543" y="41500"/>
                </a:cubicBezTo>
                <a:cubicBezTo>
                  <a:pt x="127774" y="33745"/>
                  <a:pt x="137154" y="29867"/>
                  <a:pt x="148681" y="29867"/>
                </a:cubicBezTo>
                <a:cubicBezTo>
                  <a:pt x="159842" y="29867"/>
                  <a:pt x="168960" y="33661"/>
                  <a:pt x="176034" y="41247"/>
                </a:cubicBezTo>
                <a:cubicBezTo>
                  <a:pt x="183108" y="48832"/>
                  <a:pt x="186645" y="59503"/>
                  <a:pt x="186645" y="73261"/>
                </a:cubicBezTo>
                <a:cubicBezTo>
                  <a:pt x="186645" y="74098"/>
                  <a:pt x="186618" y="75353"/>
                  <a:pt x="186566" y="77027"/>
                </a:cubicBezTo>
                <a:lnTo>
                  <a:pt x="124316" y="77027"/>
                </a:lnTo>
                <a:cubicBezTo>
                  <a:pt x="124840" y="86170"/>
                  <a:pt x="127434" y="93172"/>
                  <a:pt x="132097" y="98032"/>
                </a:cubicBezTo>
                <a:cubicBezTo>
                  <a:pt x="136761" y="102892"/>
                  <a:pt x="142577" y="105322"/>
                  <a:pt x="149546" y="105322"/>
                </a:cubicBezTo>
                <a:cubicBezTo>
                  <a:pt x="154734" y="105322"/>
                  <a:pt x="159161" y="103973"/>
                  <a:pt x="162829" y="101274"/>
                </a:cubicBezTo>
                <a:cubicBezTo>
                  <a:pt x="166497" y="98574"/>
                  <a:pt x="169405" y="94264"/>
                  <a:pt x="171554" y="88345"/>
                </a:cubicBezTo>
                <a:moveTo>
                  <a:pt x="125102" y="65237"/>
                </a:moveTo>
                <a:lnTo>
                  <a:pt x="171711" y="65237"/>
                </a:lnTo>
                <a:cubicBezTo>
                  <a:pt x="171082" y="58330"/>
                  <a:pt x="169300" y="53150"/>
                  <a:pt x="166366" y="49696"/>
                </a:cubicBezTo>
                <a:cubicBezTo>
                  <a:pt x="161860" y="44337"/>
                  <a:pt x="156017" y="41657"/>
                  <a:pt x="148839" y="41657"/>
                </a:cubicBezTo>
                <a:cubicBezTo>
                  <a:pt x="142341" y="41657"/>
                  <a:pt x="136879" y="43797"/>
                  <a:pt x="132451" y="48075"/>
                </a:cubicBezTo>
                <a:cubicBezTo>
                  <a:pt x="128023" y="52352"/>
                  <a:pt x="125573" y="58073"/>
                  <a:pt x="125102" y="65237"/>
                </a:cubicBezTo>
                <a:close/>
                <a:moveTo>
                  <a:pt x="227098" y="115225"/>
                </a:moveTo>
                <a:lnTo>
                  <a:pt x="195344" y="31754"/>
                </a:lnTo>
                <a:lnTo>
                  <a:pt x="210278" y="31754"/>
                </a:lnTo>
                <a:lnTo>
                  <a:pt x="228199" y="81742"/>
                </a:lnTo>
                <a:cubicBezTo>
                  <a:pt x="230137" y="87140"/>
                  <a:pt x="231919" y="92746"/>
                  <a:pt x="233543" y="98563"/>
                </a:cubicBezTo>
                <a:cubicBezTo>
                  <a:pt x="234801" y="94161"/>
                  <a:pt x="236556" y="88869"/>
                  <a:pt x="238809" y="82686"/>
                </a:cubicBezTo>
                <a:lnTo>
                  <a:pt x="257359" y="31754"/>
                </a:lnTo>
                <a:lnTo>
                  <a:pt x="271899" y="31754"/>
                </a:lnTo>
                <a:lnTo>
                  <a:pt x="240303" y="115225"/>
                </a:lnTo>
                <a:lnTo>
                  <a:pt x="227098" y="115225"/>
                </a:lnTo>
                <a:close/>
                <a:moveTo>
                  <a:pt x="278738" y="90231"/>
                </a:moveTo>
                <a:lnTo>
                  <a:pt x="292728" y="88030"/>
                </a:lnTo>
                <a:cubicBezTo>
                  <a:pt x="293514" y="93613"/>
                  <a:pt x="295702" y="97890"/>
                  <a:pt x="299291" y="100864"/>
                </a:cubicBezTo>
                <a:cubicBezTo>
                  <a:pt x="302880" y="103836"/>
                  <a:pt x="307898" y="105322"/>
                  <a:pt x="314343" y="105322"/>
                </a:cubicBezTo>
                <a:cubicBezTo>
                  <a:pt x="320840" y="105322"/>
                  <a:pt x="325661" y="104010"/>
                  <a:pt x="328805" y="101385"/>
                </a:cubicBezTo>
                <a:cubicBezTo>
                  <a:pt x="331949" y="98758"/>
                  <a:pt x="333521" y="95678"/>
                  <a:pt x="333521" y="92145"/>
                </a:cubicBezTo>
                <a:cubicBezTo>
                  <a:pt x="333521" y="88973"/>
                  <a:pt x="332132" y="86477"/>
                  <a:pt x="329355" y="84658"/>
                </a:cubicBezTo>
                <a:cubicBezTo>
                  <a:pt x="327416" y="83410"/>
                  <a:pt x="322596" y="81824"/>
                  <a:pt x="314893" y="79900"/>
                </a:cubicBezTo>
                <a:cubicBezTo>
                  <a:pt x="304518" y="77279"/>
                  <a:pt x="297326" y="75011"/>
                  <a:pt x="293318" y="73097"/>
                </a:cubicBezTo>
                <a:cubicBezTo>
                  <a:pt x="289309" y="71182"/>
                  <a:pt x="286270" y="68534"/>
                  <a:pt x="284200" y="65151"/>
                </a:cubicBezTo>
                <a:cubicBezTo>
                  <a:pt x="282130" y="61768"/>
                  <a:pt x="281095" y="58031"/>
                  <a:pt x="281095" y="53941"/>
                </a:cubicBezTo>
                <a:cubicBezTo>
                  <a:pt x="281095" y="50217"/>
                  <a:pt x="281947" y="46769"/>
                  <a:pt x="283650" y="43595"/>
                </a:cubicBezTo>
                <a:cubicBezTo>
                  <a:pt x="285353" y="40422"/>
                  <a:pt x="287672" y="37786"/>
                  <a:pt x="290606" y="35689"/>
                </a:cubicBezTo>
                <a:cubicBezTo>
                  <a:pt x="292807" y="34063"/>
                  <a:pt x="295806" y="32686"/>
                  <a:pt x="299605" y="31560"/>
                </a:cubicBezTo>
                <a:cubicBezTo>
                  <a:pt x="303404" y="30432"/>
                  <a:pt x="307478" y="29867"/>
                  <a:pt x="311827" y="29867"/>
                </a:cubicBezTo>
                <a:cubicBezTo>
                  <a:pt x="318377" y="29867"/>
                  <a:pt x="324128" y="30817"/>
                  <a:pt x="329080" y="32717"/>
                </a:cubicBezTo>
                <a:cubicBezTo>
                  <a:pt x="334032" y="34614"/>
                  <a:pt x="337686" y="37186"/>
                  <a:pt x="340044" y="40432"/>
                </a:cubicBezTo>
                <a:cubicBezTo>
                  <a:pt x="342402" y="43675"/>
                  <a:pt x="344027" y="48014"/>
                  <a:pt x="344917" y="53447"/>
                </a:cubicBezTo>
                <a:lnTo>
                  <a:pt x="331084" y="55333"/>
                </a:lnTo>
                <a:cubicBezTo>
                  <a:pt x="330455" y="51037"/>
                  <a:pt x="328634" y="47683"/>
                  <a:pt x="325622" y="45273"/>
                </a:cubicBezTo>
                <a:cubicBezTo>
                  <a:pt x="322609" y="42862"/>
                  <a:pt x="318351" y="41657"/>
                  <a:pt x="312849" y="41657"/>
                </a:cubicBezTo>
                <a:cubicBezTo>
                  <a:pt x="306352" y="41657"/>
                  <a:pt x="301714" y="42726"/>
                  <a:pt x="298937" y="44865"/>
                </a:cubicBezTo>
                <a:cubicBezTo>
                  <a:pt x="296160" y="47002"/>
                  <a:pt x="294772" y="49505"/>
                  <a:pt x="294772" y="52374"/>
                </a:cubicBezTo>
                <a:cubicBezTo>
                  <a:pt x="294772" y="54198"/>
                  <a:pt x="295348" y="55840"/>
                  <a:pt x="296501" y="57301"/>
                </a:cubicBezTo>
                <a:cubicBezTo>
                  <a:pt x="297654" y="58812"/>
                  <a:pt x="299461" y="60063"/>
                  <a:pt x="301924" y="61054"/>
                </a:cubicBezTo>
                <a:cubicBezTo>
                  <a:pt x="303339" y="61576"/>
                  <a:pt x="307505" y="62776"/>
                  <a:pt x="314421" y="64652"/>
                </a:cubicBezTo>
                <a:cubicBezTo>
                  <a:pt x="324429" y="67323"/>
                  <a:pt x="331412" y="69509"/>
                  <a:pt x="335368" y="71210"/>
                </a:cubicBezTo>
                <a:cubicBezTo>
                  <a:pt x="339324" y="72912"/>
                  <a:pt x="342429" y="75386"/>
                  <a:pt x="344682" y="78633"/>
                </a:cubicBezTo>
                <a:cubicBezTo>
                  <a:pt x="346935" y="81878"/>
                  <a:pt x="348061" y="85909"/>
                  <a:pt x="348061" y="90725"/>
                </a:cubicBezTo>
                <a:cubicBezTo>
                  <a:pt x="348061" y="95437"/>
                  <a:pt x="346686" y="99875"/>
                  <a:pt x="343935" y="104037"/>
                </a:cubicBezTo>
                <a:cubicBezTo>
                  <a:pt x="341184" y="108198"/>
                  <a:pt x="337215" y="111418"/>
                  <a:pt x="332027" y="113695"/>
                </a:cubicBezTo>
                <a:cubicBezTo>
                  <a:pt x="326840" y="115973"/>
                  <a:pt x="320971" y="117112"/>
                  <a:pt x="314421" y="117112"/>
                </a:cubicBezTo>
                <a:cubicBezTo>
                  <a:pt x="303575" y="117112"/>
                  <a:pt x="295309" y="114852"/>
                  <a:pt x="289623" y="110333"/>
                </a:cubicBezTo>
                <a:cubicBezTo>
                  <a:pt x="283938" y="105813"/>
                  <a:pt x="280309" y="99113"/>
                  <a:pt x="278738" y="902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FD8DB-4E74-4FD5-BD26-9359B22D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72" y="3973439"/>
            <a:ext cx="10" cy="201197"/>
          </a:xfrm>
          <a:custGeom xmlns:a="http://schemas.openxmlformats.org/drawingml/2006/main">
            <a:pathLst>
              <a:path w="1" h="201197" fill="none">
                <a:moveTo>
                  <a:pt x="0" y="0"/>
                </a:moveTo>
                <a:lnTo>
                  <a:pt x="0" y="201197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20ACC-62C4-4AE5-B805-F99EA14B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26" y="4151176"/>
            <a:ext cx="93895" cy="93897"/>
          </a:xfrm>
          <a:custGeom xmlns:a="http://schemas.openxmlformats.org/drawingml/2006/main">
            <a:pathLst>
              <a:path w="93895" h="93897">
                <a:moveTo>
                  <a:pt x="46946" y="93897"/>
                </a:moveTo>
                <a:lnTo>
                  <a:pt x="0" y="0"/>
                </a:lnTo>
                <a:lnTo>
                  <a:pt x="46946" y="23460"/>
                </a:lnTo>
                <a:lnTo>
                  <a:pt x="93895" y="0"/>
                </a:lnTo>
                <a:lnTo>
                  <a:pt x="46946" y="938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ED94E-1272-45EB-B26D-1EF4372D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26" y="4151176"/>
            <a:ext cx="93895" cy="93897"/>
          </a:xfrm>
          <a:custGeom xmlns:a="http://schemas.openxmlformats.org/drawingml/2006/main">
            <a:pathLst>
              <a:path w="93895" h="93897" fill="none">
                <a:moveTo>
                  <a:pt x="46946" y="93897"/>
                </a:moveTo>
                <a:lnTo>
                  <a:pt x="0" y="0"/>
                </a:lnTo>
                <a:lnTo>
                  <a:pt x="46946" y="23460"/>
                </a:lnTo>
                <a:lnTo>
                  <a:pt x="93895" y="0"/>
                </a:lnTo>
                <a:lnTo>
                  <a:pt x="46946" y="938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32C7A-1CED-4B79-9BEA-042B520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255" y="3593935"/>
            <a:ext cx="156019" cy="2286"/>
          </a:xfrm>
          <a:custGeom xmlns:a="http://schemas.openxmlformats.org/drawingml/2006/main">
            <a:pathLst>
              <a:path w="156019" h="2286" fill="none">
                <a:moveTo>
                  <a:pt x="0" y="2286"/>
                </a:moveTo>
                <a:lnTo>
                  <a:pt x="1560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2B65B-7A19-4BD8-B130-267A31E8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100" y="3547386"/>
            <a:ext cx="94583" cy="93897"/>
          </a:xfrm>
          <a:custGeom xmlns:a="http://schemas.openxmlformats.org/drawingml/2006/main">
            <a:pathLst>
              <a:path w="94583" h="93897">
                <a:moveTo>
                  <a:pt x="94583" y="45606"/>
                </a:moveTo>
                <a:lnTo>
                  <a:pt x="1372" y="93897"/>
                </a:lnTo>
                <a:lnTo>
                  <a:pt x="24174" y="46549"/>
                </a:lnTo>
                <a:lnTo>
                  <a:pt x="0" y="0"/>
                </a:lnTo>
                <a:lnTo>
                  <a:pt x="94583" y="456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917D5-6A0D-4061-8575-521EB47E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100" y="3547386"/>
            <a:ext cx="94583" cy="93897"/>
          </a:xfrm>
          <a:custGeom xmlns:a="http://schemas.openxmlformats.org/drawingml/2006/main">
            <a:pathLst>
              <a:path w="94583" h="93897" fill="none">
                <a:moveTo>
                  <a:pt x="94583" y="45606"/>
                </a:moveTo>
                <a:lnTo>
                  <a:pt x="1372" y="93897"/>
                </a:lnTo>
                <a:lnTo>
                  <a:pt x="24174" y="46549"/>
                </a:lnTo>
                <a:lnTo>
                  <a:pt x="0" y="0"/>
                </a:lnTo>
                <a:lnTo>
                  <a:pt x="94583" y="456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3231B-4D41-46F1-AE8C-F99EEF4E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83" y="4617320"/>
            <a:ext cx="739512" cy="10"/>
          </a:xfrm>
          <a:custGeom xmlns:a="http://schemas.openxmlformats.org/drawingml/2006/main">
            <a:pathLst>
              <a:path w="739512" h="1" fill="none">
                <a:moveTo>
                  <a:pt x="0" y="0"/>
                </a:moveTo>
                <a:lnTo>
                  <a:pt x="739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EFAAE-F19B-4D57-8D35-D68FFD1A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635" y="4570371"/>
            <a:ext cx="93897" cy="93897"/>
          </a:xfrm>
          <a:custGeom xmlns:a="http://schemas.openxmlformats.org/drawingml/2006/main">
            <a:pathLst>
              <a:path w="93897" h="93897">
                <a:moveTo>
                  <a:pt x="93897" y="46949"/>
                </a:moveTo>
                <a:lnTo>
                  <a:pt x="0" y="93897"/>
                </a:lnTo>
                <a:lnTo>
                  <a:pt x="23460" y="46949"/>
                </a:lnTo>
                <a:lnTo>
                  <a:pt x="0" y="0"/>
                </a:lnTo>
                <a:lnTo>
                  <a:pt x="93897" y="469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D52EF-1B8B-4910-9E6F-7E4E93FD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635" y="4570371"/>
            <a:ext cx="93897" cy="93897"/>
          </a:xfrm>
          <a:custGeom xmlns:a="http://schemas.openxmlformats.org/drawingml/2006/main">
            <a:pathLst>
              <a:path w="93897" h="93897" fill="none">
                <a:moveTo>
                  <a:pt x="93897" y="46949"/>
                </a:moveTo>
                <a:lnTo>
                  <a:pt x="0" y="93897"/>
                </a:lnTo>
                <a:lnTo>
                  <a:pt x="23460" y="46949"/>
                </a:lnTo>
                <a:lnTo>
                  <a:pt x="0" y="0"/>
                </a:lnTo>
                <a:lnTo>
                  <a:pt x="93897" y="46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9714E-6175-4A51-A183-8CB04AB7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80" y="4281938"/>
            <a:ext cx="1247511" cy="670710"/>
          </a:xfrm>
          <a:custGeom xmlns:a="http://schemas.openxmlformats.org/drawingml/2006/main">
            <a:pathLst>
              <a:path w="1247511" h="670710">
                <a:moveTo>
                  <a:pt x="0" y="670710"/>
                </a:moveTo>
                <a:lnTo>
                  <a:pt x="1247511" y="670710"/>
                </a:lnTo>
                <a:lnTo>
                  <a:pt x="1247511" y="0"/>
                </a:lnTo>
                <a:lnTo>
                  <a:pt x="0" y="0"/>
                </a:lnTo>
                <a:lnTo>
                  <a:pt x="0" y="6707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D3B12-2045-4CA1-B124-76B393F0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80" y="4281938"/>
            <a:ext cx="1247511" cy="670710"/>
          </a:xfrm>
          <a:custGeom xmlns:a="http://schemas.openxmlformats.org/drawingml/2006/main">
            <a:pathLst>
              <a:path w="1247511" h="670710" fill="none">
                <a:moveTo>
                  <a:pt x="0" y="670710"/>
                </a:moveTo>
                <a:lnTo>
                  <a:pt x="1247511" y="670710"/>
                </a:lnTo>
                <a:lnTo>
                  <a:pt x="1247511" y="0"/>
                </a:lnTo>
                <a:lnTo>
                  <a:pt x="0" y="0"/>
                </a:lnTo>
                <a:lnTo>
                  <a:pt x="0" y="6707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02" name="Text Clustering">
            <a:extLst xmlns:a="http://schemas.openxmlformats.org/drawingml/2006/main">
              <a:ext uri="{FF2B5EF4-FFF2-40B4-BE49-F238E27FC236}">
                <a16:creationId xmlns:a16="http://schemas.microsoft.com/office/drawing/2014/main" id="{023530AF-F0B8-42B8-90A0-AC80248F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18" y="4547000"/>
            <a:ext cx="778050" cy="151224"/>
          </a:xfrm>
          <a:custGeom xmlns:a="http://schemas.openxmlformats.org/drawingml/2006/main">
            <a:pathLst>
              <a:path w="778050" h="151224">
                <a:moveTo>
                  <a:pt x="77813" y="74826"/>
                </a:moveTo>
                <a:lnTo>
                  <a:pt x="100370" y="81900"/>
                </a:lnTo>
                <a:cubicBezTo>
                  <a:pt x="96912" y="94556"/>
                  <a:pt x="91161" y="103956"/>
                  <a:pt x="83118" y="110099"/>
                </a:cubicBezTo>
                <a:cubicBezTo>
                  <a:pt x="75075" y="116242"/>
                  <a:pt x="64870" y="119313"/>
                  <a:pt x="52504" y="119313"/>
                </a:cubicBezTo>
                <a:cubicBezTo>
                  <a:pt x="37203" y="119313"/>
                  <a:pt x="24628" y="114079"/>
                  <a:pt x="14777" y="103613"/>
                </a:cubicBezTo>
                <a:cubicBezTo>
                  <a:pt x="4926" y="93144"/>
                  <a:pt x="0" y="78834"/>
                  <a:pt x="0" y="60681"/>
                </a:cubicBezTo>
                <a:cubicBezTo>
                  <a:pt x="0" y="41476"/>
                  <a:pt x="4952" y="26562"/>
                  <a:pt x="14855" y="15938"/>
                </a:cubicBezTo>
                <a:cubicBezTo>
                  <a:pt x="24759" y="5313"/>
                  <a:pt x="37780" y="0"/>
                  <a:pt x="53919" y="0"/>
                </a:cubicBezTo>
                <a:cubicBezTo>
                  <a:pt x="68014" y="0"/>
                  <a:pt x="79463" y="4176"/>
                  <a:pt x="88266" y="12527"/>
                </a:cubicBezTo>
                <a:cubicBezTo>
                  <a:pt x="93506" y="17464"/>
                  <a:pt x="97436" y="24554"/>
                  <a:pt x="100056" y="33797"/>
                </a:cubicBezTo>
                <a:lnTo>
                  <a:pt x="77027" y="39299"/>
                </a:lnTo>
                <a:cubicBezTo>
                  <a:pt x="75664" y="33326"/>
                  <a:pt x="72822" y="28610"/>
                  <a:pt x="68499" y="25152"/>
                </a:cubicBezTo>
                <a:cubicBezTo>
                  <a:pt x="64176" y="21693"/>
                  <a:pt x="58923" y="19964"/>
                  <a:pt x="52740" y="19964"/>
                </a:cubicBezTo>
                <a:cubicBezTo>
                  <a:pt x="44199" y="19964"/>
                  <a:pt x="37269" y="23029"/>
                  <a:pt x="31950" y="29160"/>
                </a:cubicBezTo>
                <a:cubicBezTo>
                  <a:pt x="26632" y="35291"/>
                  <a:pt x="23973" y="45220"/>
                  <a:pt x="23973" y="58949"/>
                </a:cubicBezTo>
                <a:cubicBezTo>
                  <a:pt x="23973" y="73516"/>
                  <a:pt x="26593" y="83891"/>
                  <a:pt x="31832" y="90074"/>
                </a:cubicBezTo>
                <a:cubicBezTo>
                  <a:pt x="37072" y="96257"/>
                  <a:pt x="43884" y="99349"/>
                  <a:pt x="52268" y="99349"/>
                </a:cubicBezTo>
                <a:cubicBezTo>
                  <a:pt x="58451" y="99349"/>
                  <a:pt x="63770" y="97378"/>
                  <a:pt x="68224" y="93436"/>
                </a:cubicBezTo>
                <a:cubicBezTo>
                  <a:pt x="72677" y="89493"/>
                  <a:pt x="75874" y="83290"/>
                  <a:pt x="77813" y="74826"/>
                </a:cubicBezTo>
                <a:close/>
                <a:moveTo>
                  <a:pt x="120150" y="117269"/>
                </a:moveTo>
                <a:lnTo>
                  <a:pt x="120150" y="2044"/>
                </a:lnTo>
                <a:lnTo>
                  <a:pt x="142236" y="2044"/>
                </a:lnTo>
                <a:lnTo>
                  <a:pt x="142236" y="117269"/>
                </a:lnTo>
                <a:lnTo>
                  <a:pt x="120150" y="117269"/>
                </a:lnTo>
                <a:close/>
                <a:moveTo>
                  <a:pt x="219840" y="117269"/>
                </a:moveTo>
                <a:lnTo>
                  <a:pt x="219840" y="104772"/>
                </a:lnTo>
                <a:cubicBezTo>
                  <a:pt x="216801" y="109226"/>
                  <a:pt x="212806" y="112737"/>
                  <a:pt x="207854" y="115304"/>
                </a:cubicBezTo>
                <a:cubicBezTo>
                  <a:pt x="202902" y="117872"/>
                  <a:pt x="197676" y="119155"/>
                  <a:pt x="192174" y="119155"/>
                </a:cubicBezTo>
                <a:cubicBezTo>
                  <a:pt x="186567" y="119155"/>
                  <a:pt x="181537" y="117924"/>
                  <a:pt x="177083" y="115461"/>
                </a:cubicBezTo>
                <a:cubicBezTo>
                  <a:pt x="172629" y="112999"/>
                  <a:pt x="169406" y="109540"/>
                  <a:pt x="167415" y="105086"/>
                </a:cubicBezTo>
                <a:cubicBezTo>
                  <a:pt x="165424" y="100632"/>
                  <a:pt x="164428" y="94475"/>
                  <a:pt x="164428" y="86616"/>
                </a:cubicBezTo>
                <a:lnTo>
                  <a:pt x="164428" y="33797"/>
                </a:lnTo>
                <a:lnTo>
                  <a:pt x="186515" y="33797"/>
                </a:lnTo>
                <a:lnTo>
                  <a:pt x="186515" y="72065"/>
                </a:lnTo>
                <a:cubicBezTo>
                  <a:pt x="186515" y="83776"/>
                  <a:pt x="186921" y="90952"/>
                  <a:pt x="187733" y="93591"/>
                </a:cubicBezTo>
                <a:cubicBezTo>
                  <a:pt x="188545" y="96231"/>
                  <a:pt x="190025" y="98322"/>
                  <a:pt x="192174" y="99864"/>
                </a:cubicBezTo>
                <a:cubicBezTo>
                  <a:pt x="194322" y="101407"/>
                  <a:pt x="197047" y="102178"/>
                  <a:pt x="200348" y="102178"/>
                </a:cubicBezTo>
                <a:cubicBezTo>
                  <a:pt x="204121" y="102178"/>
                  <a:pt x="207500" y="101146"/>
                  <a:pt x="210487" y="99081"/>
                </a:cubicBezTo>
                <a:cubicBezTo>
                  <a:pt x="213474" y="97016"/>
                  <a:pt x="215518" y="94454"/>
                  <a:pt x="216618" y="91395"/>
                </a:cubicBezTo>
                <a:cubicBezTo>
                  <a:pt x="217718" y="88337"/>
                  <a:pt x="218268" y="80848"/>
                  <a:pt x="218268" y="68928"/>
                </a:cubicBezTo>
                <a:lnTo>
                  <a:pt x="218268" y="33797"/>
                </a:lnTo>
                <a:lnTo>
                  <a:pt x="240355" y="33797"/>
                </a:lnTo>
                <a:lnTo>
                  <a:pt x="240355" y="117269"/>
                </a:lnTo>
                <a:lnTo>
                  <a:pt x="219840" y="117269"/>
                </a:lnTo>
                <a:close/>
                <a:moveTo>
                  <a:pt x="255471" y="93532"/>
                </a:moveTo>
                <a:lnTo>
                  <a:pt x="277636" y="90074"/>
                </a:lnTo>
                <a:cubicBezTo>
                  <a:pt x="278579" y="94344"/>
                  <a:pt x="280492" y="97587"/>
                  <a:pt x="283374" y="99801"/>
                </a:cubicBezTo>
                <a:cubicBezTo>
                  <a:pt x="286256" y="102014"/>
                  <a:pt x="290291" y="103121"/>
                  <a:pt x="295478" y="103121"/>
                </a:cubicBezTo>
                <a:cubicBezTo>
                  <a:pt x="301190" y="103121"/>
                  <a:pt x="305486" y="102075"/>
                  <a:pt x="308368" y="99982"/>
                </a:cubicBezTo>
                <a:cubicBezTo>
                  <a:pt x="310307" y="98517"/>
                  <a:pt x="311276" y="96554"/>
                  <a:pt x="311276" y="94095"/>
                </a:cubicBezTo>
                <a:cubicBezTo>
                  <a:pt x="311276" y="92420"/>
                  <a:pt x="310752" y="91033"/>
                  <a:pt x="309704" y="89934"/>
                </a:cubicBezTo>
                <a:cubicBezTo>
                  <a:pt x="308604" y="88888"/>
                  <a:pt x="306141" y="87920"/>
                  <a:pt x="302316" y="87031"/>
                </a:cubicBezTo>
                <a:cubicBezTo>
                  <a:pt x="284500" y="83107"/>
                  <a:pt x="273208" y="79523"/>
                  <a:pt x="268440" y="76277"/>
                </a:cubicBezTo>
                <a:cubicBezTo>
                  <a:pt x="261838" y="71774"/>
                  <a:pt x="258537" y="65518"/>
                  <a:pt x="258537" y="57510"/>
                </a:cubicBezTo>
                <a:cubicBezTo>
                  <a:pt x="258537" y="50285"/>
                  <a:pt x="261392" y="44212"/>
                  <a:pt x="267104" y="39292"/>
                </a:cubicBezTo>
                <a:cubicBezTo>
                  <a:pt x="272815" y="34371"/>
                  <a:pt x="281671" y="31911"/>
                  <a:pt x="293670" y="31911"/>
                </a:cubicBezTo>
                <a:cubicBezTo>
                  <a:pt x="305093" y="31911"/>
                  <a:pt x="313582" y="33765"/>
                  <a:pt x="319136" y="37472"/>
                </a:cubicBezTo>
                <a:cubicBezTo>
                  <a:pt x="324690" y="41179"/>
                  <a:pt x="328516" y="46661"/>
                  <a:pt x="330612" y="53919"/>
                </a:cubicBezTo>
                <a:lnTo>
                  <a:pt x="309783" y="57849"/>
                </a:lnTo>
                <a:cubicBezTo>
                  <a:pt x="308892" y="54600"/>
                  <a:pt x="307202" y="52111"/>
                  <a:pt x="304713" y="50382"/>
                </a:cubicBezTo>
                <a:cubicBezTo>
                  <a:pt x="302224" y="48652"/>
                  <a:pt x="298674" y="47788"/>
                  <a:pt x="294063" y="47788"/>
                </a:cubicBezTo>
                <a:cubicBezTo>
                  <a:pt x="288247" y="47788"/>
                  <a:pt x="284081" y="48599"/>
                  <a:pt x="281566" y="50222"/>
                </a:cubicBezTo>
                <a:cubicBezTo>
                  <a:pt x="279889" y="51372"/>
                  <a:pt x="279051" y="52862"/>
                  <a:pt x="279051" y="54695"/>
                </a:cubicBezTo>
                <a:cubicBezTo>
                  <a:pt x="279051" y="56263"/>
                  <a:pt x="279785" y="57597"/>
                  <a:pt x="281252" y="58696"/>
                </a:cubicBezTo>
                <a:cubicBezTo>
                  <a:pt x="283243" y="60161"/>
                  <a:pt x="290120" y="62229"/>
                  <a:pt x="301884" y="64898"/>
                </a:cubicBezTo>
                <a:cubicBezTo>
                  <a:pt x="313647" y="67567"/>
                  <a:pt x="321861" y="70841"/>
                  <a:pt x="326524" y="74720"/>
                </a:cubicBezTo>
                <a:cubicBezTo>
                  <a:pt x="331136" y="78653"/>
                  <a:pt x="333441" y="84132"/>
                  <a:pt x="333441" y="91157"/>
                </a:cubicBezTo>
                <a:cubicBezTo>
                  <a:pt x="333441" y="98812"/>
                  <a:pt x="330245" y="105392"/>
                  <a:pt x="323852" y="110898"/>
                </a:cubicBezTo>
                <a:cubicBezTo>
                  <a:pt x="317459" y="116403"/>
                  <a:pt x="308001" y="119155"/>
                  <a:pt x="295478" y="119155"/>
                </a:cubicBezTo>
                <a:cubicBezTo>
                  <a:pt x="284107" y="119155"/>
                  <a:pt x="275108" y="116857"/>
                  <a:pt x="268479" y="112261"/>
                </a:cubicBezTo>
                <a:cubicBezTo>
                  <a:pt x="261851" y="107663"/>
                  <a:pt x="257515" y="101420"/>
                  <a:pt x="255471" y="93532"/>
                </a:cubicBezTo>
                <a:close/>
                <a:moveTo>
                  <a:pt x="391029" y="33797"/>
                </a:moveTo>
                <a:lnTo>
                  <a:pt x="391029" y="51403"/>
                </a:lnTo>
                <a:lnTo>
                  <a:pt x="375938" y="51403"/>
                </a:lnTo>
                <a:lnTo>
                  <a:pt x="375938" y="84990"/>
                </a:lnTo>
                <a:cubicBezTo>
                  <a:pt x="375938" y="91792"/>
                  <a:pt x="376082" y="95755"/>
                  <a:pt x="376371" y="96880"/>
                </a:cubicBezTo>
                <a:cubicBezTo>
                  <a:pt x="376659" y="98003"/>
                  <a:pt x="377314" y="98932"/>
                  <a:pt x="378336" y="99665"/>
                </a:cubicBezTo>
                <a:cubicBezTo>
                  <a:pt x="379357" y="100397"/>
                  <a:pt x="380602" y="100763"/>
                  <a:pt x="382069" y="100763"/>
                </a:cubicBezTo>
                <a:cubicBezTo>
                  <a:pt x="384113" y="100763"/>
                  <a:pt x="387073" y="100056"/>
                  <a:pt x="390951" y="98641"/>
                </a:cubicBezTo>
                <a:lnTo>
                  <a:pt x="392837" y="115840"/>
                </a:lnTo>
                <a:cubicBezTo>
                  <a:pt x="387702" y="118050"/>
                  <a:pt x="381886" y="119155"/>
                  <a:pt x="375388" y="119155"/>
                </a:cubicBezTo>
                <a:cubicBezTo>
                  <a:pt x="371406" y="119155"/>
                  <a:pt x="367817" y="118487"/>
                  <a:pt x="364620" y="117151"/>
                </a:cubicBezTo>
                <a:cubicBezTo>
                  <a:pt x="361424" y="115815"/>
                  <a:pt x="359079" y="114086"/>
                  <a:pt x="357586" y="111964"/>
                </a:cubicBezTo>
                <a:cubicBezTo>
                  <a:pt x="356092" y="109841"/>
                  <a:pt x="355057" y="106973"/>
                  <a:pt x="354481" y="103357"/>
                </a:cubicBezTo>
                <a:cubicBezTo>
                  <a:pt x="354009" y="100790"/>
                  <a:pt x="353774" y="95602"/>
                  <a:pt x="353774" y="87795"/>
                </a:cubicBezTo>
                <a:lnTo>
                  <a:pt x="353774" y="51403"/>
                </a:lnTo>
                <a:lnTo>
                  <a:pt x="343634" y="51403"/>
                </a:lnTo>
                <a:lnTo>
                  <a:pt x="343634" y="33797"/>
                </a:lnTo>
                <a:lnTo>
                  <a:pt x="353774" y="33797"/>
                </a:lnTo>
                <a:lnTo>
                  <a:pt x="353774" y="17134"/>
                </a:lnTo>
                <a:lnTo>
                  <a:pt x="375938" y="4087"/>
                </a:lnTo>
                <a:lnTo>
                  <a:pt x="375938" y="33797"/>
                </a:lnTo>
                <a:lnTo>
                  <a:pt x="391029" y="33797"/>
                </a:lnTo>
                <a:close/>
                <a:moveTo>
                  <a:pt x="454693" y="90703"/>
                </a:moveTo>
                <a:lnTo>
                  <a:pt x="476700" y="94475"/>
                </a:lnTo>
                <a:cubicBezTo>
                  <a:pt x="473871" y="102519"/>
                  <a:pt x="469404" y="108643"/>
                  <a:pt x="463299" y="112848"/>
                </a:cubicBezTo>
                <a:cubicBezTo>
                  <a:pt x="457195" y="117053"/>
                  <a:pt x="449558" y="119155"/>
                  <a:pt x="440388" y="119155"/>
                </a:cubicBezTo>
                <a:cubicBezTo>
                  <a:pt x="425873" y="119155"/>
                  <a:pt x="415131" y="114413"/>
                  <a:pt x="408162" y="104929"/>
                </a:cubicBezTo>
                <a:cubicBezTo>
                  <a:pt x="402660" y="97331"/>
                  <a:pt x="399909" y="87742"/>
                  <a:pt x="399909" y="76162"/>
                </a:cubicBezTo>
                <a:cubicBezTo>
                  <a:pt x="399909" y="62329"/>
                  <a:pt x="403525" y="51495"/>
                  <a:pt x="410756" y="43661"/>
                </a:cubicBezTo>
                <a:cubicBezTo>
                  <a:pt x="417987" y="35828"/>
                  <a:pt x="427131" y="31911"/>
                  <a:pt x="438187" y="31911"/>
                </a:cubicBezTo>
                <a:cubicBezTo>
                  <a:pt x="450605" y="31911"/>
                  <a:pt x="460404" y="36011"/>
                  <a:pt x="467583" y="44212"/>
                </a:cubicBezTo>
                <a:cubicBezTo>
                  <a:pt x="474761" y="52412"/>
                  <a:pt x="478194" y="64975"/>
                  <a:pt x="477879" y="81900"/>
                </a:cubicBezTo>
                <a:lnTo>
                  <a:pt x="422546" y="81900"/>
                </a:lnTo>
                <a:cubicBezTo>
                  <a:pt x="422703" y="88450"/>
                  <a:pt x="424485" y="93545"/>
                  <a:pt x="427891" y="97187"/>
                </a:cubicBezTo>
                <a:cubicBezTo>
                  <a:pt x="431296" y="100829"/>
                  <a:pt x="435541" y="102650"/>
                  <a:pt x="440623" y="102650"/>
                </a:cubicBezTo>
                <a:cubicBezTo>
                  <a:pt x="444082" y="102650"/>
                  <a:pt x="446990" y="101707"/>
                  <a:pt x="449348" y="99820"/>
                </a:cubicBezTo>
                <a:cubicBezTo>
                  <a:pt x="451706" y="97934"/>
                  <a:pt x="453487" y="94895"/>
                  <a:pt x="454693" y="90703"/>
                </a:cubicBezTo>
                <a:moveTo>
                  <a:pt x="455950" y="68381"/>
                </a:moveTo>
                <a:cubicBezTo>
                  <a:pt x="455793" y="62014"/>
                  <a:pt x="454142" y="57174"/>
                  <a:pt x="450998" y="53860"/>
                </a:cubicBezTo>
                <a:cubicBezTo>
                  <a:pt x="447855" y="50545"/>
                  <a:pt x="444029" y="48888"/>
                  <a:pt x="439523" y="48888"/>
                </a:cubicBezTo>
                <a:cubicBezTo>
                  <a:pt x="434702" y="48888"/>
                  <a:pt x="430720" y="50636"/>
                  <a:pt x="427576" y="54132"/>
                </a:cubicBezTo>
                <a:cubicBezTo>
                  <a:pt x="424432" y="57630"/>
                  <a:pt x="422886" y="62379"/>
                  <a:pt x="422939" y="68381"/>
                </a:cubicBezTo>
                <a:lnTo>
                  <a:pt x="455950" y="68381"/>
                </a:lnTo>
                <a:close/>
                <a:moveTo>
                  <a:pt x="516997" y="117269"/>
                </a:moveTo>
                <a:lnTo>
                  <a:pt x="494911" y="117269"/>
                </a:lnTo>
                <a:lnTo>
                  <a:pt x="494911" y="33797"/>
                </a:lnTo>
                <a:lnTo>
                  <a:pt x="515425" y="33797"/>
                </a:lnTo>
                <a:lnTo>
                  <a:pt x="515425" y="45666"/>
                </a:lnTo>
                <a:cubicBezTo>
                  <a:pt x="518936" y="40059"/>
                  <a:pt x="522093" y="36365"/>
                  <a:pt x="524896" y="34583"/>
                </a:cubicBezTo>
                <a:cubicBezTo>
                  <a:pt x="527699" y="32802"/>
                  <a:pt x="530883" y="31911"/>
                  <a:pt x="534446" y="31911"/>
                </a:cubicBezTo>
                <a:cubicBezTo>
                  <a:pt x="539476" y="31911"/>
                  <a:pt x="544323" y="33300"/>
                  <a:pt x="548987" y="36077"/>
                </a:cubicBezTo>
                <a:lnTo>
                  <a:pt x="542149" y="55333"/>
                </a:lnTo>
                <a:cubicBezTo>
                  <a:pt x="538428" y="52923"/>
                  <a:pt x="534970" y="51718"/>
                  <a:pt x="531774" y="51718"/>
                </a:cubicBezTo>
                <a:cubicBezTo>
                  <a:pt x="528682" y="51718"/>
                  <a:pt x="526062" y="52569"/>
                  <a:pt x="523914" y="54272"/>
                </a:cubicBezTo>
                <a:cubicBezTo>
                  <a:pt x="521765" y="55975"/>
                  <a:pt x="520075" y="59054"/>
                  <a:pt x="518844" y="63508"/>
                </a:cubicBezTo>
                <a:cubicBezTo>
                  <a:pt x="517613" y="67962"/>
                  <a:pt x="516997" y="77289"/>
                  <a:pt x="516997" y="91489"/>
                </a:cubicBezTo>
                <a:lnTo>
                  <a:pt x="516997" y="117269"/>
                </a:lnTo>
                <a:close/>
                <a:moveTo>
                  <a:pt x="558471" y="22479"/>
                </a:moveTo>
                <a:lnTo>
                  <a:pt x="558471" y="2044"/>
                </a:lnTo>
                <a:lnTo>
                  <a:pt x="580557" y="2044"/>
                </a:lnTo>
                <a:lnTo>
                  <a:pt x="580557" y="22479"/>
                </a:lnTo>
                <a:lnTo>
                  <a:pt x="558471" y="22479"/>
                </a:lnTo>
                <a:moveTo>
                  <a:pt x="558471" y="117269"/>
                </a:moveTo>
                <a:lnTo>
                  <a:pt x="558471" y="33797"/>
                </a:lnTo>
                <a:lnTo>
                  <a:pt x="580557" y="33797"/>
                </a:lnTo>
                <a:lnTo>
                  <a:pt x="580557" y="117269"/>
                </a:lnTo>
                <a:lnTo>
                  <a:pt x="558471" y="117269"/>
                </a:lnTo>
                <a:close/>
                <a:moveTo>
                  <a:pt x="679147" y="117269"/>
                </a:moveTo>
                <a:lnTo>
                  <a:pt x="657061" y="117269"/>
                </a:lnTo>
                <a:lnTo>
                  <a:pt x="657061" y="74718"/>
                </a:lnTo>
                <a:cubicBezTo>
                  <a:pt x="657061" y="65715"/>
                  <a:pt x="656589" y="59892"/>
                  <a:pt x="655646" y="57249"/>
                </a:cubicBezTo>
                <a:cubicBezTo>
                  <a:pt x="654703" y="54606"/>
                  <a:pt x="653170" y="52552"/>
                  <a:pt x="651048" y="51087"/>
                </a:cubicBezTo>
                <a:cubicBezTo>
                  <a:pt x="648926" y="49621"/>
                  <a:pt x="646371" y="48888"/>
                  <a:pt x="643385" y="48888"/>
                </a:cubicBezTo>
                <a:cubicBezTo>
                  <a:pt x="639560" y="48888"/>
                  <a:pt x="636127" y="49935"/>
                  <a:pt x="633088" y="52030"/>
                </a:cubicBezTo>
                <a:cubicBezTo>
                  <a:pt x="630049" y="54122"/>
                  <a:pt x="627966" y="56896"/>
                  <a:pt x="626840" y="60351"/>
                </a:cubicBezTo>
                <a:cubicBezTo>
                  <a:pt x="625713" y="63805"/>
                  <a:pt x="625150" y="70190"/>
                  <a:pt x="625150" y="79507"/>
                </a:cubicBezTo>
                <a:lnTo>
                  <a:pt x="625150" y="117269"/>
                </a:lnTo>
                <a:lnTo>
                  <a:pt x="603064" y="117269"/>
                </a:lnTo>
                <a:lnTo>
                  <a:pt x="603064" y="33797"/>
                </a:lnTo>
                <a:lnTo>
                  <a:pt x="623578" y="33797"/>
                </a:lnTo>
                <a:lnTo>
                  <a:pt x="623578" y="46059"/>
                </a:lnTo>
                <a:cubicBezTo>
                  <a:pt x="630861" y="36627"/>
                  <a:pt x="640031" y="31911"/>
                  <a:pt x="651087" y="31911"/>
                </a:cubicBezTo>
                <a:cubicBezTo>
                  <a:pt x="655960" y="31911"/>
                  <a:pt x="660414" y="32789"/>
                  <a:pt x="664449" y="34544"/>
                </a:cubicBezTo>
                <a:cubicBezTo>
                  <a:pt x="668484" y="36299"/>
                  <a:pt x="671536" y="38539"/>
                  <a:pt x="673606" y="41264"/>
                </a:cubicBezTo>
                <a:cubicBezTo>
                  <a:pt x="675676" y="43989"/>
                  <a:pt x="677117" y="47081"/>
                  <a:pt x="677929" y="50539"/>
                </a:cubicBezTo>
                <a:cubicBezTo>
                  <a:pt x="678741" y="53997"/>
                  <a:pt x="679147" y="58949"/>
                  <a:pt x="679147" y="65394"/>
                </a:cubicBezTo>
                <a:lnTo>
                  <a:pt x="679147" y="117269"/>
                </a:lnTo>
                <a:close/>
                <a:moveTo>
                  <a:pt x="699530" y="122614"/>
                </a:moveTo>
                <a:lnTo>
                  <a:pt x="724760" y="125758"/>
                </a:lnTo>
                <a:cubicBezTo>
                  <a:pt x="725179" y="128720"/>
                  <a:pt x="726149" y="130756"/>
                  <a:pt x="727668" y="131866"/>
                </a:cubicBezTo>
                <a:cubicBezTo>
                  <a:pt x="729764" y="133453"/>
                  <a:pt x="733065" y="134246"/>
                  <a:pt x="737572" y="134246"/>
                </a:cubicBezTo>
                <a:cubicBezTo>
                  <a:pt x="743335" y="134246"/>
                  <a:pt x="747658" y="133375"/>
                  <a:pt x="750540" y="131633"/>
                </a:cubicBezTo>
                <a:cubicBezTo>
                  <a:pt x="752479" y="130472"/>
                  <a:pt x="753946" y="128599"/>
                  <a:pt x="754942" y="126013"/>
                </a:cubicBezTo>
                <a:cubicBezTo>
                  <a:pt x="755623" y="124166"/>
                  <a:pt x="755964" y="120763"/>
                  <a:pt x="755964" y="115803"/>
                </a:cubicBezTo>
                <a:lnTo>
                  <a:pt x="755964" y="103531"/>
                </a:lnTo>
                <a:cubicBezTo>
                  <a:pt x="749361" y="112690"/>
                  <a:pt x="741030" y="117269"/>
                  <a:pt x="730969" y="117269"/>
                </a:cubicBezTo>
                <a:cubicBezTo>
                  <a:pt x="719756" y="117269"/>
                  <a:pt x="710874" y="112527"/>
                  <a:pt x="704324" y="103043"/>
                </a:cubicBezTo>
                <a:cubicBezTo>
                  <a:pt x="699189" y="95550"/>
                  <a:pt x="696622" y="86223"/>
                  <a:pt x="696622" y="75062"/>
                </a:cubicBezTo>
                <a:cubicBezTo>
                  <a:pt x="696622" y="61071"/>
                  <a:pt x="699988" y="50382"/>
                  <a:pt x="706722" y="42993"/>
                </a:cubicBezTo>
                <a:cubicBezTo>
                  <a:pt x="713455" y="35605"/>
                  <a:pt x="721826" y="31911"/>
                  <a:pt x="731834" y="31911"/>
                </a:cubicBezTo>
                <a:cubicBezTo>
                  <a:pt x="742156" y="31911"/>
                  <a:pt x="750671" y="36465"/>
                  <a:pt x="757378" y="45572"/>
                </a:cubicBezTo>
                <a:lnTo>
                  <a:pt x="757378" y="33797"/>
                </a:lnTo>
                <a:lnTo>
                  <a:pt x="778050" y="33797"/>
                </a:lnTo>
                <a:lnTo>
                  <a:pt x="778050" y="108751"/>
                </a:lnTo>
                <a:cubicBezTo>
                  <a:pt x="778050" y="118608"/>
                  <a:pt x="777238" y="125975"/>
                  <a:pt x="775613" y="130852"/>
                </a:cubicBezTo>
                <a:cubicBezTo>
                  <a:pt x="773989" y="135728"/>
                  <a:pt x="771710" y="139556"/>
                  <a:pt x="768775" y="142335"/>
                </a:cubicBezTo>
                <a:cubicBezTo>
                  <a:pt x="765841" y="145115"/>
                  <a:pt x="761924" y="147291"/>
                  <a:pt x="757025" y="148863"/>
                </a:cubicBezTo>
                <a:cubicBezTo>
                  <a:pt x="752125" y="150437"/>
                  <a:pt x="745929" y="151224"/>
                  <a:pt x="738436" y="151224"/>
                </a:cubicBezTo>
                <a:cubicBezTo>
                  <a:pt x="724288" y="151224"/>
                  <a:pt x="714254" y="148780"/>
                  <a:pt x="708333" y="143892"/>
                </a:cubicBezTo>
                <a:cubicBezTo>
                  <a:pt x="702412" y="139006"/>
                  <a:pt x="699451" y="132811"/>
                  <a:pt x="699451" y="125308"/>
                </a:cubicBezTo>
                <a:cubicBezTo>
                  <a:pt x="699451" y="124568"/>
                  <a:pt x="699477" y="123670"/>
                  <a:pt x="699530" y="122614"/>
                </a:cubicBezTo>
                <a:moveTo>
                  <a:pt x="719258" y="73804"/>
                </a:moveTo>
                <a:cubicBezTo>
                  <a:pt x="719258" y="82633"/>
                  <a:pt x="720974" y="89098"/>
                  <a:pt x="724406" y="93198"/>
                </a:cubicBezTo>
                <a:cubicBezTo>
                  <a:pt x="727838" y="97298"/>
                  <a:pt x="732070" y="99349"/>
                  <a:pt x="737100" y="99349"/>
                </a:cubicBezTo>
                <a:cubicBezTo>
                  <a:pt x="742497" y="99349"/>
                  <a:pt x="747056" y="97246"/>
                  <a:pt x="750776" y="93041"/>
                </a:cubicBezTo>
                <a:cubicBezTo>
                  <a:pt x="754496" y="88836"/>
                  <a:pt x="756357" y="82607"/>
                  <a:pt x="756357" y="74354"/>
                </a:cubicBezTo>
                <a:cubicBezTo>
                  <a:pt x="756357" y="65735"/>
                  <a:pt x="754575" y="59335"/>
                  <a:pt x="751012" y="55157"/>
                </a:cubicBezTo>
                <a:cubicBezTo>
                  <a:pt x="747449" y="50978"/>
                  <a:pt x="742942" y="48888"/>
                  <a:pt x="737493" y="48888"/>
                </a:cubicBezTo>
                <a:cubicBezTo>
                  <a:pt x="732201" y="48888"/>
                  <a:pt x="727838" y="50938"/>
                  <a:pt x="724406" y="55039"/>
                </a:cubicBezTo>
                <a:cubicBezTo>
                  <a:pt x="720974" y="59139"/>
                  <a:pt x="719258" y="65394"/>
                  <a:pt x="719258" y="738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8B42F-6F2F-422D-9BC4-B844D923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520" y="4144455"/>
            <a:ext cx="342063" cy="402427"/>
          </a:xfrm>
          <a:custGeom xmlns:a="http://schemas.openxmlformats.org/drawingml/2006/main">
            <a:pathLst>
              <a:path w="342063" h="402427">
                <a:moveTo>
                  <a:pt x="0" y="402427"/>
                </a:moveTo>
                <a:lnTo>
                  <a:pt x="342063" y="402427"/>
                </a:lnTo>
                <a:lnTo>
                  <a:pt x="342063" y="0"/>
                </a:lnTo>
                <a:lnTo>
                  <a:pt x="0" y="0"/>
                </a:lnTo>
                <a:lnTo>
                  <a:pt x="0" y="4024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4FC54-162D-415B-9847-16DD3554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50" y="4156262"/>
            <a:ext cx="332213" cy="195253"/>
          </a:xfrm>
          <a:custGeom xmlns:a="http://schemas.openxmlformats.org/drawingml/2006/main">
            <a:pathLst>
              <a:path w="332213" h="195253">
                <a:moveTo>
                  <a:pt x="166221" y="195253"/>
                </a:moveTo>
                <a:lnTo>
                  <a:pt x="0" y="95898"/>
                </a:lnTo>
                <a:lnTo>
                  <a:pt x="166221" y="0"/>
                </a:lnTo>
                <a:lnTo>
                  <a:pt x="332213" y="93897"/>
                </a:lnTo>
                <a:lnTo>
                  <a:pt x="166221" y="195253"/>
                </a:lnTo>
                <a:close/>
                <a:moveTo>
                  <a:pt x="30632" y="96098"/>
                </a:moveTo>
                <a:lnTo>
                  <a:pt x="166021" y="176536"/>
                </a:lnTo>
                <a:lnTo>
                  <a:pt x="301381" y="93897"/>
                </a:lnTo>
                <a:lnTo>
                  <a:pt x="166221" y="17888"/>
                </a:lnTo>
                <a:lnTo>
                  <a:pt x="30632" y="960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20CF8-5609-4538-84E8-6B699D0B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749" y="4331599"/>
            <a:ext cx="330984" cy="203883"/>
          </a:xfrm>
          <a:custGeom xmlns:a="http://schemas.openxmlformats.org/drawingml/2006/main">
            <a:pathLst>
              <a:path w="330984" h="203883">
                <a:moveTo>
                  <a:pt x="166821" y="203883"/>
                </a:moveTo>
                <a:lnTo>
                  <a:pt x="0" y="92297"/>
                </a:lnTo>
                <a:lnTo>
                  <a:pt x="166821" y="0"/>
                </a:lnTo>
                <a:lnTo>
                  <a:pt x="330984" y="93297"/>
                </a:lnTo>
                <a:lnTo>
                  <a:pt x="166821" y="203883"/>
                </a:lnTo>
                <a:close/>
                <a:moveTo>
                  <a:pt x="29804" y="93297"/>
                </a:moveTo>
                <a:lnTo>
                  <a:pt x="166821" y="184995"/>
                </a:lnTo>
                <a:lnTo>
                  <a:pt x="301781" y="94498"/>
                </a:lnTo>
                <a:lnTo>
                  <a:pt x="166821" y="17688"/>
                </a:lnTo>
                <a:lnTo>
                  <a:pt x="29804" y="932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0F766-9CDC-4523-A88F-BD54ECBF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865" y="4247759"/>
            <a:ext cx="164221" cy="280921"/>
          </a:xfrm>
          <a:custGeom xmlns:a="http://schemas.openxmlformats.org/drawingml/2006/main">
            <a:pathLst>
              <a:path w="164221" h="280921">
                <a:moveTo>
                  <a:pt x="0" y="7458"/>
                </a:moveTo>
                <a:lnTo>
                  <a:pt x="13602" y="0"/>
                </a:lnTo>
                <a:lnTo>
                  <a:pt x="164221" y="273463"/>
                </a:lnTo>
                <a:lnTo>
                  <a:pt x="150647" y="280921"/>
                </a:lnTo>
                <a:lnTo>
                  <a:pt x="0" y="74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6B0A6-E62D-46DF-A4B2-F728A53C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951" y="4162777"/>
            <a:ext cx="311382" cy="367703"/>
          </a:xfrm>
          <a:custGeom xmlns:a="http://schemas.openxmlformats.org/drawingml/2006/main">
            <a:pathLst>
              <a:path w="311382" h="367703">
                <a:moveTo>
                  <a:pt x="150647" y="360359"/>
                </a:moveTo>
                <a:lnTo>
                  <a:pt x="297723" y="87725"/>
                </a:lnTo>
                <a:lnTo>
                  <a:pt x="311382" y="95069"/>
                </a:lnTo>
                <a:lnTo>
                  <a:pt x="164306" y="367703"/>
                </a:lnTo>
                <a:lnTo>
                  <a:pt x="150647" y="360359"/>
                </a:lnTo>
                <a:close/>
                <a:moveTo>
                  <a:pt x="0" y="257032"/>
                </a:moveTo>
                <a:lnTo>
                  <a:pt x="148676" y="0"/>
                </a:lnTo>
                <a:lnTo>
                  <a:pt x="162106" y="7744"/>
                </a:lnTo>
                <a:lnTo>
                  <a:pt x="13430" y="264776"/>
                </a:lnTo>
                <a:lnTo>
                  <a:pt x="0" y="2570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539E3-8609-4A48-96D9-41B79F8A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598" y="4161349"/>
            <a:ext cx="162649" cy="268805"/>
          </a:xfrm>
          <a:custGeom xmlns:a="http://schemas.openxmlformats.org/drawingml/2006/main">
            <a:pathLst>
              <a:path w="162649" h="268805">
                <a:moveTo>
                  <a:pt x="0" y="7658"/>
                </a:moveTo>
                <a:lnTo>
                  <a:pt x="13459" y="0"/>
                </a:lnTo>
                <a:lnTo>
                  <a:pt x="162649" y="261147"/>
                </a:lnTo>
                <a:lnTo>
                  <a:pt x="149161" y="268805"/>
                </a:lnTo>
                <a:lnTo>
                  <a:pt x="0" y="76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3FF3B-4F4B-4405-8C1C-030F73C2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607" y="4163892"/>
            <a:ext cx="317068" cy="360731"/>
          </a:xfrm>
          <a:custGeom xmlns:a="http://schemas.openxmlformats.org/drawingml/2006/main">
            <a:pathLst>
              <a:path w="317068" h="360731">
                <a:moveTo>
                  <a:pt x="152705" y="0"/>
                </a:moveTo>
                <a:lnTo>
                  <a:pt x="168221" y="0"/>
                </a:lnTo>
                <a:lnTo>
                  <a:pt x="168221" y="360731"/>
                </a:lnTo>
                <a:lnTo>
                  <a:pt x="152705" y="360731"/>
                </a:lnTo>
                <a:lnTo>
                  <a:pt x="152705" y="0"/>
                </a:lnTo>
                <a:close/>
                <a:moveTo>
                  <a:pt x="0" y="89897"/>
                </a:moveTo>
                <a:lnTo>
                  <a:pt x="15516" y="89897"/>
                </a:lnTo>
                <a:lnTo>
                  <a:pt x="15516" y="264033"/>
                </a:lnTo>
                <a:lnTo>
                  <a:pt x="0" y="264033"/>
                </a:lnTo>
                <a:lnTo>
                  <a:pt x="0" y="89897"/>
                </a:lnTo>
                <a:close/>
                <a:moveTo>
                  <a:pt x="301552" y="88068"/>
                </a:moveTo>
                <a:lnTo>
                  <a:pt x="317068" y="88068"/>
                </a:lnTo>
                <a:lnTo>
                  <a:pt x="317068" y="262204"/>
                </a:lnTo>
                <a:lnTo>
                  <a:pt x="301552" y="262204"/>
                </a:lnTo>
                <a:lnTo>
                  <a:pt x="301552" y="880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DC560-4B73-4586-AED0-FC94D484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96" y="4144604"/>
            <a:ext cx="43120" cy="43005"/>
          </a:xfrm>
          <a:custGeom xmlns:a="http://schemas.openxmlformats.org/drawingml/2006/main">
            <a:pathLst>
              <a:path w="43120" h="43005">
                <a:moveTo>
                  <a:pt x="43120" y="21517"/>
                </a:moveTo>
                <a:cubicBezTo>
                  <a:pt x="43120" y="24346"/>
                  <a:pt x="42577" y="27089"/>
                  <a:pt x="41491" y="29747"/>
                </a:cubicBezTo>
                <a:cubicBezTo>
                  <a:pt x="40376" y="32375"/>
                  <a:pt x="38833" y="34690"/>
                  <a:pt x="36805" y="36719"/>
                </a:cubicBezTo>
                <a:cubicBezTo>
                  <a:pt x="34776" y="38719"/>
                  <a:pt x="32461" y="40291"/>
                  <a:pt x="29804" y="41377"/>
                </a:cubicBezTo>
                <a:cubicBezTo>
                  <a:pt x="27175" y="42462"/>
                  <a:pt x="24432" y="43005"/>
                  <a:pt x="21574" y="43005"/>
                </a:cubicBezTo>
                <a:cubicBezTo>
                  <a:pt x="18717" y="43005"/>
                  <a:pt x="15945" y="42462"/>
                  <a:pt x="13316" y="41377"/>
                </a:cubicBezTo>
                <a:cubicBezTo>
                  <a:pt x="10658" y="40291"/>
                  <a:pt x="8344" y="38719"/>
                  <a:pt x="6315" y="36719"/>
                </a:cubicBezTo>
                <a:cubicBezTo>
                  <a:pt x="4286" y="34690"/>
                  <a:pt x="2743" y="32375"/>
                  <a:pt x="1657" y="29747"/>
                </a:cubicBezTo>
                <a:cubicBezTo>
                  <a:pt x="572" y="27089"/>
                  <a:pt x="0" y="24346"/>
                  <a:pt x="0" y="21517"/>
                </a:cubicBezTo>
                <a:cubicBezTo>
                  <a:pt x="0" y="18659"/>
                  <a:pt x="572" y="15916"/>
                  <a:pt x="1657" y="13259"/>
                </a:cubicBezTo>
                <a:cubicBezTo>
                  <a:pt x="2743" y="10630"/>
                  <a:pt x="4286" y="8315"/>
                  <a:pt x="6315" y="6286"/>
                </a:cubicBezTo>
                <a:cubicBezTo>
                  <a:pt x="8344" y="4286"/>
                  <a:pt x="10658" y="2715"/>
                  <a:pt x="13316" y="1629"/>
                </a:cubicBezTo>
                <a:cubicBezTo>
                  <a:pt x="15945" y="543"/>
                  <a:pt x="18717" y="0"/>
                  <a:pt x="21574" y="0"/>
                </a:cubicBezTo>
                <a:cubicBezTo>
                  <a:pt x="24432" y="0"/>
                  <a:pt x="27175" y="543"/>
                  <a:pt x="29804" y="1629"/>
                </a:cubicBezTo>
                <a:cubicBezTo>
                  <a:pt x="32461" y="2715"/>
                  <a:pt x="34776" y="4286"/>
                  <a:pt x="36805" y="6286"/>
                </a:cubicBezTo>
                <a:cubicBezTo>
                  <a:pt x="38833" y="8315"/>
                  <a:pt x="40376" y="10630"/>
                  <a:pt x="41491" y="13259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47E85-81E6-4CB1-913A-5C50978C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230443"/>
            <a:ext cx="43120" cy="43034"/>
          </a:xfrm>
          <a:custGeom xmlns:a="http://schemas.openxmlformats.org/drawingml/2006/main">
            <a:pathLst>
              <a:path w="43120" h="43034">
                <a:moveTo>
                  <a:pt x="43120" y="21517"/>
                </a:moveTo>
                <a:cubicBezTo>
                  <a:pt x="43120" y="24374"/>
                  <a:pt x="42577" y="27118"/>
                  <a:pt x="41462" y="29775"/>
                </a:cubicBezTo>
                <a:cubicBezTo>
                  <a:pt x="40376" y="32404"/>
                  <a:pt x="38833" y="34719"/>
                  <a:pt x="36805" y="36747"/>
                </a:cubicBezTo>
                <a:cubicBezTo>
                  <a:pt x="34776" y="38776"/>
                  <a:pt x="32461" y="40319"/>
                  <a:pt x="29804" y="41405"/>
                </a:cubicBezTo>
                <a:cubicBezTo>
                  <a:pt x="27175" y="42491"/>
                  <a:pt x="24403" y="43034"/>
                  <a:pt x="21546" y="43034"/>
                </a:cubicBezTo>
                <a:cubicBezTo>
                  <a:pt x="18688" y="43034"/>
                  <a:pt x="15945" y="42491"/>
                  <a:pt x="13316" y="41405"/>
                </a:cubicBezTo>
                <a:cubicBezTo>
                  <a:pt x="10658" y="40319"/>
                  <a:pt x="8344" y="38776"/>
                  <a:pt x="6315" y="36747"/>
                </a:cubicBezTo>
                <a:cubicBezTo>
                  <a:pt x="4286" y="34719"/>
                  <a:pt x="2743" y="32404"/>
                  <a:pt x="1657" y="29775"/>
                </a:cubicBezTo>
                <a:cubicBezTo>
                  <a:pt x="543" y="27118"/>
                  <a:pt x="0" y="24374"/>
                  <a:pt x="0" y="21517"/>
                </a:cubicBezTo>
                <a:cubicBezTo>
                  <a:pt x="0" y="18659"/>
                  <a:pt x="543" y="15916"/>
                  <a:pt x="1657" y="13287"/>
                </a:cubicBezTo>
                <a:cubicBezTo>
                  <a:pt x="2743" y="10658"/>
                  <a:pt x="4286" y="8344"/>
                  <a:pt x="6315" y="6315"/>
                </a:cubicBezTo>
                <a:cubicBezTo>
                  <a:pt x="8344" y="4286"/>
                  <a:pt x="10658" y="2743"/>
                  <a:pt x="13316" y="1657"/>
                </a:cubicBezTo>
                <a:cubicBezTo>
                  <a:pt x="15945" y="543"/>
                  <a:pt x="18688" y="0"/>
                  <a:pt x="21546" y="0"/>
                </a:cubicBezTo>
                <a:cubicBezTo>
                  <a:pt x="24403" y="0"/>
                  <a:pt x="27175" y="543"/>
                  <a:pt x="29804" y="1657"/>
                </a:cubicBezTo>
                <a:cubicBezTo>
                  <a:pt x="32461" y="2743"/>
                  <a:pt x="34776" y="4286"/>
                  <a:pt x="36805" y="6315"/>
                </a:cubicBezTo>
                <a:cubicBezTo>
                  <a:pt x="38833" y="8344"/>
                  <a:pt x="40376" y="10658"/>
                  <a:pt x="41462" y="13287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388EF-9889-4A51-B64F-440CDA3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520" y="4230443"/>
            <a:ext cx="43120" cy="43034"/>
          </a:xfrm>
          <a:custGeom xmlns:a="http://schemas.openxmlformats.org/drawingml/2006/main">
            <a:pathLst>
              <a:path w="43120" h="43034">
                <a:moveTo>
                  <a:pt x="43120" y="21517"/>
                </a:moveTo>
                <a:cubicBezTo>
                  <a:pt x="43120" y="24374"/>
                  <a:pt x="42577" y="27118"/>
                  <a:pt x="41491" y="29775"/>
                </a:cubicBezTo>
                <a:cubicBezTo>
                  <a:pt x="40376" y="32404"/>
                  <a:pt x="38833" y="34719"/>
                  <a:pt x="36805" y="36747"/>
                </a:cubicBezTo>
                <a:cubicBezTo>
                  <a:pt x="34776" y="38776"/>
                  <a:pt x="32461" y="40319"/>
                  <a:pt x="29804" y="41405"/>
                </a:cubicBezTo>
                <a:cubicBezTo>
                  <a:pt x="27175" y="42491"/>
                  <a:pt x="24432" y="43034"/>
                  <a:pt x="21546" y="43034"/>
                </a:cubicBezTo>
                <a:cubicBezTo>
                  <a:pt x="18688" y="43034"/>
                  <a:pt x="15945" y="42491"/>
                  <a:pt x="13316" y="41405"/>
                </a:cubicBezTo>
                <a:cubicBezTo>
                  <a:pt x="10658" y="40319"/>
                  <a:pt x="8344" y="38776"/>
                  <a:pt x="6315" y="36747"/>
                </a:cubicBezTo>
                <a:cubicBezTo>
                  <a:pt x="4286" y="34719"/>
                  <a:pt x="2743" y="32404"/>
                  <a:pt x="1629" y="29775"/>
                </a:cubicBezTo>
                <a:cubicBezTo>
                  <a:pt x="543" y="27118"/>
                  <a:pt x="0" y="24374"/>
                  <a:pt x="0" y="21517"/>
                </a:cubicBezTo>
                <a:cubicBezTo>
                  <a:pt x="0" y="18659"/>
                  <a:pt x="543" y="15916"/>
                  <a:pt x="1629" y="13287"/>
                </a:cubicBezTo>
                <a:cubicBezTo>
                  <a:pt x="2743" y="10658"/>
                  <a:pt x="4286" y="8344"/>
                  <a:pt x="6315" y="6315"/>
                </a:cubicBezTo>
                <a:cubicBezTo>
                  <a:pt x="8344" y="4286"/>
                  <a:pt x="10658" y="2743"/>
                  <a:pt x="13316" y="1657"/>
                </a:cubicBezTo>
                <a:cubicBezTo>
                  <a:pt x="15945" y="543"/>
                  <a:pt x="18688" y="0"/>
                  <a:pt x="21546" y="0"/>
                </a:cubicBezTo>
                <a:cubicBezTo>
                  <a:pt x="24432" y="0"/>
                  <a:pt x="27175" y="543"/>
                  <a:pt x="29804" y="1657"/>
                </a:cubicBezTo>
                <a:cubicBezTo>
                  <a:pt x="32461" y="2743"/>
                  <a:pt x="34776" y="4286"/>
                  <a:pt x="36805" y="6315"/>
                </a:cubicBezTo>
                <a:cubicBezTo>
                  <a:pt x="38833" y="8344"/>
                  <a:pt x="40376" y="10658"/>
                  <a:pt x="41491" y="13287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E37CF-0592-4359-B490-6E9239F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309" y="4310482"/>
            <a:ext cx="67694" cy="67551"/>
          </a:xfrm>
          <a:custGeom xmlns:a="http://schemas.openxmlformats.org/drawingml/2006/main">
            <a:pathLst>
              <a:path w="67694" h="67551">
                <a:moveTo>
                  <a:pt x="67694" y="33776"/>
                </a:moveTo>
                <a:cubicBezTo>
                  <a:pt x="67694" y="38262"/>
                  <a:pt x="66837" y="42577"/>
                  <a:pt x="65122" y="46720"/>
                </a:cubicBezTo>
                <a:cubicBezTo>
                  <a:pt x="63408" y="50835"/>
                  <a:pt x="60950" y="54493"/>
                  <a:pt x="57779" y="57664"/>
                </a:cubicBezTo>
                <a:cubicBezTo>
                  <a:pt x="54607" y="60836"/>
                  <a:pt x="50949" y="63265"/>
                  <a:pt x="46806" y="65008"/>
                </a:cubicBezTo>
                <a:cubicBezTo>
                  <a:pt x="42662" y="66694"/>
                  <a:pt x="38348" y="67551"/>
                  <a:pt x="33861" y="67551"/>
                </a:cubicBezTo>
                <a:cubicBezTo>
                  <a:pt x="29375" y="67551"/>
                  <a:pt x="25032" y="66694"/>
                  <a:pt x="20917" y="65008"/>
                </a:cubicBezTo>
                <a:cubicBezTo>
                  <a:pt x="16745" y="63265"/>
                  <a:pt x="13087" y="60836"/>
                  <a:pt x="9916" y="57664"/>
                </a:cubicBezTo>
                <a:cubicBezTo>
                  <a:pt x="6744" y="54493"/>
                  <a:pt x="4315" y="50835"/>
                  <a:pt x="2600" y="46720"/>
                </a:cubicBezTo>
                <a:cubicBezTo>
                  <a:pt x="857" y="42577"/>
                  <a:pt x="0" y="38262"/>
                  <a:pt x="0" y="33776"/>
                </a:cubicBezTo>
                <a:cubicBezTo>
                  <a:pt x="0" y="29289"/>
                  <a:pt x="857" y="25003"/>
                  <a:pt x="2600" y="20860"/>
                </a:cubicBezTo>
                <a:cubicBezTo>
                  <a:pt x="4315" y="16716"/>
                  <a:pt x="6744" y="13059"/>
                  <a:pt x="9916" y="9916"/>
                </a:cubicBezTo>
                <a:cubicBezTo>
                  <a:pt x="13087" y="6744"/>
                  <a:pt x="16745" y="4286"/>
                  <a:pt x="20917" y="2572"/>
                </a:cubicBezTo>
                <a:cubicBezTo>
                  <a:pt x="25032" y="857"/>
                  <a:pt x="29375" y="0"/>
                  <a:pt x="33861" y="0"/>
                </a:cubicBezTo>
                <a:cubicBezTo>
                  <a:pt x="38348" y="0"/>
                  <a:pt x="42662" y="857"/>
                  <a:pt x="46806" y="2572"/>
                </a:cubicBezTo>
                <a:cubicBezTo>
                  <a:pt x="50949" y="4286"/>
                  <a:pt x="54607" y="6744"/>
                  <a:pt x="57779" y="9916"/>
                </a:cubicBezTo>
                <a:cubicBezTo>
                  <a:pt x="60950" y="13059"/>
                  <a:pt x="63408" y="16716"/>
                  <a:pt x="65122" y="20860"/>
                </a:cubicBezTo>
                <a:cubicBezTo>
                  <a:pt x="66837" y="25003"/>
                  <a:pt x="67694" y="29289"/>
                  <a:pt x="67694" y="3377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FD58D-A726-4D2A-9AD1-8A0DC0B6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403379"/>
            <a:ext cx="43120" cy="43034"/>
          </a:xfrm>
          <a:custGeom xmlns:a="http://schemas.openxmlformats.org/drawingml/2006/main">
            <a:pathLst>
              <a:path w="43120" h="43034">
                <a:moveTo>
                  <a:pt x="43120" y="21517"/>
                </a:moveTo>
                <a:cubicBezTo>
                  <a:pt x="43120" y="24374"/>
                  <a:pt x="42577" y="27118"/>
                  <a:pt x="41462" y="29747"/>
                </a:cubicBezTo>
                <a:cubicBezTo>
                  <a:pt x="40376" y="32375"/>
                  <a:pt x="38833" y="34719"/>
                  <a:pt x="36805" y="36719"/>
                </a:cubicBezTo>
                <a:cubicBezTo>
                  <a:pt x="34776" y="38748"/>
                  <a:pt x="32461" y="40291"/>
                  <a:pt x="29804" y="41405"/>
                </a:cubicBezTo>
                <a:cubicBezTo>
                  <a:pt x="27175" y="42491"/>
                  <a:pt x="24403" y="43034"/>
                  <a:pt x="21546" y="43034"/>
                </a:cubicBezTo>
                <a:cubicBezTo>
                  <a:pt x="18688" y="43034"/>
                  <a:pt x="15945" y="42491"/>
                  <a:pt x="13316" y="41405"/>
                </a:cubicBezTo>
                <a:cubicBezTo>
                  <a:pt x="10658" y="40291"/>
                  <a:pt x="8344" y="38748"/>
                  <a:pt x="6315" y="36719"/>
                </a:cubicBezTo>
                <a:cubicBezTo>
                  <a:pt x="4286" y="34719"/>
                  <a:pt x="2743" y="32375"/>
                  <a:pt x="1657" y="29747"/>
                </a:cubicBezTo>
                <a:cubicBezTo>
                  <a:pt x="543" y="27118"/>
                  <a:pt x="0" y="24374"/>
                  <a:pt x="0" y="21517"/>
                </a:cubicBezTo>
                <a:cubicBezTo>
                  <a:pt x="0" y="18659"/>
                  <a:pt x="543" y="15916"/>
                  <a:pt x="1657" y="13287"/>
                </a:cubicBezTo>
                <a:cubicBezTo>
                  <a:pt x="2743" y="10658"/>
                  <a:pt x="4286" y="8315"/>
                  <a:pt x="6315" y="6315"/>
                </a:cubicBezTo>
                <a:cubicBezTo>
                  <a:pt x="8344" y="4286"/>
                  <a:pt x="10658" y="2743"/>
                  <a:pt x="13316" y="1629"/>
                </a:cubicBezTo>
                <a:cubicBezTo>
                  <a:pt x="15945" y="543"/>
                  <a:pt x="18688" y="0"/>
                  <a:pt x="21546" y="0"/>
                </a:cubicBezTo>
                <a:cubicBezTo>
                  <a:pt x="24403" y="0"/>
                  <a:pt x="27175" y="543"/>
                  <a:pt x="29804" y="1629"/>
                </a:cubicBezTo>
                <a:cubicBezTo>
                  <a:pt x="32461" y="2743"/>
                  <a:pt x="34776" y="4286"/>
                  <a:pt x="36805" y="6315"/>
                </a:cubicBezTo>
                <a:cubicBezTo>
                  <a:pt x="38833" y="8315"/>
                  <a:pt x="40376" y="10658"/>
                  <a:pt x="41462" y="13287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F5D61E-AD11-4995-91B7-52A09DA9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520" y="4403379"/>
            <a:ext cx="43120" cy="43034"/>
          </a:xfrm>
          <a:custGeom xmlns:a="http://schemas.openxmlformats.org/drawingml/2006/main">
            <a:pathLst>
              <a:path w="43120" h="43034">
                <a:moveTo>
                  <a:pt x="43120" y="21517"/>
                </a:moveTo>
                <a:cubicBezTo>
                  <a:pt x="43120" y="24374"/>
                  <a:pt x="42577" y="27118"/>
                  <a:pt x="41491" y="29747"/>
                </a:cubicBezTo>
                <a:cubicBezTo>
                  <a:pt x="40376" y="32375"/>
                  <a:pt x="38833" y="34719"/>
                  <a:pt x="36805" y="36719"/>
                </a:cubicBezTo>
                <a:cubicBezTo>
                  <a:pt x="34776" y="38748"/>
                  <a:pt x="32461" y="40291"/>
                  <a:pt x="29804" y="41405"/>
                </a:cubicBezTo>
                <a:cubicBezTo>
                  <a:pt x="27175" y="42491"/>
                  <a:pt x="24432" y="43034"/>
                  <a:pt x="21546" y="43034"/>
                </a:cubicBezTo>
                <a:cubicBezTo>
                  <a:pt x="18688" y="43034"/>
                  <a:pt x="15945" y="42491"/>
                  <a:pt x="13316" y="41405"/>
                </a:cubicBezTo>
                <a:cubicBezTo>
                  <a:pt x="10658" y="40291"/>
                  <a:pt x="8344" y="38748"/>
                  <a:pt x="6315" y="36719"/>
                </a:cubicBezTo>
                <a:cubicBezTo>
                  <a:pt x="4286" y="34719"/>
                  <a:pt x="2743" y="32375"/>
                  <a:pt x="1629" y="29747"/>
                </a:cubicBezTo>
                <a:cubicBezTo>
                  <a:pt x="543" y="27118"/>
                  <a:pt x="0" y="24374"/>
                  <a:pt x="0" y="21517"/>
                </a:cubicBezTo>
                <a:cubicBezTo>
                  <a:pt x="0" y="18659"/>
                  <a:pt x="543" y="15916"/>
                  <a:pt x="1629" y="13287"/>
                </a:cubicBezTo>
                <a:cubicBezTo>
                  <a:pt x="2743" y="10658"/>
                  <a:pt x="4286" y="8315"/>
                  <a:pt x="6315" y="6315"/>
                </a:cubicBezTo>
                <a:cubicBezTo>
                  <a:pt x="8344" y="4286"/>
                  <a:pt x="10658" y="2743"/>
                  <a:pt x="13316" y="1629"/>
                </a:cubicBezTo>
                <a:cubicBezTo>
                  <a:pt x="15945" y="543"/>
                  <a:pt x="18688" y="0"/>
                  <a:pt x="21546" y="0"/>
                </a:cubicBezTo>
                <a:cubicBezTo>
                  <a:pt x="24432" y="0"/>
                  <a:pt x="27175" y="543"/>
                  <a:pt x="29804" y="1629"/>
                </a:cubicBezTo>
                <a:cubicBezTo>
                  <a:pt x="32461" y="2743"/>
                  <a:pt x="34776" y="4286"/>
                  <a:pt x="36805" y="6315"/>
                </a:cubicBezTo>
                <a:cubicBezTo>
                  <a:pt x="38833" y="8315"/>
                  <a:pt x="40376" y="10658"/>
                  <a:pt x="41491" y="13287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A0BA4-FA24-4808-94AF-5AABEE99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96" y="4503734"/>
            <a:ext cx="43120" cy="43005"/>
          </a:xfrm>
          <a:custGeom xmlns:a="http://schemas.openxmlformats.org/drawingml/2006/main">
            <a:pathLst>
              <a:path w="43120" h="43005">
                <a:moveTo>
                  <a:pt x="43120" y="21517"/>
                </a:moveTo>
                <a:cubicBezTo>
                  <a:pt x="43120" y="24346"/>
                  <a:pt x="42577" y="27089"/>
                  <a:pt x="41491" y="29747"/>
                </a:cubicBezTo>
                <a:cubicBezTo>
                  <a:pt x="40376" y="32375"/>
                  <a:pt x="38833" y="34690"/>
                  <a:pt x="36805" y="36719"/>
                </a:cubicBezTo>
                <a:cubicBezTo>
                  <a:pt x="34776" y="38719"/>
                  <a:pt x="32461" y="40291"/>
                  <a:pt x="29804" y="41377"/>
                </a:cubicBezTo>
                <a:cubicBezTo>
                  <a:pt x="27175" y="42462"/>
                  <a:pt x="24432" y="43005"/>
                  <a:pt x="21574" y="43005"/>
                </a:cubicBezTo>
                <a:cubicBezTo>
                  <a:pt x="18717" y="43005"/>
                  <a:pt x="15945" y="42462"/>
                  <a:pt x="13316" y="41377"/>
                </a:cubicBezTo>
                <a:cubicBezTo>
                  <a:pt x="10658" y="40291"/>
                  <a:pt x="8344" y="38719"/>
                  <a:pt x="6315" y="36719"/>
                </a:cubicBezTo>
                <a:cubicBezTo>
                  <a:pt x="4286" y="34690"/>
                  <a:pt x="2743" y="32375"/>
                  <a:pt x="1657" y="29747"/>
                </a:cubicBezTo>
                <a:cubicBezTo>
                  <a:pt x="572" y="27089"/>
                  <a:pt x="0" y="24346"/>
                  <a:pt x="0" y="21517"/>
                </a:cubicBezTo>
                <a:cubicBezTo>
                  <a:pt x="0" y="18659"/>
                  <a:pt x="572" y="15916"/>
                  <a:pt x="1657" y="13259"/>
                </a:cubicBezTo>
                <a:cubicBezTo>
                  <a:pt x="2743" y="10630"/>
                  <a:pt x="4286" y="8315"/>
                  <a:pt x="6315" y="6287"/>
                </a:cubicBezTo>
                <a:cubicBezTo>
                  <a:pt x="8344" y="4286"/>
                  <a:pt x="10658" y="2715"/>
                  <a:pt x="13316" y="1629"/>
                </a:cubicBezTo>
                <a:cubicBezTo>
                  <a:pt x="15945" y="543"/>
                  <a:pt x="18717" y="0"/>
                  <a:pt x="21574" y="0"/>
                </a:cubicBezTo>
                <a:cubicBezTo>
                  <a:pt x="24432" y="0"/>
                  <a:pt x="27175" y="543"/>
                  <a:pt x="29804" y="1629"/>
                </a:cubicBezTo>
                <a:cubicBezTo>
                  <a:pt x="32461" y="2715"/>
                  <a:pt x="34776" y="4286"/>
                  <a:pt x="36805" y="6287"/>
                </a:cubicBezTo>
                <a:cubicBezTo>
                  <a:pt x="38833" y="8315"/>
                  <a:pt x="40376" y="10630"/>
                  <a:pt x="41491" y="13259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4841C-4A59-4A91-A205-AD912C63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50" y="4156262"/>
            <a:ext cx="332213" cy="195253"/>
          </a:xfrm>
          <a:custGeom xmlns:a="http://schemas.openxmlformats.org/drawingml/2006/main">
            <a:pathLst>
              <a:path w="332213" h="195253">
                <a:moveTo>
                  <a:pt x="166221" y="195253"/>
                </a:moveTo>
                <a:lnTo>
                  <a:pt x="0" y="95898"/>
                </a:lnTo>
                <a:lnTo>
                  <a:pt x="166221" y="0"/>
                </a:lnTo>
                <a:lnTo>
                  <a:pt x="332213" y="93897"/>
                </a:lnTo>
                <a:lnTo>
                  <a:pt x="166221" y="195253"/>
                </a:lnTo>
                <a:close/>
                <a:moveTo>
                  <a:pt x="30632" y="96098"/>
                </a:moveTo>
                <a:lnTo>
                  <a:pt x="166021" y="176536"/>
                </a:lnTo>
                <a:lnTo>
                  <a:pt x="301381" y="93897"/>
                </a:lnTo>
                <a:lnTo>
                  <a:pt x="166221" y="17888"/>
                </a:lnTo>
                <a:lnTo>
                  <a:pt x="30632" y="960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A2A43-1CD5-4F83-875C-A367C63B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749" y="4331599"/>
            <a:ext cx="330984" cy="203883"/>
          </a:xfrm>
          <a:custGeom xmlns:a="http://schemas.openxmlformats.org/drawingml/2006/main">
            <a:pathLst>
              <a:path w="330984" h="203883">
                <a:moveTo>
                  <a:pt x="166821" y="203883"/>
                </a:moveTo>
                <a:lnTo>
                  <a:pt x="0" y="92297"/>
                </a:lnTo>
                <a:lnTo>
                  <a:pt x="166821" y="0"/>
                </a:lnTo>
                <a:lnTo>
                  <a:pt x="330984" y="93297"/>
                </a:lnTo>
                <a:lnTo>
                  <a:pt x="166821" y="203883"/>
                </a:lnTo>
                <a:close/>
                <a:moveTo>
                  <a:pt x="29804" y="93297"/>
                </a:moveTo>
                <a:lnTo>
                  <a:pt x="166821" y="184995"/>
                </a:lnTo>
                <a:lnTo>
                  <a:pt x="301781" y="94498"/>
                </a:lnTo>
                <a:lnTo>
                  <a:pt x="166821" y="17688"/>
                </a:lnTo>
                <a:lnTo>
                  <a:pt x="29804" y="932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FEAE4-8F67-433D-BA54-2FA5AA05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865" y="4247759"/>
            <a:ext cx="164221" cy="280921"/>
          </a:xfrm>
          <a:custGeom xmlns:a="http://schemas.openxmlformats.org/drawingml/2006/main">
            <a:pathLst>
              <a:path w="164221" h="280921">
                <a:moveTo>
                  <a:pt x="0" y="7458"/>
                </a:moveTo>
                <a:lnTo>
                  <a:pt x="13602" y="0"/>
                </a:lnTo>
                <a:lnTo>
                  <a:pt x="164221" y="273463"/>
                </a:lnTo>
                <a:lnTo>
                  <a:pt x="150647" y="280921"/>
                </a:lnTo>
                <a:lnTo>
                  <a:pt x="0" y="74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797F2-87E2-4094-A380-8AE77052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951" y="4162777"/>
            <a:ext cx="311382" cy="367703"/>
          </a:xfrm>
          <a:custGeom xmlns:a="http://schemas.openxmlformats.org/drawingml/2006/main">
            <a:pathLst>
              <a:path w="311382" h="367703">
                <a:moveTo>
                  <a:pt x="150647" y="360359"/>
                </a:moveTo>
                <a:lnTo>
                  <a:pt x="297723" y="87725"/>
                </a:lnTo>
                <a:lnTo>
                  <a:pt x="311382" y="95069"/>
                </a:lnTo>
                <a:lnTo>
                  <a:pt x="164306" y="367703"/>
                </a:lnTo>
                <a:lnTo>
                  <a:pt x="150647" y="360359"/>
                </a:lnTo>
                <a:close/>
                <a:moveTo>
                  <a:pt x="0" y="257032"/>
                </a:moveTo>
                <a:lnTo>
                  <a:pt x="148676" y="0"/>
                </a:lnTo>
                <a:lnTo>
                  <a:pt x="162106" y="7744"/>
                </a:lnTo>
                <a:lnTo>
                  <a:pt x="13430" y="264776"/>
                </a:lnTo>
                <a:lnTo>
                  <a:pt x="0" y="2570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4A74C-BB86-4C7F-9E2D-720F9C3A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598" y="4161349"/>
            <a:ext cx="162649" cy="268805"/>
          </a:xfrm>
          <a:custGeom xmlns:a="http://schemas.openxmlformats.org/drawingml/2006/main">
            <a:pathLst>
              <a:path w="162649" h="268805">
                <a:moveTo>
                  <a:pt x="0" y="7658"/>
                </a:moveTo>
                <a:lnTo>
                  <a:pt x="13459" y="0"/>
                </a:lnTo>
                <a:lnTo>
                  <a:pt x="162649" y="261147"/>
                </a:lnTo>
                <a:lnTo>
                  <a:pt x="149161" y="268805"/>
                </a:lnTo>
                <a:lnTo>
                  <a:pt x="0" y="76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D8B1B-703C-41CC-AB23-4C0D5888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607" y="4163892"/>
            <a:ext cx="317068" cy="360731"/>
          </a:xfrm>
          <a:custGeom xmlns:a="http://schemas.openxmlformats.org/drawingml/2006/main">
            <a:pathLst>
              <a:path w="317068" h="360731">
                <a:moveTo>
                  <a:pt x="152705" y="0"/>
                </a:moveTo>
                <a:lnTo>
                  <a:pt x="168221" y="0"/>
                </a:lnTo>
                <a:lnTo>
                  <a:pt x="168221" y="360731"/>
                </a:lnTo>
                <a:lnTo>
                  <a:pt x="152705" y="360731"/>
                </a:lnTo>
                <a:lnTo>
                  <a:pt x="152705" y="0"/>
                </a:lnTo>
                <a:close/>
                <a:moveTo>
                  <a:pt x="0" y="89897"/>
                </a:moveTo>
                <a:lnTo>
                  <a:pt x="15516" y="89897"/>
                </a:lnTo>
                <a:lnTo>
                  <a:pt x="15516" y="264033"/>
                </a:lnTo>
                <a:lnTo>
                  <a:pt x="0" y="264033"/>
                </a:lnTo>
                <a:lnTo>
                  <a:pt x="0" y="89897"/>
                </a:lnTo>
                <a:close/>
                <a:moveTo>
                  <a:pt x="301552" y="88068"/>
                </a:moveTo>
                <a:lnTo>
                  <a:pt x="317068" y="88068"/>
                </a:lnTo>
                <a:lnTo>
                  <a:pt x="317068" y="262204"/>
                </a:lnTo>
                <a:lnTo>
                  <a:pt x="301552" y="262204"/>
                </a:lnTo>
                <a:lnTo>
                  <a:pt x="301552" y="880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2696C-7C74-4C52-901B-7A8BAD01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96" y="4144604"/>
            <a:ext cx="43120" cy="43005"/>
          </a:xfrm>
          <a:custGeom xmlns:a="http://schemas.openxmlformats.org/drawingml/2006/main">
            <a:pathLst>
              <a:path w="43120" h="43005">
                <a:moveTo>
                  <a:pt x="43120" y="21517"/>
                </a:moveTo>
                <a:cubicBezTo>
                  <a:pt x="43120" y="24346"/>
                  <a:pt x="42577" y="27089"/>
                  <a:pt x="41491" y="29747"/>
                </a:cubicBezTo>
                <a:cubicBezTo>
                  <a:pt x="40376" y="32375"/>
                  <a:pt x="38833" y="34690"/>
                  <a:pt x="36805" y="36719"/>
                </a:cubicBezTo>
                <a:cubicBezTo>
                  <a:pt x="34776" y="38719"/>
                  <a:pt x="32461" y="40291"/>
                  <a:pt x="29804" y="41377"/>
                </a:cubicBezTo>
                <a:cubicBezTo>
                  <a:pt x="27175" y="42462"/>
                  <a:pt x="24432" y="43005"/>
                  <a:pt x="21574" y="43005"/>
                </a:cubicBezTo>
                <a:cubicBezTo>
                  <a:pt x="18717" y="43005"/>
                  <a:pt x="15945" y="42462"/>
                  <a:pt x="13316" y="41377"/>
                </a:cubicBezTo>
                <a:cubicBezTo>
                  <a:pt x="10658" y="40291"/>
                  <a:pt x="8344" y="38719"/>
                  <a:pt x="6315" y="36719"/>
                </a:cubicBezTo>
                <a:cubicBezTo>
                  <a:pt x="4286" y="34690"/>
                  <a:pt x="2743" y="32375"/>
                  <a:pt x="1657" y="29747"/>
                </a:cubicBezTo>
                <a:cubicBezTo>
                  <a:pt x="572" y="27089"/>
                  <a:pt x="0" y="24346"/>
                  <a:pt x="0" y="21517"/>
                </a:cubicBezTo>
                <a:cubicBezTo>
                  <a:pt x="0" y="18659"/>
                  <a:pt x="572" y="15916"/>
                  <a:pt x="1657" y="13259"/>
                </a:cubicBezTo>
                <a:cubicBezTo>
                  <a:pt x="2743" y="10630"/>
                  <a:pt x="4286" y="8315"/>
                  <a:pt x="6315" y="6286"/>
                </a:cubicBezTo>
                <a:cubicBezTo>
                  <a:pt x="8344" y="4286"/>
                  <a:pt x="10658" y="2715"/>
                  <a:pt x="13316" y="1629"/>
                </a:cubicBezTo>
                <a:cubicBezTo>
                  <a:pt x="15945" y="543"/>
                  <a:pt x="18717" y="0"/>
                  <a:pt x="21574" y="0"/>
                </a:cubicBezTo>
                <a:cubicBezTo>
                  <a:pt x="24432" y="0"/>
                  <a:pt x="27175" y="543"/>
                  <a:pt x="29804" y="1629"/>
                </a:cubicBezTo>
                <a:cubicBezTo>
                  <a:pt x="32461" y="2715"/>
                  <a:pt x="34776" y="4286"/>
                  <a:pt x="36805" y="6286"/>
                </a:cubicBezTo>
                <a:cubicBezTo>
                  <a:pt x="38833" y="8315"/>
                  <a:pt x="40376" y="10630"/>
                  <a:pt x="41491" y="13259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A49FB-AEB5-45BB-BFAF-96CD0D0F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230443"/>
            <a:ext cx="43120" cy="43034"/>
          </a:xfrm>
          <a:custGeom xmlns:a="http://schemas.openxmlformats.org/drawingml/2006/main">
            <a:pathLst>
              <a:path w="43120" h="43034">
                <a:moveTo>
                  <a:pt x="43120" y="21517"/>
                </a:moveTo>
                <a:cubicBezTo>
                  <a:pt x="43120" y="24374"/>
                  <a:pt x="42577" y="27118"/>
                  <a:pt x="41462" y="29775"/>
                </a:cubicBezTo>
                <a:cubicBezTo>
                  <a:pt x="40376" y="32404"/>
                  <a:pt x="38833" y="34719"/>
                  <a:pt x="36805" y="36747"/>
                </a:cubicBezTo>
                <a:cubicBezTo>
                  <a:pt x="34776" y="38776"/>
                  <a:pt x="32461" y="40319"/>
                  <a:pt x="29804" y="41405"/>
                </a:cubicBezTo>
                <a:cubicBezTo>
                  <a:pt x="27175" y="42491"/>
                  <a:pt x="24403" y="43034"/>
                  <a:pt x="21546" y="43034"/>
                </a:cubicBezTo>
                <a:cubicBezTo>
                  <a:pt x="18688" y="43034"/>
                  <a:pt x="15945" y="42491"/>
                  <a:pt x="13316" y="41405"/>
                </a:cubicBezTo>
                <a:cubicBezTo>
                  <a:pt x="10658" y="40319"/>
                  <a:pt x="8344" y="38776"/>
                  <a:pt x="6315" y="36747"/>
                </a:cubicBezTo>
                <a:cubicBezTo>
                  <a:pt x="4286" y="34719"/>
                  <a:pt x="2743" y="32404"/>
                  <a:pt x="1657" y="29775"/>
                </a:cubicBezTo>
                <a:cubicBezTo>
                  <a:pt x="543" y="27118"/>
                  <a:pt x="0" y="24374"/>
                  <a:pt x="0" y="21517"/>
                </a:cubicBezTo>
                <a:cubicBezTo>
                  <a:pt x="0" y="18659"/>
                  <a:pt x="543" y="15916"/>
                  <a:pt x="1657" y="13287"/>
                </a:cubicBezTo>
                <a:cubicBezTo>
                  <a:pt x="2743" y="10658"/>
                  <a:pt x="4286" y="8344"/>
                  <a:pt x="6315" y="6315"/>
                </a:cubicBezTo>
                <a:cubicBezTo>
                  <a:pt x="8344" y="4286"/>
                  <a:pt x="10658" y="2743"/>
                  <a:pt x="13316" y="1657"/>
                </a:cubicBezTo>
                <a:cubicBezTo>
                  <a:pt x="15945" y="543"/>
                  <a:pt x="18688" y="0"/>
                  <a:pt x="21546" y="0"/>
                </a:cubicBezTo>
                <a:cubicBezTo>
                  <a:pt x="24403" y="0"/>
                  <a:pt x="27175" y="543"/>
                  <a:pt x="29804" y="1657"/>
                </a:cubicBezTo>
                <a:cubicBezTo>
                  <a:pt x="32461" y="2743"/>
                  <a:pt x="34776" y="4286"/>
                  <a:pt x="36805" y="6315"/>
                </a:cubicBezTo>
                <a:cubicBezTo>
                  <a:pt x="38833" y="8344"/>
                  <a:pt x="40376" y="10658"/>
                  <a:pt x="41462" y="13287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76694-FABE-4E8B-A119-4EAF6862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520" y="4230443"/>
            <a:ext cx="43120" cy="43034"/>
          </a:xfrm>
          <a:custGeom xmlns:a="http://schemas.openxmlformats.org/drawingml/2006/main">
            <a:pathLst>
              <a:path w="43120" h="43034">
                <a:moveTo>
                  <a:pt x="43120" y="21517"/>
                </a:moveTo>
                <a:cubicBezTo>
                  <a:pt x="43120" y="24374"/>
                  <a:pt x="42577" y="27118"/>
                  <a:pt x="41491" y="29775"/>
                </a:cubicBezTo>
                <a:cubicBezTo>
                  <a:pt x="40376" y="32404"/>
                  <a:pt x="38833" y="34719"/>
                  <a:pt x="36805" y="36747"/>
                </a:cubicBezTo>
                <a:cubicBezTo>
                  <a:pt x="34776" y="38776"/>
                  <a:pt x="32461" y="40319"/>
                  <a:pt x="29804" y="41405"/>
                </a:cubicBezTo>
                <a:cubicBezTo>
                  <a:pt x="27175" y="42491"/>
                  <a:pt x="24432" y="43034"/>
                  <a:pt x="21546" y="43034"/>
                </a:cubicBezTo>
                <a:cubicBezTo>
                  <a:pt x="18688" y="43034"/>
                  <a:pt x="15945" y="42491"/>
                  <a:pt x="13316" y="41405"/>
                </a:cubicBezTo>
                <a:cubicBezTo>
                  <a:pt x="10658" y="40319"/>
                  <a:pt x="8344" y="38776"/>
                  <a:pt x="6315" y="36747"/>
                </a:cubicBezTo>
                <a:cubicBezTo>
                  <a:pt x="4286" y="34719"/>
                  <a:pt x="2743" y="32404"/>
                  <a:pt x="1629" y="29775"/>
                </a:cubicBezTo>
                <a:cubicBezTo>
                  <a:pt x="543" y="27118"/>
                  <a:pt x="0" y="24374"/>
                  <a:pt x="0" y="21517"/>
                </a:cubicBezTo>
                <a:cubicBezTo>
                  <a:pt x="0" y="18659"/>
                  <a:pt x="543" y="15916"/>
                  <a:pt x="1629" y="13287"/>
                </a:cubicBezTo>
                <a:cubicBezTo>
                  <a:pt x="2743" y="10658"/>
                  <a:pt x="4286" y="8344"/>
                  <a:pt x="6315" y="6315"/>
                </a:cubicBezTo>
                <a:cubicBezTo>
                  <a:pt x="8344" y="4286"/>
                  <a:pt x="10658" y="2743"/>
                  <a:pt x="13316" y="1657"/>
                </a:cubicBezTo>
                <a:cubicBezTo>
                  <a:pt x="15945" y="543"/>
                  <a:pt x="18688" y="0"/>
                  <a:pt x="21546" y="0"/>
                </a:cubicBezTo>
                <a:cubicBezTo>
                  <a:pt x="24432" y="0"/>
                  <a:pt x="27175" y="543"/>
                  <a:pt x="29804" y="1657"/>
                </a:cubicBezTo>
                <a:cubicBezTo>
                  <a:pt x="32461" y="2743"/>
                  <a:pt x="34776" y="4286"/>
                  <a:pt x="36805" y="6315"/>
                </a:cubicBezTo>
                <a:cubicBezTo>
                  <a:pt x="38833" y="8344"/>
                  <a:pt x="40376" y="10658"/>
                  <a:pt x="41491" y="13287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63949-65D1-40EA-B833-D414E204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309" y="4310482"/>
            <a:ext cx="67694" cy="67551"/>
          </a:xfrm>
          <a:custGeom xmlns:a="http://schemas.openxmlformats.org/drawingml/2006/main">
            <a:pathLst>
              <a:path w="67694" h="67551">
                <a:moveTo>
                  <a:pt x="67694" y="33776"/>
                </a:moveTo>
                <a:cubicBezTo>
                  <a:pt x="67694" y="38262"/>
                  <a:pt x="66837" y="42577"/>
                  <a:pt x="65122" y="46720"/>
                </a:cubicBezTo>
                <a:cubicBezTo>
                  <a:pt x="63408" y="50835"/>
                  <a:pt x="60950" y="54493"/>
                  <a:pt x="57779" y="57664"/>
                </a:cubicBezTo>
                <a:cubicBezTo>
                  <a:pt x="54607" y="60836"/>
                  <a:pt x="50949" y="63265"/>
                  <a:pt x="46806" y="65008"/>
                </a:cubicBezTo>
                <a:cubicBezTo>
                  <a:pt x="42662" y="66694"/>
                  <a:pt x="38348" y="67551"/>
                  <a:pt x="33861" y="67551"/>
                </a:cubicBezTo>
                <a:cubicBezTo>
                  <a:pt x="29375" y="67551"/>
                  <a:pt x="25032" y="66694"/>
                  <a:pt x="20917" y="65008"/>
                </a:cubicBezTo>
                <a:cubicBezTo>
                  <a:pt x="16745" y="63265"/>
                  <a:pt x="13087" y="60836"/>
                  <a:pt x="9916" y="57664"/>
                </a:cubicBezTo>
                <a:cubicBezTo>
                  <a:pt x="6744" y="54493"/>
                  <a:pt x="4315" y="50835"/>
                  <a:pt x="2600" y="46720"/>
                </a:cubicBezTo>
                <a:cubicBezTo>
                  <a:pt x="857" y="42577"/>
                  <a:pt x="0" y="38262"/>
                  <a:pt x="0" y="33776"/>
                </a:cubicBezTo>
                <a:cubicBezTo>
                  <a:pt x="0" y="29289"/>
                  <a:pt x="857" y="25003"/>
                  <a:pt x="2600" y="20860"/>
                </a:cubicBezTo>
                <a:cubicBezTo>
                  <a:pt x="4315" y="16716"/>
                  <a:pt x="6744" y="13059"/>
                  <a:pt x="9916" y="9916"/>
                </a:cubicBezTo>
                <a:cubicBezTo>
                  <a:pt x="13087" y="6744"/>
                  <a:pt x="16745" y="4286"/>
                  <a:pt x="20917" y="2572"/>
                </a:cubicBezTo>
                <a:cubicBezTo>
                  <a:pt x="25032" y="857"/>
                  <a:pt x="29375" y="0"/>
                  <a:pt x="33861" y="0"/>
                </a:cubicBezTo>
                <a:cubicBezTo>
                  <a:pt x="38348" y="0"/>
                  <a:pt x="42662" y="857"/>
                  <a:pt x="46806" y="2572"/>
                </a:cubicBezTo>
                <a:cubicBezTo>
                  <a:pt x="50949" y="4286"/>
                  <a:pt x="54607" y="6744"/>
                  <a:pt x="57779" y="9916"/>
                </a:cubicBezTo>
                <a:cubicBezTo>
                  <a:pt x="60950" y="13059"/>
                  <a:pt x="63408" y="16716"/>
                  <a:pt x="65122" y="20860"/>
                </a:cubicBezTo>
                <a:cubicBezTo>
                  <a:pt x="66837" y="25003"/>
                  <a:pt x="67694" y="29289"/>
                  <a:pt x="67694" y="3377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8DC42-1ACA-4159-93BA-318E410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403379"/>
            <a:ext cx="43120" cy="43034"/>
          </a:xfrm>
          <a:custGeom xmlns:a="http://schemas.openxmlformats.org/drawingml/2006/main">
            <a:pathLst>
              <a:path w="43120" h="43034">
                <a:moveTo>
                  <a:pt x="43120" y="21517"/>
                </a:moveTo>
                <a:cubicBezTo>
                  <a:pt x="43120" y="24374"/>
                  <a:pt x="42577" y="27118"/>
                  <a:pt x="41462" y="29747"/>
                </a:cubicBezTo>
                <a:cubicBezTo>
                  <a:pt x="40376" y="32375"/>
                  <a:pt x="38833" y="34719"/>
                  <a:pt x="36805" y="36719"/>
                </a:cubicBezTo>
                <a:cubicBezTo>
                  <a:pt x="34776" y="38748"/>
                  <a:pt x="32461" y="40291"/>
                  <a:pt x="29804" y="41405"/>
                </a:cubicBezTo>
                <a:cubicBezTo>
                  <a:pt x="27175" y="42491"/>
                  <a:pt x="24403" y="43034"/>
                  <a:pt x="21546" y="43034"/>
                </a:cubicBezTo>
                <a:cubicBezTo>
                  <a:pt x="18688" y="43034"/>
                  <a:pt x="15945" y="42491"/>
                  <a:pt x="13316" y="41405"/>
                </a:cubicBezTo>
                <a:cubicBezTo>
                  <a:pt x="10658" y="40291"/>
                  <a:pt x="8344" y="38748"/>
                  <a:pt x="6315" y="36719"/>
                </a:cubicBezTo>
                <a:cubicBezTo>
                  <a:pt x="4286" y="34719"/>
                  <a:pt x="2743" y="32375"/>
                  <a:pt x="1657" y="29747"/>
                </a:cubicBezTo>
                <a:cubicBezTo>
                  <a:pt x="543" y="27118"/>
                  <a:pt x="0" y="24374"/>
                  <a:pt x="0" y="21517"/>
                </a:cubicBezTo>
                <a:cubicBezTo>
                  <a:pt x="0" y="18659"/>
                  <a:pt x="543" y="15916"/>
                  <a:pt x="1657" y="13287"/>
                </a:cubicBezTo>
                <a:cubicBezTo>
                  <a:pt x="2743" y="10658"/>
                  <a:pt x="4286" y="8315"/>
                  <a:pt x="6315" y="6315"/>
                </a:cubicBezTo>
                <a:cubicBezTo>
                  <a:pt x="8344" y="4286"/>
                  <a:pt x="10658" y="2743"/>
                  <a:pt x="13316" y="1629"/>
                </a:cubicBezTo>
                <a:cubicBezTo>
                  <a:pt x="15945" y="543"/>
                  <a:pt x="18688" y="0"/>
                  <a:pt x="21546" y="0"/>
                </a:cubicBezTo>
                <a:cubicBezTo>
                  <a:pt x="24403" y="0"/>
                  <a:pt x="27175" y="543"/>
                  <a:pt x="29804" y="1629"/>
                </a:cubicBezTo>
                <a:cubicBezTo>
                  <a:pt x="32461" y="2743"/>
                  <a:pt x="34776" y="4286"/>
                  <a:pt x="36805" y="6315"/>
                </a:cubicBezTo>
                <a:cubicBezTo>
                  <a:pt x="38833" y="8315"/>
                  <a:pt x="40376" y="10658"/>
                  <a:pt x="41462" y="13287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09E53-8399-45FC-AB00-F198225B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520" y="4403379"/>
            <a:ext cx="43120" cy="43034"/>
          </a:xfrm>
          <a:custGeom xmlns:a="http://schemas.openxmlformats.org/drawingml/2006/main">
            <a:pathLst>
              <a:path w="43120" h="43034">
                <a:moveTo>
                  <a:pt x="43120" y="21517"/>
                </a:moveTo>
                <a:cubicBezTo>
                  <a:pt x="43120" y="24374"/>
                  <a:pt x="42577" y="27118"/>
                  <a:pt x="41491" y="29747"/>
                </a:cubicBezTo>
                <a:cubicBezTo>
                  <a:pt x="40376" y="32375"/>
                  <a:pt x="38833" y="34719"/>
                  <a:pt x="36805" y="36719"/>
                </a:cubicBezTo>
                <a:cubicBezTo>
                  <a:pt x="34776" y="38748"/>
                  <a:pt x="32461" y="40291"/>
                  <a:pt x="29804" y="41405"/>
                </a:cubicBezTo>
                <a:cubicBezTo>
                  <a:pt x="27175" y="42491"/>
                  <a:pt x="24432" y="43034"/>
                  <a:pt x="21546" y="43034"/>
                </a:cubicBezTo>
                <a:cubicBezTo>
                  <a:pt x="18688" y="43034"/>
                  <a:pt x="15945" y="42491"/>
                  <a:pt x="13316" y="41405"/>
                </a:cubicBezTo>
                <a:cubicBezTo>
                  <a:pt x="10658" y="40291"/>
                  <a:pt x="8344" y="38748"/>
                  <a:pt x="6315" y="36719"/>
                </a:cubicBezTo>
                <a:cubicBezTo>
                  <a:pt x="4286" y="34719"/>
                  <a:pt x="2743" y="32375"/>
                  <a:pt x="1629" y="29747"/>
                </a:cubicBezTo>
                <a:cubicBezTo>
                  <a:pt x="543" y="27118"/>
                  <a:pt x="0" y="24374"/>
                  <a:pt x="0" y="21517"/>
                </a:cubicBezTo>
                <a:cubicBezTo>
                  <a:pt x="0" y="18659"/>
                  <a:pt x="543" y="15916"/>
                  <a:pt x="1629" y="13287"/>
                </a:cubicBezTo>
                <a:cubicBezTo>
                  <a:pt x="2743" y="10658"/>
                  <a:pt x="4286" y="8315"/>
                  <a:pt x="6315" y="6315"/>
                </a:cubicBezTo>
                <a:cubicBezTo>
                  <a:pt x="8344" y="4286"/>
                  <a:pt x="10658" y="2743"/>
                  <a:pt x="13316" y="1629"/>
                </a:cubicBezTo>
                <a:cubicBezTo>
                  <a:pt x="15945" y="543"/>
                  <a:pt x="18688" y="0"/>
                  <a:pt x="21546" y="0"/>
                </a:cubicBezTo>
                <a:cubicBezTo>
                  <a:pt x="24432" y="0"/>
                  <a:pt x="27175" y="543"/>
                  <a:pt x="29804" y="1629"/>
                </a:cubicBezTo>
                <a:cubicBezTo>
                  <a:pt x="32461" y="2743"/>
                  <a:pt x="34776" y="4286"/>
                  <a:pt x="36805" y="6315"/>
                </a:cubicBezTo>
                <a:cubicBezTo>
                  <a:pt x="38833" y="8315"/>
                  <a:pt x="40376" y="10658"/>
                  <a:pt x="41491" y="13287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85C19-AFC3-45AB-9939-702B4EC5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96" y="4503734"/>
            <a:ext cx="43120" cy="43005"/>
          </a:xfrm>
          <a:custGeom xmlns:a="http://schemas.openxmlformats.org/drawingml/2006/main">
            <a:pathLst>
              <a:path w="43120" h="43005">
                <a:moveTo>
                  <a:pt x="43120" y="21517"/>
                </a:moveTo>
                <a:cubicBezTo>
                  <a:pt x="43120" y="24346"/>
                  <a:pt x="42577" y="27089"/>
                  <a:pt x="41491" y="29747"/>
                </a:cubicBezTo>
                <a:cubicBezTo>
                  <a:pt x="40376" y="32375"/>
                  <a:pt x="38833" y="34690"/>
                  <a:pt x="36805" y="36719"/>
                </a:cubicBezTo>
                <a:cubicBezTo>
                  <a:pt x="34776" y="38719"/>
                  <a:pt x="32461" y="40291"/>
                  <a:pt x="29804" y="41377"/>
                </a:cubicBezTo>
                <a:cubicBezTo>
                  <a:pt x="27175" y="42462"/>
                  <a:pt x="24432" y="43005"/>
                  <a:pt x="21574" y="43005"/>
                </a:cubicBezTo>
                <a:cubicBezTo>
                  <a:pt x="18717" y="43005"/>
                  <a:pt x="15945" y="42462"/>
                  <a:pt x="13316" y="41377"/>
                </a:cubicBezTo>
                <a:cubicBezTo>
                  <a:pt x="10658" y="40291"/>
                  <a:pt x="8344" y="38719"/>
                  <a:pt x="6315" y="36719"/>
                </a:cubicBezTo>
                <a:cubicBezTo>
                  <a:pt x="4286" y="34690"/>
                  <a:pt x="2743" y="32375"/>
                  <a:pt x="1657" y="29747"/>
                </a:cubicBezTo>
                <a:cubicBezTo>
                  <a:pt x="572" y="27089"/>
                  <a:pt x="0" y="24346"/>
                  <a:pt x="0" y="21517"/>
                </a:cubicBezTo>
                <a:cubicBezTo>
                  <a:pt x="0" y="18659"/>
                  <a:pt x="572" y="15916"/>
                  <a:pt x="1657" y="13259"/>
                </a:cubicBezTo>
                <a:cubicBezTo>
                  <a:pt x="2743" y="10630"/>
                  <a:pt x="4286" y="8315"/>
                  <a:pt x="6315" y="6287"/>
                </a:cubicBezTo>
                <a:cubicBezTo>
                  <a:pt x="8344" y="4286"/>
                  <a:pt x="10658" y="2715"/>
                  <a:pt x="13316" y="1629"/>
                </a:cubicBezTo>
                <a:cubicBezTo>
                  <a:pt x="15945" y="543"/>
                  <a:pt x="18717" y="0"/>
                  <a:pt x="21574" y="0"/>
                </a:cubicBezTo>
                <a:cubicBezTo>
                  <a:pt x="24432" y="0"/>
                  <a:pt x="27175" y="543"/>
                  <a:pt x="29804" y="1629"/>
                </a:cubicBezTo>
                <a:cubicBezTo>
                  <a:pt x="32461" y="2715"/>
                  <a:pt x="34776" y="4286"/>
                  <a:pt x="36805" y="6287"/>
                </a:cubicBezTo>
                <a:cubicBezTo>
                  <a:pt x="38833" y="8315"/>
                  <a:pt x="40376" y="10630"/>
                  <a:pt x="41491" y="13259"/>
                </a:cubicBezTo>
                <a:cubicBezTo>
                  <a:pt x="42577" y="15916"/>
                  <a:pt x="43120" y="18659"/>
                  <a:pt x="43120" y="215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8368F-CFFD-4C3F-8013-D7C6BA45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836" y="3793931"/>
            <a:ext cx="1751090" cy="525837"/>
          </a:xfrm>
          <a:custGeom xmlns:a="http://schemas.openxmlformats.org/drawingml/2006/main">
            <a:pathLst>
              <a:path w="1751090" h="525837">
                <a:moveTo>
                  <a:pt x="0" y="525837"/>
                </a:moveTo>
                <a:lnTo>
                  <a:pt x="1751090" y="525837"/>
                </a:lnTo>
                <a:lnTo>
                  <a:pt x="1751090" y="0"/>
                </a:lnTo>
                <a:lnTo>
                  <a:pt x="0" y="0"/>
                </a:lnTo>
                <a:lnTo>
                  <a:pt x="0" y="5258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59DA8-6125-4F35-9FF1-60AB6246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836" y="3793931"/>
            <a:ext cx="1751090" cy="525837"/>
          </a:xfrm>
          <a:custGeom xmlns:a="http://schemas.openxmlformats.org/drawingml/2006/main">
            <a:pathLst>
              <a:path w="1751090" h="525837" fill="none">
                <a:moveTo>
                  <a:pt x="0" y="525837"/>
                </a:moveTo>
                <a:lnTo>
                  <a:pt x="1751090" y="525837"/>
                </a:lnTo>
                <a:lnTo>
                  <a:pt x="1751090" y="0"/>
                </a:lnTo>
                <a:lnTo>
                  <a:pt x="0" y="0"/>
                </a:lnTo>
                <a:lnTo>
                  <a:pt x="0" y="5258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32" name="Text RQ2:Protocolto">
            <a:extLst xmlns:a="http://schemas.openxmlformats.org/drawingml/2006/main">
              <a:ext uri="{FF2B5EF4-FFF2-40B4-BE49-F238E27FC236}">
                <a16:creationId xmlns:a16="http://schemas.microsoft.com/office/drawing/2014/main" id="{C618FD03-C328-47BA-8A5A-524A465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769" y="3889689"/>
            <a:ext cx="1261350" cy="128902"/>
          </a:xfrm>
          <a:custGeom xmlns:a="http://schemas.openxmlformats.org/drawingml/2006/main">
            <a:pathLst>
              <a:path w="1261350" h="128902">
                <a:moveTo>
                  <a:pt x="0" y="117269"/>
                </a:moveTo>
                <a:lnTo>
                  <a:pt x="0" y="2044"/>
                </a:lnTo>
                <a:lnTo>
                  <a:pt x="48967" y="2044"/>
                </a:lnTo>
                <a:cubicBezTo>
                  <a:pt x="61281" y="2044"/>
                  <a:pt x="70228" y="3078"/>
                  <a:pt x="75808" y="5148"/>
                </a:cubicBezTo>
                <a:cubicBezTo>
                  <a:pt x="81389" y="7218"/>
                  <a:pt x="85856" y="10899"/>
                  <a:pt x="89209" y="16191"/>
                </a:cubicBezTo>
                <a:cubicBezTo>
                  <a:pt x="92563" y="21484"/>
                  <a:pt x="94240" y="27536"/>
                  <a:pt x="94240" y="34348"/>
                </a:cubicBezTo>
                <a:cubicBezTo>
                  <a:pt x="94240" y="42993"/>
                  <a:pt x="91698" y="50133"/>
                  <a:pt x="86616" y="55766"/>
                </a:cubicBezTo>
                <a:cubicBezTo>
                  <a:pt x="81533" y="61399"/>
                  <a:pt x="73935" y="64949"/>
                  <a:pt x="63822" y="66416"/>
                </a:cubicBezTo>
                <a:cubicBezTo>
                  <a:pt x="68852" y="69350"/>
                  <a:pt x="73005" y="72573"/>
                  <a:pt x="76280" y="76083"/>
                </a:cubicBezTo>
                <a:cubicBezTo>
                  <a:pt x="79555" y="79594"/>
                  <a:pt x="83969" y="85830"/>
                  <a:pt x="89524" y="94790"/>
                </a:cubicBezTo>
                <a:lnTo>
                  <a:pt x="103593" y="117269"/>
                </a:lnTo>
                <a:lnTo>
                  <a:pt x="75769" y="117269"/>
                </a:lnTo>
                <a:lnTo>
                  <a:pt x="58949" y="92189"/>
                </a:lnTo>
                <a:cubicBezTo>
                  <a:pt x="52975" y="83232"/>
                  <a:pt x="48888" y="77588"/>
                  <a:pt x="46688" y="75258"/>
                </a:cubicBezTo>
                <a:cubicBezTo>
                  <a:pt x="44487" y="72926"/>
                  <a:pt x="42155" y="71328"/>
                  <a:pt x="39692" y="70464"/>
                </a:cubicBezTo>
                <a:cubicBezTo>
                  <a:pt x="37230" y="69599"/>
                  <a:pt x="33326" y="69167"/>
                  <a:pt x="27981" y="69167"/>
                </a:cubicBezTo>
                <a:lnTo>
                  <a:pt x="23265" y="69167"/>
                </a:lnTo>
                <a:lnTo>
                  <a:pt x="23265" y="117269"/>
                </a:lnTo>
                <a:lnTo>
                  <a:pt x="0" y="117269"/>
                </a:lnTo>
                <a:moveTo>
                  <a:pt x="23265" y="50775"/>
                </a:moveTo>
                <a:lnTo>
                  <a:pt x="40478" y="50775"/>
                </a:lnTo>
                <a:cubicBezTo>
                  <a:pt x="51639" y="50775"/>
                  <a:pt x="58608" y="50303"/>
                  <a:pt x="61385" y="49360"/>
                </a:cubicBezTo>
                <a:cubicBezTo>
                  <a:pt x="64163" y="48417"/>
                  <a:pt x="66337" y="46792"/>
                  <a:pt x="67909" y="44487"/>
                </a:cubicBezTo>
                <a:cubicBezTo>
                  <a:pt x="69481" y="42181"/>
                  <a:pt x="70267" y="39299"/>
                  <a:pt x="70267" y="35841"/>
                </a:cubicBezTo>
                <a:cubicBezTo>
                  <a:pt x="70267" y="31963"/>
                  <a:pt x="69232" y="28833"/>
                  <a:pt x="67162" y="26448"/>
                </a:cubicBezTo>
                <a:cubicBezTo>
                  <a:pt x="65093" y="24064"/>
                  <a:pt x="62171" y="22558"/>
                  <a:pt x="58399" y="21929"/>
                </a:cubicBezTo>
                <a:cubicBezTo>
                  <a:pt x="56512" y="21667"/>
                  <a:pt x="50853" y="21536"/>
                  <a:pt x="41421" y="21536"/>
                </a:cubicBezTo>
                <a:lnTo>
                  <a:pt x="23265" y="21536"/>
                </a:lnTo>
                <a:lnTo>
                  <a:pt x="23265" y="50775"/>
                </a:lnTo>
                <a:close/>
                <a:moveTo>
                  <a:pt x="208888" y="102500"/>
                </a:moveTo>
                <a:cubicBezTo>
                  <a:pt x="214599" y="106584"/>
                  <a:pt x="220809" y="109830"/>
                  <a:pt x="227516" y="112239"/>
                </a:cubicBezTo>
                <a:lnTo>
                  <a:pt x="218949" y="128902"/>
                </a:lnTo>
                <a:cubicBezTo>
                  <a:pt x="215438" y="127854"/>
                  <a:pt x="212006" y="126413"/>
                  <a:pt x="208652" y="124579"/>
                </a:cubicBezTo>
                <a:cubicBezTo>
                  <a:pt x="207919" y="124212"/>
                  <a:pt x="202757" y="120806"/>
                  <a:pt x="193168" y="114361"/>
                </a:cubicBezTo>
                <a:cubicBezTo>
                  <a:pt x="185623" y="117662"/>
                  <a:pt x="177265" y="119313"/>
                  <a:pt x="168095" y="119313"/>
                </a:cubicBezTo>
                <a:cubicBezTo>
                  <a:pt x="150384" y="119313"/>
                  <a:pt x="136512" y="114092"/>
                  <a:pt x="126477" y="103652"/>
                </a:cubicBezTo>
                <a:cubicBezTo>
                  <a:pt x="116443" y="93210"/>
                  <a:pt x="111426" y="78545"/>
                  <a:pt x="111426" y="59656"/>
                </a:cubicBezTo>
                <a:cubicBezTo>
                  <a:pt x="111426" y="40820"/>
                  <a:pt x="116456" y="26169"/>
                  <a:pt x="126517" y="15703"/>
                </a:cubicBezTo>
                <a:cubicBezTo>
                  <a:pt x="136577" y="5234"/>
                  <a:pt x="150227" y="0"/>
                  <a:pt x="167466" y="0"/>
                </a:cubicBezTo>
                <a:cubicBezTo>
                  <a:pt x="184549" y="0"/>
                  <a:pt x="198094" y="5224"/>
                  <a:pt x="208102" y="15671"/>
                </a:cubicBezTo>
                <a:cubicBezTo>
                  <a:pt x="218110" y="26116"/>
                  <a:pt x="223114" y="40738"/>
                  <a:pt x="223114" y="59536"/>
                </a:cubicBezTo>
                <a:cubicBezTo>
                  <a:pt x="223114" y="69485"/>
                  <a:pt x="221726" y="78230"/>
                  <a:pt x="218949" y="85771"/>
                </a:cubicBezTo>
                <a:cubicBezTo>
                  <a:pt x="216853" y="91530"/>
                  <a:pt x="213499" y="97106"/>
                  <a:pt x="208888" y="102500"/>
                </a:cubicBezTo>
                <a:moveTo>
                  <a:pt x="190181" y="89455"/>
                </a:moveTo>
                <a:cubicBezTo>
                  <a:pt x="193168" y="85948"/>
                  <a:pt x="195408" y="81707"/>
                  <a:pt x="196902" y="76734"/>
                </a:cubicBezTo>
                <a:cubicBezTo>
                  <a:pt x="198395" y="71761"/>
                  <a:pt x="199142" y="66056"/>
                  <a:pt x="199142" y="59617"/>
                </a:cubicBezTo>
                <a:cubicBezTo>
                  <a:pt x="199142" y="46321"/>
                  <a:pt x="196207" y="36388"/>
                  <a:pt x="190339" y="29818"/>
                </a:cubicBezTo>
                <a:cubicBezTo>
                  <a:pt x="184470" y="23249"/>
                  <a:pt x="176794" y="19964"/>
                  <a:pt x="167309" y="19964"/>
                </a:cubicBezTo>
                <a:cubicBezTo>
                  <a:pt x="157825" y="19964"/>
                  <a:pt x="150136" y="23268"/>
                  <a:pt x="144241" y="29877"/>
                </a:cubicBezTo>
                <a:cubicBezTo>
                  <a:pt x="138346" y="36486"/>
                  <a:pt x="135398" y="46426"/>
                  <a:pt x="135398" y="59696"/>
                </a:cubicBezTo>
                <a:cubicBezTo>
                  <a:pt x="135398" y="73175"/>
                  <a:pt x="138346" y="83259"/>
                  <a:pt x="144241" y="89946"/>
                </a:cubicBezTo>
                <a:cubicBezTo>
                  <a:pt x="150136" y="96634"/>
                  <a:pt x="157589" y="99977"/>
                  <a:pt x="166602" y="99977"/>
                </a:cubicBezTo>
                <a:cubicBezTo>
                  <a:pt x="169955" y="99977"/>
                  <a:pt x="173126" y="99419"/>
                  <a:pt x="176112" y="98302"/>
                </a:cubicBezTo>
                <a:cubicBezTo>
                  <a:pt x="171396" y="95188"/>
                  <a:pt x="166602" y="92759"/>
                  <a:pt x="161729" y="91017"/>
                </a:cubicBezTo>
                <a:lnTo>
                  <a:pt x="168252" y="77498"/>
                </a:lnTo>
                <a:cubicBezTo>
                  <a:pt x="175903" y="80156"/>
                  <a:pt x="183212" y="84141"/>
                  <a:pt x="190181" y="89455"/>
                </a:cubicBezTo>
                <a:close/>
                <a:moveTo>
                  <a:pt x="311093" y="96676"/>
                </a:moveTo>
                <a:lnTo>
                  <a:pt x="311093" y="117269"/>
                </a:lnTo>
                <a:lnTo>
                  <a:pt x="233673" y="117269"/>
                </a:lnTo>
                <a:cubicBezTo>
                  <a:pt x="234512" y="109521"/>
                  <a:pt x="237027" y="102178"/>
                  <a:pt x="241219" y="95242"/>
                </a:cubicBezTo>
                <a:cubicBezTo>
                  <a:pt x="245411" y="88304"/>
                  <a:pt x="253690" y="79101"/>
                  <a:pt x="266056" y="67634"/>
                </a:cubicBezTo>
                <a:cubicBezTo>
                  <a:pt x="276012" y="58368"/>
                  <a:pt x="282116" y="52085"/>
                  <a:pt x="284370" y="48788"/>
                </a:cubicBezTo>
                <a:cubicBezTo>
                  <a:pt x="287409" y="44232"/>
                  <a:pt x="288928" y="39729"/>
                  <a:pt x="288928" y="35278"/>
                </a:cubicBezTo>
                <a:cubicBezTo>
                  <a:pt x="288928" y="30356"/>
                  <a:pt x="287605" y="26574"/>
                  <a:pt x="284959" y="23931"/>
                </a:cubicBezTo>
                <a:cubicBezTo>
                  <a:pt x="282313" y="21286"/>
                  <a:pt x="278658" y="19964"/>
                  <a:pt x="273995" y="19964"/>
                </a:cubicBezTo>
                <a:cubicBezTo>
                  <a:pt x="269383" y="19964"/>
                  <a:pt x="265716" y="21359"/>
                  <a:pt x="262991" y="24149"/>
                </a:cubicBezTo>
                <a:cubicBezTo>
                  <a:pt x="260266" y="26938"/>
                  <a:pt x="258694" y="31569"/>
                  <a:pt x="258275" y="38042"/>
                </a:cubicBezTo>
                <a:lnTo>
                  <a:pt x="236267" y="35831"/>
                </a:lnTo>
                <a:cubicBezTo>
                  <a:pt x="237577" y="23622"/>
                  <a:pt x="241691" y="14860"/>
                  <a:pt x="248607" y="9545"/>
                </a:cubicBezTo>
                <a:cubicBezTo>
                  <a:pt x="255524" y="4230"/>
                  <a:pt x="264170" y="1572"/>
                  <a:pt x="274545" y="1572"/>
                </a:cubicBezTo>
                <a:cubicBezTo>
                  <a:pt x="285915" y="1572"/>
                  <a:pt x="294849" y="4635"/>
                  <a:pt x="301347" y="10761"/>
                </a:cubicBezTo>
                <a:cubicBezTo>
                  <a:pt x="307844" y="16886"/>
                  <a:pt x="311093" y="24504"/>
                  <a:pt x="311093" y="33613"/>
                </a:cubicBezTo>
                <a:cubicBezTo>
                  <a:pt x="311093" y="38797"/>
                  <a:pt x="310163" y="43733"/>
                  <a:pt x="308303" y="48419"/>
                </a:cubicBezTo>
                <a:cubicBezTo>
                  <a:pt x="306443" y="53104"/>
                  <a:pt x="303495" y="58011"/>
                  <a:pt x="299460" y="63142"/>
                </a:cubicBezTo>
                <a:cubicBezTo>
                  <a:pt x="296788" y="66546"/>
                  <a:pt x="291967" y="71442"/>
                  <a:pt x="284998" y="77830"/>
                </a:cubicBezTo>
                <a:cubicBezTo>
                  <a:pt x="278029" y="84216"/>
                  <a:pt x="273615" y="88456"/>
                  <a:pt x="271754" y="90550"/>
                </a:cubicBezTo>
                <a:cubicBezTo>
                  <a:pt x="269894" y="92645"/>
                  <a:pt x="268388" y="94687"/>
                  <a:pt x="267235" y="96676"/>
                </a:cubicBezTo>
                <a:lnTo>
                  <a:pt x="311093" y="96676"/>
                </a:lnTo>
                <a:close/>
                <a:moveTo>
                  <a:pt x="334962" y="55962"/>
                </a:moveTo>
                <a:lnTo>
                  <a:pt x="334962" y="33797"/>
                </a:lnTo>
                <a:lnTo>
                  <a:pt x="357049" y="33797"/>
                </a:lnTo>
                <a:lnTo>
                  <a:pt x="357049" y="55962"/>
                </a:lnTo>
                <a:lnTo>
                  <a:pt x="334962" y="55962"/>
                </a:lnTo>
                <a:moveTo>
                  <a:pt x="334962" y="117269"/>
                </a:moveTo>
                <a:lnTo>
                  <a:pt x="334962" y="95104"/>
                </a:lnTo>
                <a:lnTo>
                  <a:pt x="357049" y="95104"/>
                </a:lnTo>
                <a:lnTo>
                  <a:pt x="357049" y="117269"/>
                </a:lnTo>
                <a:lnTo>
                  <a:pt x="334962" y="117269"/>
                </a:lnTo>
                <a:close/>
                <a:moveTo>
                  <a:pt x="429227" y="117269"/>
                </a:moveTo>
                <a:lnTo>
                  <a:pt x="429227" y="2044"/>
                </a:lnTo>
                <a:lnTo>
                  <a:pt x="466562" y="2044"/>
                </a:lnTo>
                <a:cubicBezTo>
                  <a:pt x="480709" y="2044"/>
                  <a:pt x="489932" y="2619"/>
                  <a:pt x="494228" y="3770"/>
                </a:cubicBezTo>
                <a:cubicBezTo>
                  <a:pt x="500831" y="5498"/>
                  <a:pt x="506359" y="9253"/>
                  <a:pt x="510813" y="15037"/>
                </a:cubicBezTo>
                <a:cubicBezTo>
                  <a:pt x="515267" y="20820"/>
                  <a:pt x="517494" y="28292"/>
                  <a:pt x="517494" y="37452"/>
                </a:cubicBezTo>
                <a:cubicBezTo>
                  <a:pt x="517494" y="44518"/>
                  <a:pt x="516210" y="50459"/>
                  <a:pt x="513642" y="55274"/>
                </a:cubicBezTo>
                <a:cubicBezTo>
                  <a:pt x="511075" y="60090"/>
                  <a:pt x="507813" y="63872"/>
                  <a:pt x="503857" y="66620"/>
                </a:cubicBezTo>
                <a:cubicBezTo>
                  <a:pt x="499901" y="69367"/>
                  <a:pt x="495879" y="71187"/>
                  <a:pt x="491792" y="72077"/>
                </a:cubicBezTo>
                <a:cubicBezTo>
                  <a:pt x="486237" y="73176"/>
                  <a:pt x="478194" y="73725"/>
                  <a:pt x="467662" y="73725"/>
                </a:cubicBezTo>
                <a:lnTo>
                  <a:pt x="452493" y="73725"/>
                </a:lnTo>
                <a:lnTo>
                  <a:pt x="452493" y="117269"/>
                </a:lnTo>
                <a:lnTo>
                  <a:pt x="429227" y="117269"/>
                </a:lnTo>
                <a:moveTo>
                  <a:pt x="452493" y="21536"/>
                </a:moveTo>
                <a:lnTo>
                  <a:pt x="452493" y="54233"/>
                </a:lnTo>
                <a:lnTo>
                  <a:pt x="465225" y="54233"/>
                </a:lnTo>
                <a:cubicBezTo>
                  <a:pt x="474395" y="54233"/>
                  <a:pt x="480526" y="53630"/>
                  <a:pt x="483618" y="52425"/>
                </a:cubicBezTo>
                <a:cubicBezTo>
                  <a:pt x="486709" y="51220"/>
                  <a:pt x="489133" y="49334"/>
                  <a:pt x="490888" y="46766"/>
                </a:cubicBezTo>
                <a:cubicBezTo>
                  <a:pt x="492643" y="44199"/>
                  <a:pt x="493521" y="41212"/>
                  <a:pt x="493521" y="37806"/>
                </a:cubicBezTo>
                <a:cubicBezTo>
                  <a:pt x="493521" y="33614"/>
                  <a:pt x="492290" y="30156"/>
                  <a:pt x="489827" y="27431"/>
                </a:cubicBezTo>
                <a:cubicBezTo>
                  <a:pt x="487364" y="24706"/>
                  <a:pt x="484246" y="23003"/>
                  <a:pt x="480474" y="22322"/>
                </a:cubicBezTo>
                <a:cubicBezTo>
                  <a:pt x="477696" y="21798"/>
                  <a:pt x="472116" y="21536"/>
                  <a:pt x="463732" y="21536"/>
                </a:cubicBezTo>
                <a:lnTo>
                  <a:pt x="452493" y="21536"/>
                </a:lnTo>
                <a:close/>
                <a:moveTo>
                  <a:pt x="557580" y="117269"/>
                </a:moveTo>
                <a:lnTo>
                  <a:pt x="535494" y="117269"/>
                </a:lnTo>
                <a:lnTo>
                  <a:pt x="535494" y="33797"/>
                </a:lnTo>
                <a:lnTo>
                  <a:pt x="556008" y="33797"/>
                </a:lnTo>
                <a:lnTo>
                  <a:pt x="556008" y="45666"/>
                </a:lnTo>
                <a:cubicBezTo>
                  <a:pt x="559519" y="40059"/>
                  <a:pt x="562676" y="36365"/>
                  <a:pt x="565479" y="34583"/>
                </a:cubicBezTo>
                <a:cubicBezTo>
                  <a:pt x="568283" y="32802"/>
                  <a:pt x="571466" y="31911"/>
                  <a:pt x="575029" y="31911"/>
                </a:cubicBezTo>
                <a:cubicBezTo>
                  <a:pt x="580059" y="31911"/>
                  <a:pt x="584906" y="33300"/>
                  <a:pt x="589570" y="36077"/>
                </a:cubicBezTo>
                <a:lnTo>
                  <a:pt x="582732" y="55333"/>
                </a:lnTo>
                <a:cubicBezTo>
                  <a:pt x="579011" y="52923"/>
                  <a:pt x="575553" y="51718"/>
                  <a:pt x="572357" y="51718"/>
                </a:cubicBezTo>
                <a:cubicBezTo>
                  <a:pt x="569265" y="51718"/>
                  <a:pt x="566645" y="52569"/>
                  <a:pt x="564497" y="54272"/>
                </a:cubicBezTo>
                <a:cubicBezTo>
                  <a:pt x="562348" y="55975"/>
                  <a:pt x="560658" y="59054"/>
                  <a:pt x="559427" y="63508"/>
                </a:cubicBezTo>
                <a:cubicBezTo>
                  <a:pt x="558196" y="67962"/>
                  <a:pt x="557580" y="77289"/>
                  <a:pt x="557580" y="91489"/>
                </a:cubicBezTo>
                <a:lnTo>
                  <a:pt x="557580" y="117269"/>
                </a:lnTo>
                <a:close/>
                <a:moveTo>
                  <a:pt x="593946" y="74354"/>
                </a:moveTo>
                <a:cubicBezTo>
                  <a:pt x="593946" y="67018"/>
                  <a:pt x="595754" y="59918"/>
                  <a:pt x="599370" y="53054"/>
                </a:cubicBezTo>
                <a:cubicBezTo>
                  <a:pt x="602985" y="46190"/>
                  <a:pt x="608107" y="40950"/>
                  <a:pt x="614736" y="37334"/>
                </a:cubicBezTo>
                <a:cubicBezTo>
                  <a:pt x="621364" y="33719"/>
                  <a:pt x="628765" y="31911"/>
                  <a:pt x="636940" y="31911"/>
                </a:cubicBezTo>
                <a:cubicBezTo>
                  <a:pt x="649568" y="31911"/>
                  <a:pt x="659917" y="36011"/>
                  <a:pt x="667986" y="44212"/>
                </a:cubicBezTo>
                <a:cubicBezTo>
                  <a:pt x="676055" y="52412"/>
                  <a:pt x="680090" y="62774"/>
                  <a:pt x="680090" y="75297"/>
                </a:cubicBezTo>
                <a:cubicBezTo>
                  <a:pt x="680090" y="87926"/>
                  <a:pt x="676016" y="98392"/>
                  <a:pt x="667868" y="106698"/>
                </a:cubicBezTo>
                <a:cubicBezTo>
                  <a:pt x="659720" y="115003"/>
                  <a:pt x="649463" y="119155"/>
                  <a:pt x="637097" y="119155"/>
                </a:cubicBezTo>
                <a:cubicBezTo>
                  <a:pt x="629447" y="119155"/>
                  <a:pt x="622150" y="117426"/>
                  <a:pt x="615207" y="113968"/>
                </a:cubicBezTo>
                <a:cubicBezTo>
                  <a:pt x="608264" y="110510"/>
                  <a:pt x="602985" y="105440"/>
                  <a:pt x="599370" y="98759"/>
                </a:cubicBezTo>
                <a:cubicBezTo>
                  <a:pt x="595754" y="92078"/>
                  <a:pt x="593946" y="83943"/>
                  <a:pt x="593946" y="74354"/>
                </a:cubicBezTo>
                <a:moveTo>
                  <a:pt x="616583" y="75533"/>
                </a:moveTo>
                <a:cubicBezTo>
                  <a:pt x="616583" y="83786"/>
                  <a:pt x="618548" y="90107"/>
                  <a:pt x="622477" y="94495"/>
                </a:cubicBezTo>
                <a:cubicBezTo>
                  <a:pt x="626407" y="98884"/>
                  <a:pt x="631254" y="101078"/>
                  <a:pt x="637018" y="101078"/>
                </a:cubicBezTo>
                <a:cubicBezTo>
                  <a:pt x="642782" y="101078"/>
                  <a:pt x="647616" y="98884"/>
                  <a:pt x="651520" y="94495"/>
                </a:cubicBezTo>
                <a:cubicBezTo>
                  <a:pt x="655423" y="90107"/>
                  <a:pt x="657375" y="83734"/>
                  <a:pt x="657375" y="75376"/>
                </a:cubicBezTo>
                <a:cubicBezTo>
                  <a:pt x="657375" y="67228"/>
                  <a:pt x="655423" y="60960"/>
                  <a:pt x="651520" y="56571"/>
                </a:cubicBezTo>
                <a:cubicBezTo>
                  <a:pt x="647616" y="52183"/>
                  <a:pt x="642782" y="49989"/>
                  <a:pt x="637018" y="49989"/>
                </a:cubicBezTo>
                <a:cubicBezTo>
                  <a:pt x="631254" y="49989"/>
                  <a:pt x="626407" y="52183"/>
                  <a:pt x="622477" y="56571"/>
                </a:cubicBezTo>
                <a:cubicBezTo>
                  <a:pt x="618548" y="60960"/>
                  <a:pt x="616583" y="67280"/>
                  <a:pt x="616583" y="75533"/>
                </a:cubicBezTo>
                <a:close/>
                <a:moveTo>
                  <a:pt x="735685" y="33797"/>
                </a:moveTo>
                <a:lnTo>
                  <a:pt x="735685" y="51403"/>
                </a:lnTo>
                <a:lnTo>
                  <a:pt x="720594" y="51403"/>
                </a:lnTo>
                <a:lnTo>
                  <a:pt x="720594" y="84990"/>
                </a:lnTo>
                <a:cubicBezTo>
                  <a:pt x="720594" y="91792"/>
                  <a:pt x="720738" y="95755"/>
                  <a:pt x="721026" y="96880"/>
                </a:cubicBezTo>
                <a:cubicBezTo>
                  <a:pt x="721314" y="98003"/>
                  <a:pt x="721969" y="98932"/>
                  <a:pt x="722991" y="99665"/>
                </a:cubicBezTo>
                <a:cubicBezTo>
                  <a:pt x="724013" y="100397"/>
                  <a:pt x="725257" y="100763"/>
                  <a:pt x="726725" y="100763"/>
                </a:cubicBezTo>
                <a:cubicBezTo>
                  <a:pt x="728768" y="100763"/>
                  <a:pt x="731729" y="100056"/>
                  <a:pt x="735606" y="98641"/>
                </a:cubicBezTo>
                <a:lnTo>
                  <a:pt x="737493" y="115840"/>
                </a:lnTo>
                <a:cubicBezTo>
                  <a:pt x="732358" y="118050"/>
                  <a:pt x="726541" y="119155"/>
                  <a:pt x="720044" y="119155"/>
                </a:cubicBezTo>
                <a:cubicBezTo>
                  <a:pt x="716061" y="119155"/>
                  <a:pt x="712472" y="118487"/>
                  <a:pt x="709276" y="117151"/>
                </a:cubicBezTo>
                <a:cubicBezTo>
                  <a:pt x="706079" y="115815"/>
                  <a:pt x="703735" y="114086"/>
                  <a:pt x="702241" y="111964"/>
                </a:cubicBezTo>
                <a:cubicBezTo>
                  <a:pt x="700748" y="109841"/>
                  <a:pt x="699713" y="106973"/>
                  <a:pt x="699137" y="103357"/>
                </a:cubicBezTo>
                <a:cubicBezTo>
                  <a:pt x="698665" y="100790"/>
                  <a:pt x="698429" y="95602"/>
                  <a:pt x="698429" y="87795"/>
                </a:cubicBezTo>
                <a:lnTo>
                  <a:pt x="698429" y="51403"/>
                </a:lnTo>
                <a:lnTo>
                  <a:pt x="688290" y="51403"/>
                </a:lnTo>
                <a:lnTo>
                  <a:pt x="688290" y="33797"/>
                </a:lnTo>
                <a:lnTo>
                  <a:pt x="698429" y="33797"/>
                </a:lnTo>
                <a:lnTo>
                  <a:pt x="698429" y="17134"/>
                </a:lnTo>
                <a:lnTo>
                  <a:pt x="720594" y="4087"/>
                </a:lnTo>
                <a:lnTo>
                  <a:pt x="720594" y="33797"/>
                </a:lnTo>
                <a:lnTo>
                  <a:pt x="735685" y="33797"/>
                </a:lnTo>
                <a:close/>
                <a:moveTo>
                  <a:pt x="745901" y="74354"/>
                </a:moveTo>
                <a:cubicBezTo>
                  <a:pt x="745901" y="67018"/>
                  <a:pt x="747708" y="59918"/>
                  <a:pt x="751324" y="53054"/>
                </a:cubicBezTo>
                <a:cubicBezTo>
                  <a:pt x="754939" y="46190"/>
                  <a:pt x="760061" y="40950"/>
                  <a:pt x="766690" y="37334"/>
                </a:cubicBezTo>
                <a:cubicBezTo>
                  <a:pt x="773318" y="33719"/>
                  <a:pt x="780720" y="31911"/>
                  <a:pt x="788894" y="31911"/>
                </a:cubicBezTo>
                <a:cubicBezTo>
                  <a:pt x="801522" y="31911"/>
                  <a:pt x="811871" y="36011"/>
                  <a:pt x="819940" y="44212"/>
                </a:cubicBezTo>
                <a:cubicBezTo>
                  <a:pt x="828010" y="52412"/>
                  <a:pt x="832045" y="62774"/>
                  <a:pt x="832045" y="75297"/>
                </a:cubicBezTo>
                <a:cubicBezTo>
                  <a:pt x="832045" y="87926"/>
                  <a:pt x="827971" y="98392"/>
                  <a:pt x="819823" y="106698"/>
                </a:cubicBezTo>
                <a:cubicBezTo>
                  <a:pt x="811675" y="115003"/>
                  <a:pt x="801417" y="119155"/>
                  <a:pt x="789051" y="119155"/>
                </a:cubicBezTo>
                <a:cubicBezTo>
                  <a:pt x="781401" y="119155"/>
                  <a:pt x="774104" y="117426"/>
                  <a:pt x="767162" y="113968"/>
                </a:cubicBezTo>
                <a:cubicBezTo>
                  <a:pt x="760219" y="110510"/>
                  <a:pt x="754939" y="105440"/>
                  <a:pt x="751324" y="98759"/>
                </a:cubicBezTo>
                <a:cubicBezTo>
                  <a:pt x="747708" y="92078"/>
                  <a:pt x="745901" y="83943"/>
                  <a:pt x="745901" y="74354"/>
                </a:cubicBezTo>
                <a:moveTo>
                  <a:pt x="768537" y="75533"/>
                </a:moveTo>
                <a:cubicBezTo>
                  <a:pt x="768537" y="83786"/>
                  <a:pt x="770502" y="90107"/>
                  <a:pt x="774432" y="94495"/>
                </a:cubicBezTo>
                <a:cubicBezTo>
                  <a:pt x="778362" y="98884"/>
                  <a:pt x="783209" y="101078"/>
                  <a:pt x="788973" y="101078"/>
                </a:cubicBezTo>
                <a:cubicBezTo>
                  <a:pt x="794737" y="101078"/>
                  <a:pt x="799570" y="98884"/>
                  <a:pt x="803474" y="94495"/>
                </a:cubicBezTo>
                <a:cubicBezTo>
                  <a:pt x="807378" y="90107"/>
                  <a:pt x="809330" y="83734"/>
                  <a:pt x="809330" y="75376"/>
                </a:cubicBezTo>
                <a:cubicBezTo>
                  <a:pt x="809330" y="67228"/>
                  <a:pt x="807378" y="60960"/>
                  <a:pt x="803474" y="56571"/>
                </a:cubicBezTo>
                <a:cubicBezTo>
                  <a:pt x="799570" y="52183"/>
                  <a:pt x="794737" y="49989"/>
                  <a:pt x="788973" y="49989"/>
                </a:cubicBezTo>
                <a:cubicBezTo>
                  <a:pt x="783209" y="49989"/>
                  <a:pt x="778362" y="52183"/>
                  <a:pt x="774432" y="56571"/>
                </a:cubicBezTo>
                <a:cubicBezTo>
                  <a:pt x="770502" y="60960"/>
                  <a:pt x="768537" y="67280"/>
                  <a:pt x="768537" y="75533"/>
                </a:cubicBezTo>
                <a:close/>
                <a:moveTo>
                  <a:pt x="922144" y="58477"/>
                </a:moveTo>
                <a:lnTo>
                  <a:pt x="900372" y="62407"/>
                </a:lnTo>
                <a:cubicBezTo>
                  <a:pt x="899639" y="58084"/>
                  <a:pt x="897975" y="54829"/>
                  <a:pt x="895381" y="52641"/>
                </a:cubicBezTo>
                <a:cubicBezTo>
                  <a:pt x="892788" y="50454"/>
                  <a:pt x="889421" y="49360"/>
                  <a:pt x="885281" y="49360"/>
                </a:cubicBezTo>
                <a:cubicBezTo>
                  <a:pt x="879779" y="49360"/>
                  <a:pt x="875391" y="51254"/>
                  <a:pt x="872116" y="55041"/>
                </a:cubicBezTo>
                <a:cubicBezTo>
                  <a:pt x="868841" y="58829"/>
                  <a:pt x="867204" y="65162"/>
                  <a:pt x="867204" y="74042"/>
                </a:cubicBezTo>
                <a:cubicBezTo>
                  <a:pt x="867204" y="83916"/>
                  <a:pt x="868867" y="90891"/>
                  <a:pt x="872195" y="94967"/>
                </a:cubicBezTo>
                <a:cubicBezTo>
                  <a:pt x="875522" y="99041"/>
                  <a:pt x="879989" y="101078"/>
                  <a:pt x="885596" y="101078"/>
                </a:cubicBezTo>
                <a:cubicBezTo>
                  <a:pt x="889788" y="101078"/>
                  <a:pt x="893220" y="99886"/>
                  <a:pt x="895892" y="97501"/>
                </a:cubicBezTo>
                <a:cubicBezTo>
                  <a:pt x="898565" y="95117"/>
                  <a:pt x="900451" y="91017"/>
                  <a:pt x="901551" y="85201"/>
                </a:cubicBezTo>
                <a:lnTo>
                  <a:pt x="923244" y="88974"/>
                </a:lnTo>
                <a:cubicBezTo>
                  <a:pt x="920991" y="98929"/>
                  <a:pt x="916668" y="106449"/>
                  <a:pt x="910276" y="111531"/>
                </a:cubicBezTo>
                <a:cubicBezTo>
                  <a:pt x="903883" y="116614"/>
                  <a:pt x="895316" y="119155"/>
                  <a:pt x="884574" y="119155"/>
                </a:cubicBezTo>
                <a:cubicBezTo>
                  <a:pt x="872365" y="119155"/>
                  <a:pt x="862632" y="115304"/>
                  <a:pt x="855375" y="107601"/>
                </a:cubicBezTo>
                <a:cubicBezTo>
                  <a:pt x="848117" y="99899"/>
                  <a:pt x="844489" y="89236"/>
                  <a:pt x="844489" y="75612"/>
                </a:cubicBezTo>
                <a:cubicBezTo>
                  <a:pt x="844489" y="61831"/>
                  <a:pt x="848130" y="51102"/>
                  <a:pt x="855414" y="43426"/>
                </a:cubicBezTo>
                <a:cubicBezTo>
                  <a:pt x="862697" y="35749"/>
                  <a:pt x="872548" y="31911"/>
                  <a:pt x="884967" y="31911"/>
                </a:cubicBezTo>
                <a:cubicBezTo>
                  <a:pt x="895132" y="31911"/>
                  <a:pt x="903215" y="34099"/>
                  <a:pt x="909215" y="38474"/>
                </a:cubicBezTo>
                <a:cubicBezTo>
                  <a:pt x="915214" y="42849"/>
                  <a:pt x="919524" y="49517"/>
                  <a:pt x="922144" y="58477"/>
                </a:cubicBezTo>
                <a:close/>
                <a:moveTo>
                  <a:pt x="933752" y="74354"/>
                </a:moveTo>
                <a:cubicBezTo>
                  <a:pt x="933752" y="67018"/>
                  <a:pt x="935560" y="59918"/>
                  <a:pt x="939176" y="53054"/>
                </a:cubicBezTo>
                <a:cubicBezTo>
                  <a:pt x="942791" y="46190"/>
                  <a:pt x="947913" y="40950"/>
                  <a:pt x="954542" y="37334"/>
                </a:cubicBezTo>
                <a:cubicBezTo>
                  <a:pt x="961170" y="33719"/>
                  <a:pt x="968572" y="31911"/>
                  <a:pt x="976746" y="31911"/>
                </a:cubicBezTo>
                <a:cubicBezTo>
                  <a:pt x="989374" y="31911"/>
                  <a:pt x="999723" y="36011"/>
                  <a:pt x="1007792" y="44212"/>
                </a:cubicBezTo>
                <a:cubicBezTo>
                  <a:pt x="1015862" y="52412"/>
                  <a:pt x="1019896" y="62774"/>
                  <a:pt x="1019896" y="75297"/>
                </a:cubicBezTo>
                <a:cubicBezTo>
                  <a:pt x="1019896" y="87926"/>
                  <a:pt x="1015822" y="98392"/>
                  <a:pt x="1007674" y="106698"/>
                </a:cubicBezTo>
                <a:cubicBezTo>
                  <a:pt x="999526" y="115003"/>
                  <a:pt x="989269" y="119155"/>
                  <a:pt x="976903" y="119155"/>
                </a:cubicBezTo>
                <a:cubicBezTo>
                  <a:pt x="969253" y="119155"/>
                  <a:pt x="961956" y="117426"/>
                  <a:pt x="955013" y="113968"/>
                </a:cubicBezTo>
                <a:cubicBezTo>
                  <a:pt x="948070" y="110510"/>
                  <a:pt x="942791" y="105440"/>
                  <a:pt x="939176" y="98759"/>
                </a:cubicBezTo>
                <a:cubicBezTo>
                  <a:pt x="935560" y="92078"/>
                  <a:pt x="933752" y="83943"/>
                  <a:pt x="933752" y="74354"/>
                </a:cubicBezTo>
                <a:moveTo>
                  <a:pt x="956389" y="75533"/>
                </a:moveTo>
                <a:cubicBezTo>
                  <a:pt x="956389" y="83786"/>
                  <a:pt x="958354" y="90107"/>
                  <a:pt x="962284" y="94495"/>
                </a:cubicBezTo>
                <a:cubicBezTo>
                  <a:pt x="966214" y="98884"/>
                  <a:pt x="971060" y="101078"/>
                  <a:pt x="976824" y="101078"/>
                </a:cubicBezTo>
                <a:cubicBezTo>
                  <a:pt x="982588" y="101078"/>
                  <a:pt x="987422" y="98884"/>
                  <a:pt x="991326" y="94495"/>
                </a:cubicBezTo>
                <a:cubicBezTo>
                  <a:pt x="995230" y="90107"/>
                  <a:pt x="997181" y="83734"/>
                  <a:pt x="997181" y="75376"/>
                </a:cubicBezTo>
                <a:cubicBezTo>
                  <a:pt x="997181" y="67228"/>
                  <a:pt x="995230" y="60960"/>
                  <a:pt x="991326" y="56571"/>
                </a:cubicBezTo>
                <a:cubicBezTo>
                  <a:pt x="987422" y="52183"/>
                  <a:pt x="982588" y="49989"/>
                  <a:pt x="976824" y="49989"/>
                </a:cubicBezTo>
                <a:cubicBezTo>
                  <a:pt x="971060" y="49989"/>
                  <a:pt x="966214" y="52183"/>
                  <a:pt x="962284" y="56571"/>
                </a:cubicBezTo>
                <a:cubicBezTo>
                  <a:pt x="958354" y="60960"/>
                  <a:pt x="956389" y="67280"/>
                  <a:pt x="956389" y="75533"/>
                </a:cubicBezTo>
                <a:close/>
                <a:moveTo>
                  <a:pt x="1037213" y="117269"/>
                </a:moveTo>
                <a:lnTo>
                  <a:pt x="1037213" y="2044"/>
                </a:lnTo>
                <a:lnTo>
                  <a:pt x="1059299" y="2044"/>
                </a:lnTo>
                <a:lnTo>
                  <a:pt x="1059299" y="117269"/>
                </a:lnTo>
                <a:lnTo>
                  <a:pt x="1037213" y="117269"/>
                </a:lnTo>
                <a:close/>
                <a:moveTo>
                  <a:pt x="1164990" y="33797"/>
                </a:moveTo>
                <a:lnTo>
                  <a:pt x="1164990" y="51403"/>
                </a:lnTo>
                <a:lnTo>
                  <a:pt x="1149899" y="51403"/>
                </a:lnTo>
                <a:lnTo>
                  <a:pt x="1149899" y="84990"/>
                </a:lnTo>
                <a:cubicBezTo>
                  <a:pt x="1149899" y="91792"/>
                  <a:pt x="1150043" y="95755"/>
                  <a:pt x="1150331" y="96880"/>
                </a:cubicBezTo>
                <a:cubicBezTo>
                  <a:pt x="1150620" y="98003"/>
                  <a:pt x="1151275" y="98932"/>
                  <a:pt x="1152296" y="99665"/>
                </a:cubicBezTo>
                <a:cubicBezTo>
                  <a:pt x="1153318" y="100397"/>
                  <a:pt x="1154563" y="100763"/>
                  <a:pt x="1156030" y="100763"/>
                </a:cubicBezTo>
                <a:cubicBezTo>
                  <a:pt x="1158073" y="100763"/>
                  <a:pt x="1161034" y="100056"/>
                  <a:pt x="1164911" y="98641"/>
                </a:cubicBezTo>
                <a:lnTo>
                  <a:pt x="1166798" y="115840"/>
                </a:lnTo>
                <a:cubicBezTo>
                  <a:pt x="1161663" y="118050"/>
                  <a:pt x="1155846" y="119155"/>
                  <a:pt x="1149349" y="119155"/>
                </a:cubicBezTo>
                <a:cubicBezTo>
                  <a:pt x="1145367" y="119155"/>
                  <a:pt x="1141777" y="118487"/>
                  <a:pt x="1138581" y="117151"/>
                </a:cubicBezTo>
                <a:cubicBezTo>
                  <a:pt x="1135385" y="115815"/>
                  <a:pt x="1133040" y="114086"/>
                  <a:pt x="1131546" y="111964"/>
                </a:cubicBezTo>
                <a:cubicBezTo>
                  <a:pt x="1130053" y="109841"/>
                  <a:pt x="1129018" y="106973"/>
                  <a:pt x="1128442" y="103357"/>
                </a:cubicBezTo>
                <a:cubicBezTo>
                  <a:pt x="1127970" y="100790"/>
                  <a:pt x="1127734" y="95602"/>
                  <a:pt x="1127734" y="87795"/>
                </a:cubicBezTo>
                <a:lnTo>
                  <a:pt x="1127734" y="51403"/>
                </a:lnTo>
                <a:lnTo>
                  <a:pt x="1117595" y="51403"/>
                </a:lnTo>
                <a:lnTo>
                  <a:pt x="1117595" y="33797"/>
                </a:lnTo>
                <a:lnTo>
                  <a:pt x="1127734" y="33797"/>
                </a:lnTo>
                <a:lnTo>
                  <a:pt x="1127734" y="17134"/>
                </a:lnTo>
                <a:lnTo>
                  <a:pt x="1149899" y="4087"/>
                </a:lnTo>
                <a:lnTo>
                  <a:pt x="1149899" y="33797"/>
                </a:lnTo>
                <a:lnTo>
                  <a:pt x="1164990" y="33797"/>
                </a:lnTo>
                <a:close/>
                <a:moveTo>
                  <a:pt x="1175206" y="74354"/>
                </a:moveTo>
                <a:cubicBezTo>
                  <a:pt x="1175206" y="67018"/>
                  <a:pt x="1177013" y="59918"/>
                  <a:pt x="1180629" y="53054"/>
                </a:cubicBezTo>
                <a:cubicBezTo>
                  <a:pt x="1184245" y="46190"/>
                  <a:pt x="1189367" y="40950"/>
                  <a:pt x="1195995" y="37334"/>
                </a:cubicBezTo>
                <a:cubicBezTo>
                  <a:pt x="1202624" y="33719"/>
                  <a:pt x="1210025" y="31911"/>
                  <a:pt x="1218199" y="31911"/>
                </a:cubicBezTo>
                <a:cubicBezTo>
                  <a:pt x="1230827" y="31911"/>
                  <a:pt x="1241176" y="36011"/>
                  <a:pt x="1249246" y="44212"/>
                </a:cubicBezTo>
                <a:cubicBezTo>
                  <a:pt x="1257315" y="52412"/>
                  <a:pt x="1261350" y="62774"/>
                  <a:pt x="1261350" y="75297"/>
                </a:cubicBezTo>
                <a:cubicBezTo>
                  <a:pt x="1261350" y="87926"/>
                  <a:pt x="1257276" y="98392"/>
                  <a:pt x="1249128" y="106698"/>
                </a:cubicBezTo>
                <a:cubicBezTo>
                  <a:pt x="1240980" y="115003"/>
                  <a:pt x="1230722" y="119155"/>
                  <a:pt x="1218356" y="119155"/>
                </a:cubicBezTo>
                <a:cubicBezTo>
                  <a:pt x="1210706" y="119155"/>
                  <a:pt x="1203409" y="117426"/>
                  <a:pt x="1196467" y="113968"/>
                </a:cubicBezTo>
                <a:cubicBezTo>
                  <a:pt x="1189524" y="110510"/>
                  <a:pt x="1184245" y="105440"/>
                  <a:pt x="1180629" y="98759"/>
                </a:cubicBezTo>
                <a:cubicBezTo>
                  <a:pt x="1177013" y="92078"/>
                  <a:pt x="1175206" y="83943"/>
                  <a:pt x="1175206" y="74354"/>
                </a:cubicBezTo>
                <a:moveTo>
                  <a:pt x="1197842" y="75533"/>
                </a:moveTo>
                <a:cubicBezTo>
                  <a:pt x="1197842" y="83786"/>
                  <a:pt x="1199807" y="90107"/>
                  <a:pt x="1203737" y="94495"/>
                </a:cubicBezTo>
                <a:cubicBezTo>
                  <a:pt x="1207667" y="98884"/>
                  <a:pt x="1212514" y="101078"/>
                  <a:pt x="1218278" y="101078"/>
                </a:cubicBezTo>
                <a:cubicBezTo>
                  <a:pt x="1224042" y="101078"/>
                  <a:pt x="1228875" y="98884"/>
                  <a:pt x="1232779" y="94495"/>
                </a:cubicBezTo>
                <a:cubicBezTo>
                  <a:pt x="1236683" y="90107"/>
                  <a:pt x="1238635" y="83734"/>
                  <a:pt x="1238635" y="75376"/>
                </a:cubicBezTo>
                <a:cubicBezTo>
                  <a:pt x="1238635" y="67228"/>
                  <a:pt x="1236683" y="60960"/>
                  <a:pt x="1232779" y="56571"/>
                </a:cubicBezTo>
                <a:cubicBezTo>
                  <a:pt x="1228875" y="52183"/>
                  <a:pt x="1224042" y="49989"/>
                  <a:pt x="1218278" y="49989"/>
                </a:cubicBezTo>
                <a:cubicBezTo>
                  <a:pt x="1212514" y="49989"/>
                  <a:pt x="1207667" y="52183"/>
                  <a:pt x="1203737" y="56571"/>
                </a:cubicBezTo>
                <a:cubicBezTo>
                  <a:pt x="1199807" y="60960"/>
                  <a:pt x="1197842" y="67280"/>
                  <a:pt x="1197842" y="75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DevelopersInspection">
            <a:extLst xmlns:a="http://schemas.openxmlformats.org/drawingml/2006/main">
              <a:ext uri="{FF2B5EF4-FFF2-40B4-BE49-F238E27FC236}">
                <a16:creationId xmlns:a16="http://schemas.microsoft.com/office/drawing/2014/main" id="{FC758660-D2D8-4B60-AC72-FF6B4B2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164" y="4092952"/>
            <a:ext cx="1695041" cy="146979"/>
          </a:xfrm>
          <a:custGeom xmlns:a="http://schemas.openxmlformats.org/drawingml/2006/main">
            <a:pathLst>
              <a:path w="1695041" h="146979">
                <a:moveTo>
                  <a:pt x="0" y="0"/>
                </a:moveTo>
                <a:lnTo>
                  <a:pt x="42522" y="0"/>
                </a:lnTo>
                <a:cubicBezTo>
                  <a:pt x="52111" y="0"/>
                  <a:pt x="59421" y="734"/>
                  <a:pt x="64451" y="2201"/>
                </a:cubicBezTo>
                <a:cubicBezTo>
                  <a:pt x="71210" y="4192"/>
                  <a:pt x="77000" y="7729"/>
                  <a:pt x="81821" y="12812"/>
                </a:cubicBezTo>
                <a:cubicBezTo>
                  <a:pt x="86642" y="17894"/>
                  <a:pt x="90310" y="24117"/>
                  <a:pt x="92825" y="31479"/>
                </a:cubicBezTo>
                <a:cubicBezTo>
                  <a:pt x="95340" y="38841"/>
                  <a:pt x="96598" y="47919"/>
                  <a:pt x="96598" y="58713"/>
                </a:cubicBezTo>
                <a:cubicBezTo>
                  <a:pt x="96598" y="68197"/>
                  <a:pt x="95419" y="76372"/>
                  <a:pt x="93061" y="83236"/>
                </a:cubicBezTo>
                <a:cubicBezTo>
                  <a:pt x="90179" y="91620"/>
                  <a:pt x="86065" y="98405"/>
                  <a:pt x="80721" y="103593"/>
                </a:cubicBezTo>
                <a:cubicBezTo>
                  <a:pt x="76686" y="107523"/>
                  <a:pt x="71236" y="110588"/>
                  <a:pt x="64372" y="112789"/>
                </a:cubicBezTo>
                <a:cubicBezTo>
                  <a:pt x="59237" y="114413"/>
                  <a:pt x="52373" y="115225"/>
                  <a:pt x="43779" y="115225"/>
                </a:cubicBezTo>
                <a:lnTo>
                  <a:pt x="0" y="115225"/>
                </a:lnTo>
                <a:lnTo>
                  <a:pt x="0" y="0"/>
                </a:lnTo>
                <a:moveTo>
                  <a:pt x="23265" y="19492"/>
                </a:moveTo>
                <a:lnTo>
                  <a:pt x="23265" y="95733"/>
                </a:lnTo>
                <a:lnTo>
                  <a:pt x="40635" y="95733"/>
                </a:lnTo>
                <a:cubicBezTo>
                  <a:pt x="47133" y="95733"/>
                  <a:pt x="51823" y="95366"/>
                  <a:pt x="54705" y="94633"/>
                </a:cubicBezTo>
                <a:cubicBezTo>
                  <a:pt x="58477" y="93691"/>
                  <a:pt x="61608" y="92095"/>
                  <a:pt x="64097" y="89846"/>
                </a:cubicBezTo>
                <a:cubicBezTo>
                  <a:pt x="66586" y="87594"/>
                  <a:pt x="68617" y="83890"/>
                  <a:pt x="70189" y="78734"/>
                </a:cubicBezTo>
                <a:cubicBezTo>
                  <a:pt x="71760" y="73577"/>
                  <a:pt x="72546" y="66550"/>
                  <a:pt x="72546" y="57652"/>
                </a:cubicBezTo>
                <a:cubicBezTo>
                  <a:pt x="72546" y="48754"/>
                  <a:pt x="71760" y="41923"/>
                  <a:pt x="70189" y="37160"/>
                </a:cubicBezTo>
                <a:cubicBezTo>
                  <a:pt x="68617" y="32397"/>
                  <a:pt x="66416" y="28680"/>
                  <a:pt x="63586" y="26011"/>
                </a:cubicBezTo>
                <a:cubicBezTo>
                  <a:pt x="60757" y="23340"/>
                  <a:pt x="57167" y="21534"/>
                  <a:pt x="52818" y="20593"/>
                </a:cubicBezTo>
                <a:cubicBezTo>
                  <a:pt x="49569" y="19859"/>
                  <a:pt x="43203" y="19492"/>
                  <a:pt x="33719" y="19492"/>
                </a:cubicBezTo>
                <a:lnTo>
                  <a:pt x="23265" y="19492"/>
                </a:lnTo>
                <a:close/>
                <a:moveTo>
                  <a:pt x="164480" y="88659"/>
                </a:moveTo>
                <a:lnTo>
                  <a:pt x="186487" y="92432"/>
                </a:lnTo>
                <a:cubicBezTo>
                  <a:pt x="183658" y="100475"/>
                  <a:pt x="179191" y="106599"/>
                  <a:pt x="173086" y="110804"/>
                </a:cubicBezTo>
                <a:cubicBezTo>
                  <a:pt x="166982" y="115009"/>
                  <a:pt x="159345" y="117112"/>
                  <a:pt x="150175" y="117112"/>
                </a:cubicBezTo>
                <a:cubicBezTo>
                  <a:pt x="135660" y="117112"/>
                  <a:pt x="124918" y="112370"/>
                  <a:pt x="117949" y="102886"/>
                </a:cubicBezTo>
                <a:cubicBezTo>
                  <a:pt x="112448" y="95288"/>
                  <a:pt x="109697" y="85699"/>
                  <a:pt x="109697" y="74118"/>
                </a:cubicBezTo>
                <a:cubicBezTo>
                  <a:pt x="109697" y="60285"/>
                  <a:pt x="113312" y="49452"/>
                  <a:pt x="120543" y="41618"/>
                </a:cubicBezTo>
                <a:cubicBezTo>
                  <a:pt x="127774" y="33784"/>
                  <a:pt x="136918" y="29867"/>
                  <a:pt x="147974" y="29867"/>
                </a:cubicBezTo>
                <a:cubicBezTo>
                  <a:pt x="160393" y="29867"/>
                  <a:pt x="170191" y="33968"/>
                  <a:pt x="177370" y="42168"/>
                </a:cubicBezTo>
                <a:cubicBezTo>
                  <a:pt x="184549" y="50369"/>
                  <a:pt x="187981" y="62931"/>
                  <a:pt x="187666" y="79856"/>
                </a:cubicBezTo>
                <a:lnTo>
                  <a:pt x="132333" y="79856"/>
                </a:lnTo>
                <a:cubicBezTo>
                  <a:pt x="132490" y="86406"/>
                  <a:pt x="134272" y="91502"/>
                  <a:pt x="137678" y="95144"/>
                </a:cubicBezTo>
                <a:cubicBezTo>
                  <a:pt x="141084" y="98785"/>
                  <a:pt x="145328" y="100606"/>
                  <a:pt x="150411" y="100606"/>
                </a:cubicBezTo>
                <a:cubicBezTo>
                  <a:pt x="153869" y="100606"/>
                  <a:pt x="156777" y="99663"/>
                  <a:pt x="159135" y="97777"/>
                </a:cubicBezTo>
                <a:cubicBezTo>
                  <a:pt x="161493" y="95890"/>
                  <a:pt x="163275" y="92851"/>
                  <a:pt x="164480" y="88659"/>
                </a:cubicBezTo>
                <a:moveTo>
                  <a:pt x="165737" y="66337"/>
                </a:moveTo>
                <a:cubicBezTo>
                  <a:pt x="165580" y="59971"/>
                  <a:pt x="163930" y="55130"/>
                  <a:pt x="160786" y="51816"/>
                </a:cubicBezTo>
                <a:cubicBezTo>
                  <a:pt x="157642" y="48502"/>
                  <a:pt x="153817" y="46845"/>
                  <a:pt x="149310" y="46845"/>
                </a:cubicBezTo>
                <a:cubicBezTo>
                  <a:pt x="144490" y="46845"/>
                  <a:pt x="140507" y="48593"/>
                  <a:pt x="137363" y="52089"/>
                </a:cubicBezTo>
                <a:cubicBezTo>
                  <a:pt x="134219" y="55586"/>
                  <a:pt x="132674" y="60336"/>
                  <a:pt x="132726" y="66337"/>
                </a:cubicBezTo>
                <a:lnTo>
                  <a:pt x="165737" y="66337"/>
                </a:lnTo>
                <a:close/>
                <a:moveTo>
                  <a:pt x="228592" y="115225"/>
                </a:moveTo>
                <a:lnTo>
                  <a:pt x="194952" y="31754"/>
                </a:lnTo>
                <a:lnTo>
                  <a:pt x="218138" y="31754"/>
                </a:lnTo>
                <a:lnTo>
                  <a:pt x="233858" y="74354"/>
                </a:lnTo>
                <a:lnTo>
                  <a:pt x="238417" y="88581"/>
                </a:lnTo>
                <a:cubicBezTo>
                  <a:pt x="239622" y="84965"/>
                  <a:pt x="240382" y="82581"/>
                  <a:pt x="240696" y="81428"/>
                </a:cubicBezTo>
                <a:cubicBezTo>
                  <a:pt x="241430" y="79070"/>
                  <a:pt x="242216" y="76712"/>
                  <a:pt x="243054" y="74354"/>
                </a:cubicBezTo>
                <a:lnTo>
                  <a:pt x="258931" y="31754"/>
                </a:lnTo>
                <a:lnTo>
                  <a:pt x="281646" y="31754"/>
                </a:lnTo>
                <a:lnTo>
                  <a:pt x="248477" y="115225"/>
                </a:lnTo>
                <a:lnTo>
                  <a:pt x="228592" y="115225"/>
                </a:lnTo>
                <a:close/>
                <a:moveTo>
                  <a:pt x="343478" y="88659"/>
                </a:moveTo>
                <a:lnTo>
                  <a:pt x="365486" y="92432"/>
                </a:lnTo>
                <a:cubicBezTo>
                  <a:pt x="362656" y="100475"/>
                  <a:pt x="358189" y="106599"/>
                  <a:pt x="352085" y="110804"/>
                </a:cubicBezTo>
                <a:cubicBezTo>
                  <a:pt x="345980" y="115009"/>
                  <a:pt x="338343" y="117112"/>
                  <a:pt x="329173" y="117112"/>
                </a:cubicBezTo>
                <a:cubicBezTo>
                  <a:pt x="314659" y="117112"/>
                  <a:pt x="303917" y="112370"/>
                  <a:pt x="296948" y="102886"/>
                </a:cubicBezTo>
                <a:cubicBezTo>
                  <a:pt x="291446" y="95288"/>
                  <a:pt x="288695" y="85699"/>
                  <a:pt x="288695" y="74118"/>
                </a:cubicBezTo>
                <a:cubicBezTo>
                  <a:pt x="288695" y="60285"/>
                  <a:pt x="292311" y="49452"/>
                  <a:pt x="299542" y="41618"/>
                </a:cubicBezTo>
                <a:cubicBezTo>
                  <a:pt x="306773" y="33784"/>
                  <a:pt x="315917" y="29867"/>
                  <a:pt x="326973" y="29867"/>
                </a:cubicBezTo>
                <a:cubicBezTo>
                  <a:pt x="339391" y="29867"/>
                  <a:pt x="349190" y="33968"/>
                  <a:pt x="356369" y="42168"/>
                </a:cubicBezTo>
                <a:cubicBezTo>
                  <a:pt x="363547" y="50369"/>
                  <a:pt x="366979" y="62931"/>
                  <a:pt x="366665" y="79856"/>
                </a:cubicBezTo>
                <a:lnTo>
                  <a:pt x="311332" y="79856"/>
                </a:lnTo>
                <a:cubicBezTo>
                  <a:pt x="311489" y="86406"/>
                  <a:pt x="313270" y="91502"/>
                  <a:pt x="316676" y="95144"/>
                </a:cubicBezTo>
                <a:cubicBezTo>
                  <a:pt x="320082" y="98785"/>
                  <a:pt x="324327" y="100606"/>
                  <a:pt x="329409" y="100606"/>
                </a:cubicBezTo>
                <a:cubicBezTo>
                  <a:pt x="332868" y="100606"/>
                  <a:pt x="335776" y="99663"/>
                  <a:pt x="338134" y="97777"/>
                </a:cubicBezTo>
                <a:cubicBezTo>
                  <a:pt x="340492" y="95890"/>
                  <a:pt x="342273" y="92851"/>
                  <a:pt x="343478" y="88659"/>
                </a:cubicBezTo>
                <a:moveTo>
                  <a:pt x="344736" y="66337"/>
                </a:moveTo>
                <a:cubicBezTo>
                  <a:pt x="344579" y="59971"/>
                  <a:pt x="342928" y="55130"/>
                  <a:pt x="339784" y="51816"/>
                </a:cubicBezTo>
                <a:cubicBezTo>
                  <a:pt x="336640" y="48502"/>
                  <a:pt x="332815" y="46845"/>
                  <a:pt x="328309" y="46845"/>
                </a:cubicBezTo>
                <a:cubicBezTo>
                  <a:pt x="323488" y="46845"/>
                  <a:pt x="319506" y="48593"/>
                  <a:pt x="316362" y="52089"/>
                </a:cubicBezTo>
                <a:cubicBezTo>
                  <a:pt x="313218" y="55586"/>
                  <a:pt x="311672" y="60336"/>
                  <a:pt x="311725" y="66337"/>
                </a:cubicBezTo>
                <a:lnTo>
                  <a:pt x="344736" y="66337"/>
                </a:lnTo>
                <a:close/>
                <a:moveTo>
                  <a:pt x="384639" y="115225"/>
                </a:moveTo>
                <a:lnTo>
                  <a:pt x="384639" y="0"/>
                </a:lnTo>
                <a:lnTo>
                  <a:pt x="406726" y="0"/>
                </a:lnTo>
                <a:lnTo>
                  <a:pt x="406726" y="115225"/>
                </a:lnTo>
                <a:lnTo>
                  <a:pt x="384639" y="115225"/>
                </a:lnTo>
                <a:close/>
                <a:moveTo>
                  <a:pt x="424280" y="72311"/>
                </a:moveTo>
                <a:cubicBezTo>
                  <a:pt x="424280" y="64975"/>
                  <a:pt x="426088" y="57875"/>
                  <a:pt x="429703" y="51010"/>
                </a:cubicBezTo>
                <a:cubicBezTo>
                  <a:pt x="433319" y="44146"/>
                  <a:pt x="438441" y="38906"/>
                  <a:pt x="445069" y="35291"/>
                </a:cubicBezTo>
                <a:cubicBezTo>
                  <a:pt x="451698" y="31675"/>
                  <a:pt x="459099" y="29867"/>
                  <a:pt x="467274" y="29867"/>
                </a:cubicBezTo>
                <a:cubicBezTo>
                  <a:pt x="479902" y="29867"/>
                  <a:pt x="490251" y="33968"/>
                  <a:pt x="498320" y="42168"/>
                </a:cubicBezTo>
                <a:cubicBezTo>
                  <a:pt x="506389" y="50369"/>
                  <a:pt x="510424" y="60730"/>
                  <a:pt x="510424" y="73254"/>
                </a:cubicBezTo>
                <a:cubicBezTo>
                  <a:pt x="510424" y="85882"/>
                  <a:pt x="506350" y="96349"/>
                  <a:pt x="498202" y="104654"/>
                </a:cubicBezTo>
                <a:cubicBezTo>
                  <a:pt x="490054" y="112959"/>
                  <a:pt x="479797" y="117112"/>
                  <a:pt x="467431" y="117112"/>
                </a:cubicBezTo>
                <a:cubicBezTo>
                  <a:pt x="459781" y="117112"/>
                  <a:pt x="452484" y="115383"/>
                  <a:pt x="445541" y="111924"/>
                </a:cubicBezTo>
                <a:cubicBezTo>
                  <a:pt x="438598" y="108466"/>
                  <a:pt x="433319" y="103396"/>
                  <a:pt x="429703" y="96716"/>
                </a:cubicBezTo>
                <a:cubicBezTo>
                  <a:pt x="426088" y="90035"/>
                  <a:pt x="424280" y="81900"/>
                  <a:pt x="424280" y="72311"/>
                </a:cubicBezTo>
                <a:moveTo>
                  <a:pt x="446917" y="73490"/>
                </a:moveTo>
                <a:cubicBezTo>
                  <a:pt x="446917" y="81742"/>
                  <a:pt x="448882" y="88063"/>
                  <a:pt x="452811" y="92452"/>
                </a:cubicBezTo>
                <a:cubicBezTo>
                  <a:pt x="456741" y="96840"/>
                  <a:pt x="461588" y="99034"/>
                  <a:pt x="467352" y="99034"/>
                </a:cubicBezTo>
                <a:cubicBezTo>
                  <a:pt x="473116" y="99034"/>
                  <a:pt x="477950" y="96840"/>
                  <a:pt x="481854" y="92452"/>
                </a:cubicBezTo>
                <a:cubicBezTo>
                  <a:pt x="485757" y="88063"/>
                  <a:pt x="487709" y="81690"/>
                  <a:pt x="487709" y="73332"/>
                </a:cubicBezTo>
                <a:cubicBezTo>
                  <a:pt x="487709" y="65184"/>
                  <a:pt x="485757" y="58916"/>
                  <a:pt x="481854" y="54528"/>
                </a:cubicBezTo>
                <a:cubicBezTo>
                  <a:pt x="477950" y="50139"/>
                  <a:pt x="473116" y="47945"/>
                  <a:pt x="467352" y="47945"/>
                </a:cubicBezTo>
                <a:cubicBezTo>
                  <a:pt x="461588" y="47945"/>
                  <a:pt x="456741" y="50139"/>
                  <a:pt x="452811" y="54528"/>
                </a:cubicBezTo>
                <a:cubicBezTo>
                  <a:pt x="448882" y="58916"/>
                  <a:pt x="446917" y="65237"/>
                  <a:pt x="446917" y="73490"/>
                </a:cubicBezTo>
                <a:close/>
                <a:moveTo>
                  <a:pt x="527113" y="31754"/>
                </a:moveTo>
                <a:lnTo>
                  <a:pt x="547706" y="31754"/>
                </a:lnTo>
                <a:lnTo>
                  <a:pt x="547706" y="44015"/>
                </a:lnTo>
                <a:cubicBezTo>
                  <a:pt x="550378" y="39823"/>
                  <a:pt x="553994" y="36417"/>
                  <a:pt x="558552" y="33797"/>
                </a:cubicBezTo>
                <a:cubicBezTo>
                  <a:pt x="563111" y="31177"/>
                  <a:pt x="568168" y="29867"/>
                  <a:pt x="573722" y="29867"/>
                </a:cubicBezTo>
                <a:cubicBezTo>
                  <a:pt x="583416" y="29867"/>
                  <a:pt x="591642" y="33666"/>
                  <a:pt x="598402" y="41264"/>
                </a:cubicBezTo>
                <a:cubicBezTo>
                  <a:pt x="605161" y="48862"/>
                  <a:pt x="608541" y="59447"/>
                  <a:pt x="608541" y="73018"/>
                </a:cubicBezTo>
                <a:cubicBezTo>
                  <a:pt x="608541" y="86956"/>
                  <a:pt x="605135" y="97790"/>
                  <a:pt x="598323" y="105519"/>
                </a:cubicBezTo>
                <a:cubicBezTo>
                  <a:pt x="591511" y="113247"/>
                  <a:pt x="583258" y="117112"/>
                  <a:pt x="573565" y="117112"/>
                </a:cubicBezTo>
                <a:cubicBezTo>
                  <a:pt x="568953" y="117112"/>
                  <a:pt x="564775" y="116195"/>
                  <a:pt x="561028" y="114361"/>
                </a:cubicBezTo>
                <a:cubicBezTo>
                  <a:pt x="557282" y="112527"/>
                  <a:pt x="553339" y="109383"/>
                  <a:pt x="549199" y="104929"/>
                </a:cubicBezTo>
                <a:lnTo>
                  <a:pt x="549199" y="146979"/>
                </a:lnTo>
                <a:lnTo>
                  <a:pt x="527113" y="146979"/>
                </a:lnTo>
                <a:lnTo>
                  <a:pt x="527113" y="31754"/>
                </a:lnTo>
                <a:moveTo>
                  <a:pt x="548963" y="72038"/>
                </a:moveTo>
                <a:cubicBezTo>
                  <a:pt x="548963" y="81403"/>
                  <a:pt x="550823" y="88322"/>
                  <a:pt x="554544" y="92795"/>
                </a:cubicBezTo>
                <a:cubicBezTo>
                  <a:pt x="558264" y="97269"/>
                  <a:pt x="562797" y="99506"/>
                  <a:pt x="568141" y="99506"/>
                </a:cubicBezTo>
                <a:cubicBezTo>
                  <a:pt x="573276" y="99506"/>
                  <a:pt x="577547" y="97452"/>
                  <a:pt x="580953" y="93346"/>
                </a:cubicBezTo>
                <a:cubicBezTo>
                  <a:pt x="584359" y="89239"/>
                  <a:pt x="586062" y="82502"/>
                  <a:pt x="586062" y="73136"/>
                </a:cubicBezTo>
                <a:cubicBezTo>
                  <a:pt x="586062" y="64398"/>
                  <a:pt x="584306" y="57911"/>
                  <a:pt x="580796" y="53673"/>
                </a:cubicBezTo>
                <a:cubicBezTo>
                  <a:pt x="577285" y="49435"/>
                  <a:pt x="572936" y="47316"/>
                  <a:pt x="567748" y="47316"/>
                </a:cubicBezTo>
                <a:cubicBezTo>
                  <a:pt x="562351" y="47316"/>
                  <a:pt x="557871" y="49396"/>
                  <a:pt x="554308" y="53555"/>
                </a:cubicBezTo>
                <a:cubicBezTo>
                  <a:pt x="550745" y="57714"/>
                  <a:pt x="548963" y="63875"/>
                  <a:pt x="548963" y="72038"/>
                </a:cubicBezTo>
                <a:close/>
                <a:moveTo>
                  <a:pt x="674432" y="88659"/>
                </a:moveTo>
                <a:lnTo>
                  <a:pt x="696440" y="92432"/>
                </a:lnTo>
                <a:cubicBezTo>
                  <a:pt x="693610" y="100475"/>
                  <a:pt x="689143" y="106599"/>
                  <a:pt x="683039" y="110804"/>
                </a:cubicBezTo>
                <a:cubicBezTo>
                  <a:pt x="676934" y="115009"/>
                  <a:pt x="669297" y="117112"/>
                  <a:pt x="660127" y="117112"/>
                </a:cubicBezTo>
                <a:cubicBezTo>
                  <a:pt x="645613" y="117112"/>
                  <a:pt x="634871" y="112370"/>
                  <a:pt x="627902" y="102886"/>
                </a:cubicBezTo>
                <a:cubicBezTo>
                  <a:pt x="622400" y="95288"/>
                  <a:pt x="619649" y="85699"/>
                  <a:pt x="619649" y="74118"/>
                </a:cubicBezTo>
                <a:cubicBezTo>
                  <a:pt x="619649" y="60285"/>
                  <a:pt x="623264" y="49452"/>
                  <a:pt x="630495" y="41618"/>
                </a:cubicBezTo>
                <a:cubicBezTo>
                  <a:pt x="637727" y="33784"/>
                  <a:pt x="646870" y="29867"/>
                  <a:pt x="657926" y="29867"/>
                </a:cubicBezTo>
                <a:cubicBezTo>
                  <a:pt x="670345" y="29867"/>
                  <a:pt x="680144" y="33968"/>
                  <a:pt x="687322" y="42168"/>
                </a:cubicBezTo>
                <a:cubicBezTo>
                  <a:pt x="694501" y="50369"/>
                  <a:pt x="697933" y="62931"/>
                  <a:pt x="697619" y="79856"/>
                </a:cubicBezTo>
                <a:lnTo>
                  <a:pt x="642285" y="79856"/>
                </a:lnTo>
                <a:cubicBezTo>
                  <a:pt x="642442" y="86406"/>
                  <a:pt x="644224" y="91502"/>
                  <a:pt x="647630" y="95144"/>
                </a:cubicBezTo>
                <a:cubicBezTo>
                  <a:pt x="651036" y="98785"/>
                  <a:pt x="655280" y="100606"/>
                  <a:pt x="660363" y="100606"/>
                </a:cubicBezTo>
                <a:cubicBezTo>
                  <a:pt x="663821" y="100606"/>
                  <a:pt x="666729" y="99663"/>
                  <a:pt x="669087" y="97777"/>
                </a:cubicBezTo>
                <a:cubicBezTo>
                  <a:pt x="671445" y="95890"/>
                  <a:pt x="673227" y="92851"/>
                  <a:pt x="674432" y="88659"/>
                </a:cubicBezTo>
                <a:moveTo>
                  <a:pt x="675690" y="66337"/>
                </a:moveTo>
                <a:cubicBezTo>
                  <a:pt x="675532" y="59971"/>
                  <a:pt x="673882" y="55130"/>
                  <a:pt x="670738" y="51816"/>
                </a:cubicBezTo>
                <a:cubicBezTo>
                  <a:pt x="667594" y="48502"/>
                  <a:pt x="663769" y="46845"/>
                  <a:pt x="659263" y="46845"/>
                </a:cubicBezTo>
                <a:cubicBezTo>
                  <a:pt x="654442" y="46845"/>
                  <a:pt x="650459" y="48593"/>
                  <a:pt x="647316" y="52089"/>
                </a:cubicBezTo>
                <a:cubicBezTo>
                  <a:pt x="644172" y="55586"/>
                  <a:pt x="642626" y="60336"/>
                  <a:pt x="642678" y="66337"/>
                </a:cubicBezTo>
                <a:lnTo>
                  <a:pt x="675690" y="66337"/>
                </a:lnTo>
                <a:close/>
                <a:moveTo>
                  <a:pt x="736736" y="115225"/>
                </a:moveTo>
                <a:lnTo>
                  <a:pt x="714650" y="115225"/>
                </a:lnTo>
                <a:lnTo>
                  <a:pt x="714650" y="31754"/>
                </a:lnTo>
                <a:lnTo>
                  <a:pt x="735164" y="31754"/>
                </a:lnTo>
                <a:lnTo>
                  <a:pt x="735164" y="43622"/>
                </a:lnTo>
                <a:cubicBezTo>
                  <a:pt x="738675" y="38015"/>
                  <a:pt x="741832" y="34321"/>
                  <a:pt x="744636" y="32540"/>
                </a:cubicBezTo>
                <a:cubicBezTo>
                  <a:pt x="747439" y="30758"/>
                  <a:pt x="750622" y="29867"/>
                  <a:pt x="754185" y="29867"/>
                </a:cubicBezTo>
                <a:cubicBezTo>
                  <a:pt x="759216" y="29867"/>
                  <a:pt x="764063" y="31256"/>
                  <a:pt x="768726" y="34033"/>
                </a:cubicBezTo>
                <a:lnTo>
                  <a:pt x="761888" y="53290"/>
                </a:lnTo>
                <a:cubicBezTo>
                  <a:pt x="758168" y="50879"/>
                  <a:pt x="754709" y="49674"/>
                  <a:pt x="751513" y="49674"/>
                </a:cubicBezTo>
                <a:cubicBezTo>
                  <a:pt x="748421" y="49674"/>
                  <a:pt x="745801" y="50526"/>
                  <a:pt x="743653" y="52229"/>
                </a:cubicBezTo>
                <a:cubicBezTo>
                  <a:pt x="741505" y="53932"/>
                  <a:pt x="739815" y="57010"/>
                  <a:pt x="738583" y="61464"/>
                </a:cubicBezTo>
                <a:cubicBezTo>
                  <a:pt x="737352" y="65918"/>
                  <a:pt x="736736" y="75245"/>
                  <a:pt x="736736" y="89445"/>
                </a:cubicBezTo>
                <a:lnTo>
                  <a:pt x="736736" y="115225"/>
                </a:lnTo>
                <a:close/>
                <a:moveTo>
                  <a:pt x="770430" y="91489"/>
                </a:moveTo>
                <a:lnTo>
                  <a:pt x="792595" y="88030"/>
                </a:lnTo>
                <a:cubicBezTo>
                  <a:pt x="793538" y="92301"/>
                  <a:pt x="795451" y="95543"/>
                  <a:pt x="798332" y="97757"/>
                </a:cubicBezTo>
                <a:cubicBezTo>
                  <a:pt x="801214" y="99971"/>
                  <a:pt x="805249" y="101078"/>
                  <a:pt x="810437" y="101078"/>
                </a:cubicBezTo>
                <a:cubicBezTo>
                  <a:pt x="816148" y="101078"/>
                  <a:pt x="820445" y="100031"/>
                  <a:pt x="823327" y="97939"/>
                </a:cubicBezTo>
                <a:cubicBezTo>
                  <a:pt x="825266" y="96473"/>
                  <a:pt x="826235" y="94511"/>
                  <a:pt x="826235" y="92051"/>
                </a:cubicBezTo>
                <a:cubicBezTo>
                  <a:pt x="826235" y="90376"/>
                  <a:pt x="825711" y="88989"/>
                  <a:pt x="824663" y="87890"/>
                </a:cubicBezTo>
                <a:cubicBezTo>
                  <a:pt x="823563" y="86844"/>
                  <a:pt x="821100" y="85876"/>
                  <a:pt x="817275" y="84987"/>
                </a:cubicBezTo>
                <a:cubicBezTo>
                  <a:pt x="799459" y="81064"/>
                  <a:pt x="788167" y="77479"/>
                  <a:pt x="783399" y="74234"/>
                </a:cubicBezTo>
                <a:cubicBezTo>
                  <a:pt x="776796" y="69731"/>
                  <a:pt x="773495" y="63475"/>
                  <a:pt x="773495" y="55466"/>
                </a:cubicBezTo>
                <a:cubicBezTo>
                  <a:pt x="773495" y="48241"/>
                  <a:pt x="776351" y="42169"/>
                  <a:pt x="782063" y="37248"/>
                </a:cubicBezTo>
                <a:cubicBezTo>
                  <a:pt x="787774" y="32328"/>
                  <a:pt x="796630" y="29867"/>
                  <a:pt x="808629" y="29867"/>
                </a:cubicBezTo>
                <a:cubicBezTo>
                  <a:pt x="820052" y="29867"/>
                  <a:pt x="828541" y="31721"/>
                  <a:pt x="834095" y="35428"/>
                </a:cubicBezTo>
                <a:cubicBezTo>
                  <a:pt x="839649" y="39136"/>
                  <a:pt x="843474" y="44618"/>
                  <a:pt x="845570" y="51875"/>
                </a:cubicBezTo>
                <a:lnTo>
                  <a:pt x="824742" y="55805"/>
                </a:lnTo>
                <a:cubicBezTo>
                  <a:pt x="823851" y="52556"/>
                  <a:pt x="822161" y="50067"/>
                  <a:pt x="819672" y="48338"/>
                </a:cubicBezTo>
                <a:cubicBezTo>
                  <a:pt x="817183" y="46609"/>
                  <a:pt x="813633" y="45744"/>
                  <a:pt x="809022" y="45744"/>
                </a:cubicBezTo>
                <a:cubicBezTo>
                  <a:pt x="803206" y="45744"/>
                  <a:pt x="799040" y="46556"/>
                  <a:pt x="796525" y="48178"/>
                </a:cubicBezTo>
                <a:cubicBezTo>
                  <a:pt x="794848" y="49328"/>
                  <a:pt x="794010" y="50819"/>
                  <a:pt x="794010" y="52651"/>
                </a:cubicBezTo>
                <a:cubicBezTo>
                  <a:pt x="794010" y="54220"/>
                  <a:pt x="794743" y="55554"/>
                  <a:pt x="796210" y="56652"/>
                </a:cubicBezTo>
                <a:cubicBezTo>
                  <a:pt x="798201" y="58118"/>
                  <a:pt x="805079" y="60185"/>
                  <a:pt x="816842" y="62854"/>
                </a:cubicBezTo>
                <a:cubicBezTo>
                  <a:pt x="828606" y="65523"/>
                  <a:pt x="836820" y="68797"/>
                  <a:pt x="841483" y="72677"/>
                </a:cubicBezTo>
                <a:cubicBezTo>
                  <a:pt x="846094" y="76610"/>
                  <a:pt x="848400" y="82089"/>
                  <a:pt x="848400" y="89114"/>
                </a:cubicBezTo>
                <a:cubicBezTo>
                  <a:pt x="848400" y="96769"/>
                  <a:pt x="845203" y="103349"/>
                  <a:pt x="838811" y="108854"/>
                </a:cubicBezTo>
                <a:cubicBezTo>
                  <a:pt x="832418" y="114359"/>
                  <a:pt x="822960" y="117112"/>
                  <a:pt x="810437" y="117112"/>
                </a:cubicBezTo>
                <a:cubicBezTo>
                  <a:pt x="799066" y="117112"/>
                  <a:pt x="790067" y="114814"/>
                  <a:pt x="783438" y="110217"/>
                </a:cubicBezTo>
                <a:cubicBezTo>
                  <a:pt x="776810" y="105619"/>
                  <a:pt x="772474" y="99376"/>
                  <a:pt x="770430" y="91489"/>
                </a:cubicBezTo>
                <a:close/>
                <a:moveTo>
                  <a:pt x="911910" y="115225"/>
                </a:moveTo>
                <a:lnTo>
                  <a:pt x="911910" y="0"/>
                </a:lnTo>
                <a:lnTo>
                  <a:pt x="935175" y="0"/>
                </a:lnTo>
                <a:lnTo>
                  <a:pt x="935175" y="115225"/>
                </a:lnTo>
                <a:lnTo>
                  <a:pt x="911910" y="115225"/>
                </a:lnTo>
                <a:close/>
                <a:moveTo>
                  <a:pt x="1033136" y="115225"/>
                </a:moveTo>
                <a:lnTo>
                  <a:pt x="1011050" y="115225"/>
                </a:lnTo>
                <a:lnTo>
                  <a:pt x="1011050" y="72674"/>
                </a:lnTo>
                <a:cubicBezTo>
                  <a:pt x="1011050" y="63671"/>
                  <a:pt x="1010578" y="57849"/>
                  <a:pt x="1009635" y="55206"/>
                </a:cubicBezTo>
                <a:cubicBezTo>
                  <a:pt x="1008692" y="52563"/>
                  <a:pt x="1007159" y="50509"/>
                  <a:pt x="1005037" y="49043"/>
                </a:cubicBezTo>
                <a:cubicBezTo>
                  <a:pt x="1002915" y="47578"/>
                  <a:pt x="1000360" y="46845"/>
                  <a:pt x="997373" y="46845"/>
                </a:cubicBezTo>
                <a:cubicBezTo>
                  <a:pt x="993548" y="46845"/>
                  <a:pt x="990116" y="47892"/>
                  <a:pt x="987077" y="49986"/>
                </a:cubicBezTo>
                <a:cubicBezTo>
                  <a:pt x="984038" y="52079"/>
                  <a:pt x="981955" y="54853"/>
                  <a:pt x="980828" y="58308"/>
                </a:cubicBezTo>
                <a:cubicBezTo>
                  <a:pt x="979702" y="61761"/>
                  <a:pt x="979139" y="68147"/>
                  <a:pt x="979139" y="77464"/>
                </a:cubicBezTo>
                <a:lnTo>
                  <a:pt x="979139" y="115225"/>
                </a:lnTo>
                <a:lnTo>
                  <a:pt x="957052" y="115225"/>
                </a:lnTo>
                <a:lnTo>
                  <a:pt x="957052" y="31754"/>
                </a:lnTo>
                <a:lnTo>
                  <a:pt x="977567" y="31754"/>
                </a:lnTo>
                <a:lnTo>
                  <a:pt x="977567" y="44015"/>
                </a:lnTo>
                <a:cubicBezTo>
                  <a:pt x="984850" y="34583"/>
                  <a:pt x="994020" y="29867"/>
                  <a:pt x="1005076" y="29867"/>
                </a:cubicBezTo>
                <a:cubicBezTo>
                  <a:pt x="1009949" y="29867"/>
                  <a:pt x="1014403" y="30745"/>
                  <a:pt x="1018438" y="32501"/>
                </a:cubicBezTo>
                <a:cubicBezTo>
                  <a:pt x="1022473" y="34256"/>
                  <a:pt x="1025525" y="36496"/>
                  <a:pt x="1027595" y="39221"/>
                </a:cubicBezTo>
                <a:cubicBezTo>
                  <a:pt x="1029664" y="41945"/>
                  <a:pt x="1031105" y="45037"/>
                  <a:pt x="1031918" y="48495"/>
                </a:cubicBezTo>
                <a:cubicBezTo>
                  <a:pt x="1032730" y="51954"/>
                  <a:pt x="1033136" y="56905"/>
                  <a:pt x="1033136" y="63350"/>
                </a:cubicBezTo>
                <a:lnTo>
                  <a:pt x="1033136" y="115225"/>
                </a:lnTo>
                <a:close/>
                <a:moveTo>
                  <a:pt x="1047780" y="91489"/>
                </a:moveTo>
                <a:lnTo>
                  <a:pt x="1069945" y="88030"/>
                </a:lnTo>
                <a:cubicBezTo>
                  <a:pt x="1070888" y="92301"/>
                  <a:pt x="1072801" y="95543"/>
                  <a:pt x="1075683" y="97757"/>
                </a:cubicBezTo>
                <a:cubicBezTo>
                  <a:pt x="1078565" y="99971"/>
                  <a:pt x="1082600" y="101078"/>
                  <a:pt x="1087787" y="101078"/>
                </a:cubicBezTo>
                <a:cubicBezTo>
                  <a:pt x="1093499" y="101078"/>
                  <a:pt x="1097795" y="100031"/>
                  <a:pt x="1100677" y="97939"/>
                </a:cubicBezTo>
                <a:cubicBezTo>
                  <a:pt x="1102616" y="96473"/>
                  <a:pt x="1103585" y="94511"/>
                  <a:pt x="1103585" y="92051"/>
                </a:cubicBezTo>
                <a:cubicBezTo>
                  <a:pt x="1103585" y="90376"/>
                  <a:pt x="1103061" y="88989"/>
                  <a:pt x="1102013" y="87890"/>
                </a:cubicBezTo>
                <a:cubicBezTo>
                  <a:pt x="1100913" y="86844"/>
                  <a:pt x="1098450" y="85876"/>
                  <a:pt x="1094625" y="84987"/>
                </a:cubicBezTo>
                <a:cubicBezTo>
                  <a:pt x="1076809" y="81064"/>
                  <a:pt x="1065517" y="77479"/>
                  <a:pt x="1060749" y="74234"/>
                </a:cubicBezTo>
                <a:cubicBezTo>
                  <a:pt x="1054147" y="69731"/>
                  <a:pt x="1050846" y="63475"/>
                  <a:pt x="1050846" y="55466"/>
                </a:cubicBezTo>
                <a:cubicBezTo>
                  <a:pt x="1050846" y="48241"/>
                  <a:pt x="1053701" y="42169"/>
                  <a:pt x="1059413" y="37248"/>
                </a:cubicBezTo>
                <a:cubicBezTo>
                  <a:pt x="1065124" y="32328"/>
                  <a:pt x="1073980" y="29867"/>
                  <a:pt x="1085979" y="29867"/>
                </a:cubicBezTo>
                <a:cubicBezTo>
                  <a:pt x="1097402" y="29867"/>
                  <a:pt x="1105891" y="31721"/>
                  <a:pt x="1111445" y="35428"/>
                </a:cubicBezTo>
                <a:cubicBezTo>
                  <a:pt x="1116999" y="39136"/>
                  <a:pt x="1120825" y="44618"/>
                  <a:pt x="1122921" y="51875"/>
                </a:cubicBezTo>
                <a:lnTo>
                  <a:pt x="1102092" y="55805"/>
                </a:lnTo>
                <a:cubicBezTo>
                  <a:pt x="1101201" y="52556"/>
                  <a:pt x="1099511" y="50067"/>
                  <a:pt x="1097022" y="48338"/>
                </a:cubicBezTo>
                <a:cubicBezTo>
                  <a:pt x="1094533" y="46609"/>
                  <a:pt x="1090983" y="45744"/>
                  <a:pt x="1086372" y="45744"/>
                </a:cubicBezTo>
                <a:cubicBezTo>
                  <a:pt x="1080556" y="45744"/>
                  <a:pt x="1076390" y="46556"/>
                  <a:pt x="1073875" y="48178"/>
                </a:cubicBezTo>
                <a:cubicBezTo>
                  <a:pt x="1072198" y="49328"/>
                  <a:pt x="1071360" y="50819"/>
                  <a:pt x="1071360" y="52651"/>
                </a:cubicBezTo>
                <a:cubicBezTo>
                  <a:pt x="1071360" y="54220"/>
                  <a:pt x="1072094" y="55554"/>
                  <a:pt x="1073561" y="56652"/>
                </a:cubicBezTo>
                <a:cubicBezTo>
                  <a:pt x="1075552" y="58118"/>
                  <a:pt x="1082429" y="60185"/>
                  <a:pt x="1094193" y="62854"/>
                </a:cubicBezTo>
                <a:cubicBezTo>
                  <a:pt x="1105956" y="65523"/>
                  <a:pt x="1114170" y="68797"/>
                  <a:pt x="1118833" y="72677"/>
                </a:cubicBezTo>
                <a:cubicBezTo>
                  <a:pt x="1123445" y="76610"/>
                  <a:pt x="1125750" y="82089"/>
                  <a:pt x="1125750" y="89114"/>
                </a:cubicBezTo>
                <a:cubicBezTo>
                  <a:pt x="1125750" y="96769"/>
                  <a:pt x="1122554" y="103349"/>
                  <a:pt x="1116161" y="108854"/>
                </a:cubicBezTo>
                <a:cubicBezTo>
                  <a:pt x="1109768" y="114359"/>
                  <a:pt x="1100310" y="117112"/>
                  <a:pt x="1087787" y="117112"/>
                </a:cubicBezTo>
                <a:cubicBezTo>
                  <a:pt x="1076416" y="117112"/>
                  <a:pt x="1067417" y="114814"/>
                  <a:pt x="1060788" y="110217"/>
                </a:cubicBezTo>
                <a:cubicBezTo>
                  <a:pt x="1054160" y="105619"/>
                  <a:pt x="1049824" y="99376"/>
                  <a:pt x="1047780" y="91489"/>
                </a:cubicBezTo>
                <a:close/>
                <a:moveTo>
                  <a:pt x="1144432" y="31754"/>
                </a:moveTo>
                <a:lnTo>
                  <a:pt x="1165025" y="31754"/>
                </a:lnTo>
                <a:lnTo>
                  <a:pt x="1165025" y="44015"/>
                </a:lnTo>
                <a:cubicBezTo>
                  <a:pt x="1167697" y="39823"/>
                  <a:pt x="1171313" y="36417"/>
                  <a:pt x="1175871" y="33797"/>
                </a:cubicBezTo>
                <a:cubicBezTo>
                  <a:pt x="1180430" y="31177"/>
                  <a:pt x="1185487" y="29867"/>
                  <a:pt x="1191041" y="29867"/>
                </a:cubicBezTo>
                <a:cubicBezTo>
                  <a:pt x="1200735" y="29867"/>
                  <a:pt x="1208961" y="33666"/>
                  <a:pt x="1215721" y="41264"/>
                </a:cubicBezTo>
                <a:cubicBezTo>
                  <a:pt x="1222480" y="48862"/>
                  <a:pt x="1225860" y="59447"/>
                  <a:pt x="1225860" y="73018"/>
                </a:cubicBezTo>
                <a:cubicBezTo>
                  <a:pt x="1225860" y="86956"/>
                  <a:pt x="1222454" y="97790"/>
                  <a:pt x="1215642" y="105519"/>
                </a:cubicBezTo>
                <a:cubicBezTo>
                  <a:pt x="1208830" y="113247"/>
                  <a:pt x="1200578" y="117112"/>
                  <a:pt x="1190884" y="117112"/>
                </a:cubicBezTo>
                <a:cubicBezTo>
                  <a:pt x="1186273" y="117112"/>
                  <a:pt x="1182094" y="116195"/>
                  <a:pt x="1178347" y="114361"/>
                </a:cubicBezTo>
                <a:cubicBezTo>
                  <a:pt x="1174601" y="112527"/>
                  <a:pt x="1170658" y="109383"/>
                  <a:pt x="1166518" y="104929"/>
                </a:cubicBezTo>
                <a:lnTo>
                  <a:pt x="1166518" y="146979"/>
                </a:lnTo>
                <a:lnTo>
                  <a:pt x="1144432" y="146979"/>
                </a:lnTo>
                <a:lnTo>
                  <a:pt x="1144432" y="31754"/>
                </a:lnTo>
                <a:moveTo>
                  <a:pt x="1166282" y="72038"/>
                </a:moveTo>
                <a:cubicBezTo>
                  <a:pt x="1166282" y="81403"/>
                  <a:pt x="1168143" y="88322"/>
                  <a:pt x="1171863" y="92795"/>
                </a:cubicBezTo>
                <a:cubicBezTo>
                  <a:pt x="1175583" y="97269"/>
                  <a:pt x="1180116" y="99506"/>
                  <a:pt x="1185460" y="99506"/>
                </a:cubicBezTo>
                <a:cubicBezTo>
                  <a:pt x="1190596" y="99506"/>
                  <a:pt x="1194866" y="97452"/>
                  <a:pt x="1198272" y="93346"/>
                </a:cubicBezTo>
                <a:cubicBezTo>
                  <a:pt x="1201678" y="89239"/>
                  <a:pt x="1203381" y="82502"/>
                  <a:pt x="1203381" y="73136"/>
                </a:cubicBezTo>
                <a:cubicBezTo>
                  <a:pt x="1203381" y="64398"/>
                  <a:pt x="1201626" y="57911"/>
                  <a:pt x="1198115" y="53673"/>
                </a:cubicBezTo>
                <a:cubicBezTo>
                  <a:pt x="1194604" y="49435"/>
                  <a:pt x="1190255" y="47316"/>
                  <a:pt x="1185067" y="47316"/>
                </a:cubicBezTo>
                <a:cubicBezTo>
                  <a:pt x="1179670" y="47316"/>
                  <a:pt x="1175190" y="49396"/>
                  <a:pt x="1171627" y="53555"/>
                </a:cubicBezTo>
                <a:cubicBezTo>
                  <a:pt x="1168064" y="57714"/>
                  <a:pt x="1166282" y="63875"/>
                  <a:pt x="1166282" y="72038"/>
                </a:cubicBezTo>
                <a:close/>
                <a:moveTo>
                  <a:pt x="1291751" y="88659"/>
                </a:moveTo>
                <a:lnTo>
                  <a:pt x="1313759" y="92432"/>
                </a:lnTo>
                <a:cubicBezTo>
                  <a:pt x="1310929" y="100475"/>
                  <a:pt x="1306462" y="106599"/>
                  <a:pt x="1300357" y="110804"/>
                </a:cubicBezTo>
                <a:cubicBezTo>
                  <a:pt x="1294253" y="115009"/>
                  <a:pt x="1286616" y="117112"/>
                  <a:pt x="1277446" y="117112"/>
                </a:cubicBezTo>
                <a:cubicBezTo>
                  <a:pt x="1262931" y="117112"/>
                  <a:pt x="1252190" y="112370"/>
                  <a:pt x="1245221" y="102886"/>
                </a:cubicBezTo>
                <a:cubicBezTo>
                  <a:pt x="1239719" y="95288"/>
                  <a:pt x="1236968" y="85699"/>
                  <a:pt x="1236968" y="74118"/>
                </a:cubicBezTo>
                <a:cubicBezTo>
                  <a:pt x="1236968" y="60285"/>
                  <a:pt x="1240583" y="49452"/>
                  <a:pt x="1247814" y="41618"/>
                </a:cubicBezTo>
                <a:cubicBezTo>
                  <a:pt x="1255045" y="33784"/>
                  <a:pt x="1264189" y="29867"/>
                  <a:pt x="1275245" y="29867"/>
                </a:cubicBezTo>
                <a:cubicBezTo>
                  <a:pt x="1287664" y="29867"/>
                  <a:pt x="1297462" y="33968"/>
                  <a:pt x="1304641" y="42168"/>
                </a:cubicBezTo>
                <a:cubicBezTo>
                  <a:pt x="1311820" y="50369"/>
                  <a:pt x="1315252" y="62931"/>
                  <a:pt x="1314938" y="79856"/>
                </a:cubicBezTo>
                <a:lnTo>
                  <a:pt x="1259604" y="79856"/>
                </a:lnTo>
                <a:cubicBezTo>
                  <a:pt x="1259761" y="86406"/>
                  <a:pt x="1261543" y="91502"/>
                  <a:pt x="1264949" y="95144"/>
                </a:cubicBezTo>
                <a:cubicBezTo>
                  <a:pt x="1268355" y="98785"/>
                  <a:pt x="1272599" y="100606"/>
                  <a:pt x="1277682" y="100606"/>
                </a:cubicBezTo>
                <a:cubicBezTo>
                  <a:pt x="1281140" y="100606"/>
                  <a:pt x="1284048" y="99663"/>
                  <a:pt x="1286406" y="97777"/>
                </a:cubicBezTo>
                <a:cubicBezTo>
                  <a:pt x="1288764" y="95890"/>
                  <a:pt x="1290546" y="92851"/>
                  <a:pt x="1291751" y="88659"/>
                </a:cubicBezTo>
                <a:moveTo>
                  <a:pt x="1293009" y="66337"/>
                </a:moveTo>
                <a:cubicBezTo>
                  <a:pt x="1292851" y="59971"/>
                  <a:pt x="1291201" y="55130"/>
                  <a:pt x="1288057" y="51816"/>
                </a:cubicBezTo>
                <a:cubicBezTo>
                  <a:pt x="1284913" y="48502"/>
                  <a:pt x="1281088" y="46845"/>
                  <a:pt x="1276581" y="46845"/>
                </a:cubicBezTo>
                <a:cubicBezTo>
                  <a:pt x="1271761" y="46845"/>
                  <a:pt x="1267778" y="48593"/>
                  <a:pt x="1264634" y="52089"/>
                </a:cubicBezTo>
                <a:cubicBezTo>
                  <a:pt x="1261490" y="55586"/>
                  <a:pt x="1259945" y="60336"/>
                  <a:pt x="1259997" y="66337"/>
                </a:cubicBezTo>
                <a:lnTo>
                  <a:pt x="1293009" y="66337"/>
                </a:lnTo>
                <a:close/>
                <a:moveTo>
                  <a:pt x="1405694" y="56434"/>
                </a:moveTo>
                <a:lnTo>
                  <a:pt x="1383922" y="60364"/>
                </a:lnTo>
                <a:cubicBezTo>
                  <a:pt x="1383189" y="56041"/>
                  <a:pt x="1381525" y="52785"/>
                  <a:pt x="1378931" y="50598"/>
                </a:cubicBezTo>
                <a:cubicBezTo>
                  <a:pt x="1376338" y="48410"/>
                  <a:pt x="1372971" y="47316"/>
                  <a:pt x="1368832" y="47316"/>
                </a:cubicBezTo>
                <a:cubicBezTo>
                  <a:pt x="1363330" y="47316"/>
                  <a:pt x="1358941" y="49210"/>
                  <a:pt x="1355666" y="52998"/>
                </a:cubicBezTo>
                <a:cubicBezTo>
                  <a:pt x="1352391" y="56785"/>
                  <a:pt x="1350754" y="63119"/>
                  <a:pt x="1350754" y="71999"/>
                </a:cubicBezTo>
                <a:cubicBezTo>
                  <a:pt x="1350754" y="81873"/>
                  <a:pt x="1352418" y="88847"/>
                  <a:pt x="1355745" y="92923"/>
                </a:cubicBezTo>
                <a:cubicBezTo>
                  <a:pt x="1359072" y="96997"/>
                  <a:pt x="1363539" y="99034"/>
                  <a:pt x="1369146" y="99034"/>
                </a:cubicBezTo>
                <a:cubicBezTo>
                  <a:pt x="1373338" y="99034"/>
                  <a:pt x="1376770" y="97842"/>
                  <a:pt x="1379442" y="95458"/>
                </a:cubicBezTo>
                <a:cubicBezTo>
                  <a:pt x="1382115" y="93074"/>
                  <a:pt x="1384001" y="88974"/>
                  <a:pt x="1385101" y="83157"/>
                </a:cubicBezTo>
                <a:lnTo>
                  <a:pt x="1406795" y="86930"/>
                </a:lnTo>
                <a:cubicBezTo>
                  <a:pt x="1404541" y="96886"/>
                  <a:pt x="1400219" y="104405"/>
                  <a:pt x="1393826" y="109488"/>
                </a:cubicBezTo>
                <a:cubicBezTo>
                  <a:pt x="1387433" y="114570"/>
                  <a:pt x="1378866" y="117112"/>
                  <a:pt x="1368124" y="117112"/>
                </a:cubicBezTo>
                <a:cubicBezTo>
                  <a:pt x="1355915" y="117112"/>
                  <a:pt x="1346182" y="113261"/>
                  <a:pt x="1338925" y="105558"/>
                </a:cubicBezTo>
                <a:cubicBezTo>
                  <a:pt x="1331668" y="97855"/>
                  <a:pt x="1328039" y="87192"/>
                  <a:pt x="1328039" y="73568"/>
                </a:cubicBezTo>
                <a:cubicBezTo>
                  <a:pt x="1328039" y="59787"/>
                  <a:pt x="1331681" y="49059"/>
                  <a:pt x="1338964" y="41382"/>
                </a:cubicBezTo>
                <a:cubicBezTo>
                  <a:pt x="1346248" y="33706"/>
                  <a:pt x="1356099" y="29867"/>
                  <a:pt x="1368517" y="29867"/>
                </a:cubicBezTo>
                <a:cubicBezTo>
                  <a:pt x="1378683" y="29867"/>
                  <a:pt x="1386765" y="32055"/>
                  <a:pt x="1392765" y="36430"/>
                </a:cubicBezTo>
                <a:cubicBezTo>
                  <a:pt x="1398764" y="40806"/>
                  <a:pt x="1403074" y="47474"/>
                  <a:pt x="1405694" y="56434"/>
                </a:cubicBezTo>
                <a:close/>
                <a:moveTo>
                  <a:pt x="1460688" y="31754"/>
                </a:moveTo>
                <a:lnTo>
                  <a:pt x="1460688" y="49360"/>
                </a:lnTo>
                <a:lnTo>
                  <a:pt x="1445597" y="49360"/>
                </a:lnTo>
                <a:lnTo>
                  <a:pt x="1445597" y="82946"/>
                </a:lnTo>
                <a:cubicBezTo>
                  <a:pt x="1445597" y="89748"/>
                  <a:pt x="1445741" y="93712"/>
                  <a:pt x="1446029" y="94837"/>
                </a:cubicBezTo>
                <a:cubicBezTo>
                  <a:pt x="1446318" y="95960"/>
                  <a:pt x="1446973" y="96888"/>
                  <a:pt x="1447994" y="97622"/>
                </a:cubicBezTo>
                <a:cubicBezTo>
                  <a:pt x="1449016" y="98354"/>
                  <a:pt x="1450261" y="98720"/>
                  <a:pt x="1451728" y="98720"/>
                </a:cubicBezTo>
                <a:cubicBezTo>
                  <a:pt x="1453771" y="98720"/>
                  <a:pt x="1456732" y="98012"/>
                  <a:pt x="1460610" y="96598"/>
                </a:cubicBezTo>
                <a:lnTo>
                  <a:pt x="1462496" y="113796"/>
                </a:lnTo>
                <a:cubicBezTo>
                  <a:pt x="1457361" y="116007"/>
                  <a:pt x="1451544" y="117112"/>
                  <a:pt x="1445047" y="117112"/>
                </a:cubicBezTo>
                <a:cubicBezTo>
                  <a:pt x="1441065" y="117112"/>
                  <a:pt x="1437475" y="116444"/>
                  <a:pt x="1434279" y="115108"/>
                </a:cubicBezTo>
                <a:cubicBezTo>
                  <a:pt x="1431083" y="113771"/>
                  <a:pt x="1428738" y="112042"/>
                  <a:pt x="1427244" y="109920"/>
                </a:cubicBezTo>
                <a:cubicBezTo>
                  <a:pt x="1425751" y="107798"/>
                  <a:pt x="1424716" y="104929"/>
                  <a:pt x="1424140" y="101314"/>
                </a:cubicBezTo>
                <a:cubicBezTo>
                  <a:pt x="1423668" y="98746"/>
                  <a:pt x="1423432" y="93558"/>
                  <a:pt x="1423432" y="85751"/>
                </a:cubicBezTo>
                <a:lnTo>
                  <a:pt x="1423432" y="49360"/>
                </a:lnTo>
                <a:lnTo>
                  <a:pt x="1413293" y="49360"/>
                </a:lnTo>
                <a:lnTo>
                  <a:pt x="1413293" y="31754"/>
                </a:lnTo>
                <a:lnTo>
                  <a:pt x="1423432" y="31754"/>
                </a:lnTo>
                <a:lnTo>
                  <a:pt x="1423432" y="15091"/>
                </a:lnTo>
                <a:lnTo>
                  <a:pt x="1445597" y="2044"/>
                </a:lnTo>
                <a:lnTo>
                  <a:pt x="1445597" y="31754"/>
                </a:lnTo>
                <a:lnTo>
                  <a:pt x="1460688" y="31754"/>
                </a:lnTo>
                <a:close/>
                <a:moveTo>
                  <a:pt x="1476014" y="20436"/>
                </a:moveTo>
                <a:lnTo>
                  <a:pt x="1476014" y="0"/>
                </a:lnTo>
                <a:lnTo>
                  <a:pt x="1498100" y="0"/>
                </a:lnTo>
                <a:lnTo>
                  <a:pt x="1498100" y="20436"/>
                </a:lnTo>
                <a:lnTo>
                  <a:pt x="1476014" y="20436"/>
                </a:lnTo>
                <a:moveTo>
                  <a:pt x="1476014" y="115225"/>
                </a:moveTo>
                <a:lnTo>
                  <a:pt x="1476014" y="31754"/>
                </a:lnTo>
                <a:lnTo>
                  <a:pt x="1498100" y="31754"/>
                </a:lnTo>
                <a:lnTo>
                  <a:pt x="1498100" y="115225"/>
                </a:lnTo>
                <a:lnTo>
                  <a:pt x="1476014" y="115225"/>
                </a:lnTo>
                <a:close/>
                <a:moveTo>
                  <a:pt x="1515654" y="72311"/>
                </a:moveTo>
                <a:cubicBezTo>
                  <a:pt x="1515654" y="64975"/>
                  <a:pt x="1517462" y="57875"/>
                  <a:pt x="1521077" y="51010"/>
                </a:cubicBezTo>
                <a:cubicBezTo>
                  <a:pt x="1524693" y="44146"/>
                  <a:pt x="1529815" y="38906"/>
                  <a:pt x="1536443" y="35291"/>
                </a:cubicBezTo>
                <a:cubicBezTo>
                  <a:pt x="1543072" y="31675"/>
                  <a:pt x="1550473" y="29867"/>
                  <a:pt x="1558647" y="29867"/>
                </a:cubicBezTo>
                <a:cubicBezTo>
                  <a:pt x="1571276" y="29867"/>
                  <a:pt x="1581624" y="33968"/>
                  <a:pt x="1589694" y="42168"/>
                </a:cubicBezTo>
                <a:cubicBezTo>
                  <a:pt x="1597763" y="50369"/>
                  <a:pt x="1601798" y="60730"/>
                  <a:pt x="1601798" y="73254"/>
                </a:cubicBezTo>
                <a:cubicBezTo>
                  <a:pt x="1601798" y="85882"/>
                  <a:pt x="1597724" y="96349"/>
                  <a:pt x="1589576" y="104654"/>
                </a:cubicBezTo>
                <a:cubicBezTo>
                  <a:pt x="1581428" y="112959"/>
                  <a:pt x="1571171" y="117112"/>
                  <a:pt x="1558805" y="117112"/>
                </a:cubicBezTo>
                <a:cubicBezTo>
                  <a:pt x="1551154" y="117112"/>
                  <a:pt x="1543858" y="115383"/>
                  <a:pt x="1536915" y="111924"/>
                </a:cubicBezTo>
                <a:cubicBezTo>
                  <a:pt x="1529972" y="108466"/>
                  <a:pt x="1524693" y="103396"/>
                  <a:pt x="1521077" y="96716"/>
                </a:cubicBezTo>
                <a:cubicBezTo>
                  <a:pt x="1517462" y="90035"/>
                  <a:pt x="1515654" y="81900"/>
                  <a:pt x="1515654" y="72311"/>
                </a:cubicBezTo>
                <a:moveTo>
                  <a:pt x="1538290" y="73490"/>
                </a:moveTo>
                <a:cubicBezTo>
                  <a:pt x="1538290" y="81742"/>
                  <a:pt x="1540255" y="88063"/>
                  <a:pt x="1544185" y="92452"/>
                </a:cubicBezTo>
                <a:cubicBezTo>
                  <a:pt x="1548115" y="96840"/>
                  <a:pt x="1552962" y="99034"/>
                  <a:pt x="1558726" y="99034"/>
                </a:cubicBezTo>
                <a:cubicBezTo>
                  <a:pt x="1564490" y="99034"/>
                  <a:pt x="1569324" y="96840"/>
                  <a:pt x="1573227" y="92452"/>
                </a:cubicBezTo>
                <a:cubicBezTo>
                  <a:pt x="1577131" y="88063"/>
                  <a:pt x="1579083" y="81690"/>
                  <a:pt x="1579083" y="73332"/>
                </a:cubicBezTo>
                <a:cubicBezTo>
                  <a:pt x="1579083" y="65184"/>
                  <a:pt x="1577131" y="58916"/>
                  <a:pt x="1573227" y="54528"/>
                </a:cubicBezTo>
                <a:cubicBezTo>
                  <a:pt x="1569324" y="50139"/>
                  <a:pt x="1564490" y="47945"/>
                  <a:pt x="1558726" y="47945"/>
                </a:cubicBezTo>
                <a:cubicBezTo>
                  <a:pt x="1552962" y="47945"/>
                  <a:pt x="1548115" y="50139"/>
                  <a:pt x="1544185" y="54528"/>
                </a:cubicBezTo>
                <a:cubicBezTo>
                  <a:pt x="1540255" y="58916"/>
                  <a:pt x="1538290" y="65237"/>
                  <a:pt x="1538290" y="73490"/>
                </a:cubicBezTo>
                <a:close/>
                <a:moveTo>
                  <a:pt x="1695041" y="115225"/>
                </a:moveTo>
                <a:lnTo>
                  <a:pt x="1672955" y="115225"/>
                </a:lnTo>
                <a:lnTo>
                  <a:pt x="1672955" y="72674"/>
                </a:lnTo>
                <a:cubicBezTo>
                  <a:pt x="1672955" y="63671"/>
                  <a:pt x="1672484" y="57849"/>
                  <a:pt x="1671540" y="55206"/>
                </a:cubicBezTo>
                <a:cubicBezTo>
                  <a:pt x="1670597" y="52563"/>
                  <a:pt x="1669065" y="50509"/>
                  <a:pt x="1666942" y="49043"/>
                </a:cubicBezTo>
                <a:cubicBezTo>
                  <a:pt x="1664820" y="47578"/>
                  <a:pt x="1662266" y="46845"/>
                  <a:pt x="1659279" y="46845"/>
                </a:cubicBezTo>
                <a:cubicBezTo>
                  <a:pt x="1655454" y="46845"/>
                  <a:pt x="1652022" y="47892"/>
                  <a:pt x="1648983" y="49986"/>
                </a:cubicBezTo>
                <a:cubicBezTo>
                  <a:pt x="1645944" y="52079"/>
                  <a:pt x="1643861" y="54853"/>
                  <a:pt x="1642734" y="58308"/>
                </a:cubicBezTo>
                <a:cubicBezTo>
                  <a:pt x="1641607" y="61761"/>
                  <a:pt x="1641044" y="68147"/>
                  <a:pt x="1641044" y="77464"/>
                </a:cubicBezTo>
                <a:lnTo>
                  <a:pt x="1641044" y="115225"/>
                </a:lnTo>
                <a:lnTo>
                  <a:pt x="1618958" y="115225"/>
                </a:lnTo>
                <a:lnTo>
                  <a:pt x="1618958" y="31754"/>
                </a:lnTo>
                <a:lnTo>
                  <a:pt x="1639472" y="31754"/>
                </a:lnTo>
                <a:lnTo>
                  <a:pt x="1639472" y="44015"/>
                </a:lnTo>
                <a:cubicBezTo>
                  <a:pt x="1646756" y="34583"/>
                  <a:pt x="1655926" y="29867"/>
                  <a:pt x="1666982" y="29867"/>
                </a:cubicBezTo>
                <a:cubicBezTo>
                  <a:pt x="1671855" y="29867"/>
                  <a:pt x="1676309" y="30745"/>
                  <a:pt x="1680343" y="32501"/>
                </a:cubicBezTo>
                <a:cubicBezTo>
                  <a:pt x="1684378" y="34256"/>
                  <a:pt x="1687430" y="36496"/>
                  <a:pt x="1689500" y="39221"/>
                </a:cubicBezTo>
                <a:cubicBezTo>
                  <a:pt x="1691570" y="41945"/>
                  <a:pt x="1693011" y="45037"/>
                  <a:pt x="1693823" y="48495"/>
                </a:cubicBezTo>
                <a:cubicBezTo>
                  <a:pt x="1694635" y="51954"/>
                  <a:pt x="1695041" y="56905"/>
                  <a:pt x="1695041" y="63350"/>
                </a:cubicBezTo>
                <a:lnTo>
                  <a:pt x="1695041" y="115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15208-D1D0-423B-9380-0DD46624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94" y="4481417"/>
            <a:ext cx="1743847" cy="492976"/>
          </a:xfrm>
          <a:custGeom xmlns:a="http://schemas.openxmlformats.org/drawingml/2006/main">
            <a:pathLst>
              <a:path w="1743847" h="492976">
                <a:moveTo>
                  <a:pt x="0" y="492976"/>
                </a:moveTo>
                <a:lnTo>
                  <a:pt x="1743847" y="492976"/>
                </a:lnTo>
                <a:lnTo>
                  <a:pt x="1743847" y="0"/>
                </a:lnTo>
                <a:lnTo>
                  <a:pt x="0" y="0"/>
                </a:lnTo>
                <a:lnTo>
                  <a:pt x="0" y="49297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158ED-D991-413E-9760-0AEA15FD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94" y="4481417"/>
            <a:ext cx="1743847" cy="492976"/>
          </a:xfrm>
          <a:custGeom xmlns:a="http://schemas.openxmlformats.org/drawingml/2006/main">
            <a:pathLst>
              <a:path w="1743847" h="492976" fill="none">
                <a:moveTo>
                  <a:pt x="0" y="492976"/>
                </a:moveTo>
                <a:lnTo>
                  <a:pt x="1743847" y="492976"/>
                </a:lnTo>
                <a:lnTo>
                  <a:pt x="1743847" y="0"/>
                </a:lnTo>
                <a:lnTo>
                  <a:pt x="0" y="0"/>
                </a:lnTo>
                <a:lnTo>
                  <a:pt x="0" y="4929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36" name="Text RQ3:Survey">
            <a:extLst xmlns:a="http://schemas.openxmlformats.org/drawingml/2006/main">
              <a:ext uri="{FF2B5EF4-FFF2-40B4-BE49-F238E27FC236}">
                <a16:creationId xmlns:a16="http://schemas.microsoft.com/office/drawing/2014/main" id="{E605DAD6-2D78-4064-8FB5-23D552F5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618" y="4560401"/>
            <a:ext cx="951783" cy="151224"/>
          </a:xfrm>
          <a:custGeom xmlns:a="http://schemas.openxmlformats.org/drawingml/2006/main">
            <a:pathLst>
              <a:path w="951783" h="151224">
                <a:moveTo>
                  <a:pt x="334962" y="33797"/>
                </a:moveTo>
                <a:lnTo>
                  <a:pt x="334962" y="55962"/>
                </a:lnTo>
                <a:lnTo>
                  <a:pt x="357049" y="55962"/>
                </a:lnTo>
                <a:lnTo>
                  <a:pt x="357049" y="33797"/>
                </a:lnTo>
                <a:lnTo>
                  <a:pt x="334962" y="33797"/>
                </a:lnTo>
                <a:close/>
                <a:moveTo>
                  <a:pt x="28642" y="69169"/>
                </a:moveTo>
                <a:lnTo>
                  <a:pt x="29287" y="69176"/>
                </a:lnTo>
                <a:lnTo>
                  <a:pt x="29918" y="69187"/>
                </a:lnTo>
                <a:lnTo>
                  <a:pt x="30533" y="69203"/>
                </a:lnTo>
                <a:lnTo>
                  <a:pt x="31134" y="69223"/>
                </a:lnTo>
                <a:lnTo>
                  <a:pt x="31719" y="69248"/>
                </a:lnTo>
                <a:lnTo>
                  <a:pt x="32290" y="69277"/>
                </a:lnTo>
                <a:lnTo>
                  <a:pt x="32845" y="69311"/>
                </a:lnTo>
                <a:lnTo>
                  <a:pt x="33386" y="69349"/>
                </a:lnTo>
                <a:lnTo>
                  <a:pt x="33911" y="69392"/>
                </a:lnTo>
                <a:lnTo>
                  <a:pt x="34422" y="69439"/>
                </a:lnTo>
                <a:lnTo>
                  <a:pt x="34917" y="69491"/>
                </a:lnTo>
                <a:lnTo>
                  <a:pt x="35398" y="69547"/>
                </a:lnTo>
                <a:lnTo>
                  <a:pt x="35863" y="69608"/>
                </a:lnTo>
                <a:lnTo>
                  <a:pt x="36314" y="69673"/>
                </a:lnTo>
                <a:lnTo>
                  <a:pt x="36749" y="69743"/>
                </a:lnTo>
                <a:lnTo>
                  <a:pt x="37170" y="69817"/>
                </a:lnTo>
                <a:lnTo>
                  <a:pt x="37575" y="69896"/>
                </a:lnTo>
                <a:lnTo>
                  <a:pt x="37965" y="69980"/>
                </a:lnTo>
                <a:lnTo>
                  <a:pt x="38341" y="70067"/>
                </a:lnTo>
                <a:lnTo>
                  <a:pt x="38701" y="70160"/>
                </a:lnTo>
                <a:lnTo>
                  <a:pt x="39047" y="70256"/>
                </a:lnTo>
                <a:lnTo>
                  <a:pt x="39377" y="70358"/>
                </a:lnTo>
                <a:lnTo>
                  <a:pt x="39692" y="70464"/>
                </a:lnTo>
                <a:lnTo>
                  <a:pt x="39999" y="70575"/>
                </a:lnTo>
                <a:lnTo>
                  <a:pt x="40305" y="70695"/>
                </a:lnTo>
                <a:lnTo>
                  <a:pt x="40610" y="70822"/>
                </a:lnTo>
                <a:lnTo>
                  <a:pt x="40913" y="70957"/>
                </a:lnTo>
                <a:lnTo>
                  <a:pt x="41214" y="71099"/>
                </a:lnTo>
                <a:lnTo>
                  <a:pt x="41515" y="71250"/>
                </a:lnTo>
                <a:lnTo>
                  <a:pt x="41814" y="71407"/>
                </a:lnTo>
                <a:lnTo>
                  <a:pt x="42111" y="71573"/>
                </a:lnTo>
                <a:lnTo>
                  <a:pt x="42408" y="71746"/>
                </a:lnTo>
                <a:lnTo>
                  <a:pt x="42702" y="71926"/>
                </a:lnTo>
                <a:lnTo>
                  <a:pt x="42996" y="72115"/>
                </a:lnTo>
                <a:lnTo>
                  <a:pt x="43288" y="72311"/>
                </a:lnTo>
                <a:lnTo>
                  <a:pt x="43579" y="72514"/>
                </a:lnTo>
                <a:lnTo>
                  <a:pt x="43868" y="72725"/>
                </a:lnTo>
                <a:lnTo>
                  <a:pt x="44156" y="72944"/>
                </a:lnTo>
                <a:lnTo>
                  <a:pt x="44443" y="73171"/>
                </a:lnTo>
                <a:lnTo>
                  <a:pt x="44728" y="73405"/>
                </a:lnTo>
                <a:lnTo>
                  <a:pt x="45012" y="73647"/>
                </a:lnTo>
                <a:lnTo>
                  <a:pt x="45295" y="73896"/>
                </a:lnTo>
                <a:lnTo>
                  <a:pt x="45576" y="74153"/>
                </a:lnTo>
                <a:lnTo>
                  <a:pt x="45856" y="74418"/>
                </a:lnTo>
                <a:lnTo>
                  <a:pt x="46135" y="74690"/>
                </a:lnTo>
                <a:lnTo>
                  <a:pt x="46412" y="74970"/>
                </a:lnTo>
                <a:lnTo>
                  <a:pt x="46688" y="75258"/>
                </a:lnTo>
                <a:lnTo>
                  <a:pt x="46972" y="75567"/>
                </a:lnTo>
                <a:lnTo>
                  <a:pt x="47277" y="75910"/>
                </a:lnTo>
                <a:lnTo>
                  <a:pt x="47601" y="76287"/>
                </a:lnTo>
                <a:lnTo>
                  <a:pt x="47945" y="76699"/>
                </a:lnTo>
                <a:lnTo>
                  <a:pt x="48309" y="77146"/>
                </a:lnTo>
                <a:lnTo>
                  <a:pt x="48692" y="77627"/>
                </a:lnTo>
                <a:lnTo>
                  <a:pt x="49095" y="78143"/>
                </a:lnTo>
                <a:lnTo>
                  <a:pt x="49517" y="78693"/>
                </a:lnTo>
                <a:lnTo>
                  <a:pt x="49959" y="79277"/>
                </a:lnTo>
                <a:lnTo>
                  <a:pt x="50421" y="79896"/>
                </a:lnTo>
                <a:lnTo>
                  <a:pt x="50902" y="80550"/>
                </a:lnTo>
                <a:lnTo>
                  <a:pt x="51403" y="81238"/>
                </a:lnTo>
                <a:lnTo>
                  <a:pt x="51924" y="81961"/>
                </a:lnTo>
                <a:lnTo>
                  <a:pt x="52465" y="82718"/>
                </a:lnTo>
                <a:lnTo>
                  <a:pt x="53025" y="83510"/>
                </a:lnTo>
                <a:lnTo>
                  <a:pt x="53604" y="84336"/>
                </a:lnTo>
                <a:lnTo>
                  <a:pt x="54204" y="85197"/>
                </a:lnTo>
                <a:lnTo>
                  <a:pt x="54822" y="86092"/>
                </a:lnTo>
                <a:lnTo>
                  <a:pt x="55461" y="87022"/>
                </a:lnTo>
                <a:lnTo>
                  <a:pt x="56119" y="87986"/>
                </a:lnTo>
                <a:lnTo>
                  <a:pt x="56797" y="88985"/>
                </a:lnTo>
                <a:lnTo>
                  <a:pt x="57495" y="90019"/>
                </a:lnTo>
                <a:lnTo>
                  <a:pt x="58212" y="91086"/>
                </a:lnTo>
                <a:lnTo>
                  <a:pt x="58949" y="92189"/>
                </a:lnTo>
                <a:lnTo>
                  <a:pt x="75769" y="117269"/>
                </a:lnTo>
                <a:lnTo>
                  <a:pt x="103593" y="117269"/>
                </a:lnTo>
                <a:lnTo>
                  <a:pt x="89524" y="94790"/>
                </a:lnTo>
                <a:lnTo>
                  <a:pt x="88835" y="93684"/>
                </a:lnTo>
                <a:lnTo>
                  <a:pt x="88159" y="92607"/>
                </a:lnTo>
                <a:lnTo>
                  <a:pt x="87494" y="91557"/>
                </a:lnTo>
                <a:lnTo>
                  <a:pt x="86842" y="90537"/>
                </a:lnTo>
                <a:lnTo>
                  <a:pt x="86201" y="89544"/>
                </a:lnTo>
                <a:lnTo>
                  <a:pt x="85572" y="88581"/>
                </a:lnTo>
                <a:lnTo>
                  <a:pt x="84955" y="87645"/>
                </a:lnTo>
                <a:lnTo>
                  <a:pt x="84349" y="86738"/>
                </a:lnTo>
                <a:lnTo>
                  <a:pt x="83756" y="85859"/>
                </a:lnTo>
                <a:lnTo>
                  <a:pt x="83174" y="85009"/>
                </a:lnTo>
                <a:lnTo>
                  <a:pt x="82605" y="84187"/>
                </a:lnTo>
                <a:lnTo>
                  <a:pt x="82047" y="83393"/>
                </a:lnTo>
                <a:lnTo>
                  <a:pt x="81501" y="82628"/>
                </a:lnTo>
                <a:lnTo>
                  <a:pt x="80967" y="81891"/>
                </a:lnTo>
                <a:lnTo>
                  <a:pt x="80445" y="81182"/>
                </a:lnTo>
                <a:lnTo>
                  <a:pt x="79935" y="80502"/>
                </a:lnTo>
                <a:lnTo>
                  <a:pt x="79436" y="79851"/>
                </a:lnTo>
                <a:lnTo>
                  <a:pt x="78950" y="79227"/>
                </a:lnTo>
                <a:lnTo>
                  <a:pt x="78475" y="78632"/>
                </a:lnTo>
                <a:lnTo>
                  <a:pt x="78012" y="78066"/>
                </a:lnTo>
                <a:lnTo>
                  <a:pt x="77561" y="77528"/>
                </a:lnTo>
                <a:lnTo>
                  <a:pt x="77122" y="77018"/>
                </a:lnTo>
                <a:lnTo>
                  <a:pt x="76695" y="76536"/>
                </a:lnTo>
                <a:lnTo>
                  <a:pt x="76280" y="76083"/>
                </a:lnTo>
                <a:lnTo>
                  <a:pt x="75866" y="75646"/>
                </a:lnTo>
                <a:lnTo>
                  <a:pt x="75443" y="75212"/>
                </a:lnTo>
                <a:lnTo>
                  <a:pt x="75011" y="74780"/>
                </a:lnTo>
                <a:lnTo>
                  <a:pt x="74569" y="74352"/>
                </a:lnTo>
                <a:lnTo>
                  <a:pt x="74119" y="73927"/>
                </a:lnTo>
                <a:lnTo>
                  <a:pt x="73659" y="73504"/>
                </a:lnTo>
                <a:lnTo>
                  <a:pt x="73190" y="73085"/>
                </a:lnTo>
                <a:lnTo>
                  <a:pt x="72712" y="72669"/>
                </a:lnTo>
                <a:lnTo>
                  <a:pt x="72225" y="72255"/>
                </a:lnTo>
                <a:lnTo>
                  <a:pt x="71729" y="71845"/>
                </a:lnTo>
                <a:lnTo>
                  <a:pt x="71224" y="71438"/>
                </a:lnTo>
                <a:lnTo>
                  <a:pt x="70709" y="71033"/>
                </a:lnTo>
                <a:lnTo>
                  <a:pt x="70186" y="70632"/>
                </a:lnTo>
                <a:lnTo>
                  <a:pt x="69653" y="70234"/>
                </a:lnTo>
                <a:lnTo>
                  <a:pt x="69111" y="69838"/>
                </a:lnTo>
                <a:lnTo>
                  <a:pt x="68560" y="69446"/>
                </a:lnTo>
                <a:lnTo>
                  <a:pt x="68000" y="69057"/>
                </a:lnTo>
                <a:lnTo>
                  <a:pt x="67430" y="68671"/>
                </a:lnTo>
                <a:lnTo>
                  <a:pt x="66852" y="68287"/>
                </a:lnTo>
                <a:lnTo>
                  <a:pt x="66264" y="67907"/>
                </a:lnTo>
                <a:lnTo>
                  <a:pt x="65667" y="67530"/>
                </a:lnTo>
                <a:lnTo>
                  <a:pt x="65061" y="67155"/>
                </a:lnTo>
                <a:lnTo>
                  <a:pt x="64446" y="66784"/>
                </a:lnTo>
                <a:lnTo>
                  <a:pt x="63822" y="66416"/>
                </a:lnTo>
                <a:lnTo>
                  <a:pt x="65073" y="66222"/>
                </a:lnTo>
                <a:lnTo>
                  <a:pt x="66298" y="66006"/>
                </a:lnTo>
                <a:lnTo>
                  <a:pt x="67497" y="65768"/>
                </a:lnTo>
                <a:lnTo>
                  <a:pt x="68669" y="65509"/>
                </a:lnTo>
                <a:lnTo>
                  <a:pt x="69815" y="65228"/>
                </a:lnTo>
                <a:lnTo>
                  <a:pt x="70935" y="64925"/>
                </a:lnTo>
                <a:lnTo>
                  <a:pt x="72029" y="64600"/>
                </a:lnTo>
                <a:lnTo>
                  <a:pt x="73097" y="64254"/>
                </a:lnTo>
                <a:lnTo>
                  <a:pt x="74138" y="63886"/>
                </a:lnTo>
                <a:lnTo>
                  <a:pt x="75153" y="63497"/>
                </a:lnTo>
                <a:lnTo>
                  <a:pt x="76142" y="63086"/>
                </a:lnTo>
                <a:lnTo>
                  <a:pt x="77105" y="62653"/>
                </a:lnTo>
                <a:lnTo>
                  <a:pt x="78042" y="62198"/>
                </a:lnTo>
                <a:lnTo>
                  <a:pt x="78952" y="61722"/>
                </a:lnTo>
                <a:lnTo>
                  <a:pt x="79836" y="61224"/>
                </a:lnTo>
                <a:lnTo>
                  <a:pt x="80695" y="60704"/>
                </a:lnTo>
                <a:lnTo>
                  <a:pt x="81526" y="60163"/>
                </a:lnTo>
                <a:lnTo>
                  <a:pt x="82332" y="59600"/>
                </a:lnTo>
                <a:lnTo>
                  <a:pt x="83111" y="59015"/>
                </a:lnTo>
                <a:lnTo>
                  <a:pt x="83865" y="58409"/>
                </a:lnTo>
                <a:lnTo>
                  <a:pt x="84592" y="57780"/>
                </a:lnTo>
                <a:lnTo>
                  <a:pt x="85293" y="57130"/>
                </a:lnTo>
                <a:lnTo>
                  <a:pt x="85967" y="56459"/>
                </a:lnTo>
                <a:lnTo>
                  <a:pt x="86616" y="55766"/>
                </a:lnTo>
                <a:lnTo>
                  <a:pt x="87238" y="55054"/>
                </a:lnTo>
                <a:lnTo>
                  <a:pt x="87833" y="54326"/>
                </a:lnTo>
                <a:lnTo>
                  <a:pt x="88402" y="53583"/>
                </a:lnTo>
                <a:lnTo>
                  <a:pt x="88945" y="52824"/>
                </a:lnTo>
                <a:lnTo>
                  <a:pt x="89461" y="52049"/>
                </a:lnTo>
                <a:lnTo>
                  <a:pt x="89951" y="51259"/>
                </a:lnTo>
                <a:lnTo>
                  <a:pt x="90414" y="50452"/>
                </a:lnTo>
                <a:lnTo>
                  <a:pt x="90851" y="49631"/>
                </a:lnTo>
                <a:lnTo>
                  <a:pt x="91262" y="48793"/>
                </a:lnTo>
                <a:lnTo>
                  <a:pt x="91645" y="47940"/>
                </a:lnTo>
                <a:lnTo>
                  <a:pt x="92003" y="47071"/>
                </a:lnTo>
                <a:lnTo>
                  <a:pt x="92334" y="46186"/>
                </a:lnTo>
                <a:lnTo>
                  <a:pt x="92638" y="45286"/>
                </a:lnTo>
                <a:lnTo>
                  <a:pt x="92916" y="44370"/>
                </a:lnTo>
                <a:lnTo>
                  <a:pt x="93168" y="43439"/>
                </a:lnTo>
                <a:lnTo>
                  <a:pt x="93393" y="42491"/>
                </a:lnTo>
                <a:lnTo>
                  <a:pt x="93591" y="41528"/>
                </a:lnTo>
                <a:lnTo>
                  <a:pt x="93763" y="40549"/>
                </a:lnTo>
                <a:lnTo>
                  <a:pt x="93909" y="39555"/>
                </a:lnTo>
                <a:lnTo>
                  <a:pt x="94028" y="38545"/>
                </a:lnTo>
                <a:lnTo>
                  <a:pt x="94121" y="37519"/>
                </a:lnTo>
                <a:lnTo>
                  <a:pt x="94187" y="36478"/>
                </a:lnTo>
                <a:lnTo>
                  <a:pt x="94226" y="35420"/>
                </a:lnTo>
                <a:lnTo>
                  <a:pt x="94240" y="34348"/>
                </a:lnTo>
                <a:lnTo>
                  <a:pt x="94231" y="33500"/>
                </a:lnTo>
                <a:lnTo>
                  <a:pt x="94205" y="32660"/>
                </a:lnTo>
                <a:lnTo>
                  <a:pt x="94161" y="31829"/>
                </a:lnTo>
                <a:lnTo>
                  <a:pt x="94100" y="31005"/>
                </a:lnTo>
                <a:lnTo>
                  <a:pt x="94021" y="30189"/>
                </a:lnTo>
                <a:lnTo>
                  <a:pt x="93925" y="29381"/>
                </a:lnTo>
                <a:lnTo>
                  <a:pt x="93812" y="28581"/>
                </a:lnTo>
                <a:lnTo>
                  <a:pt x="93681" y="27789"/>
                </a:lnTo>
                <a:lnTo>
                  <a:pt x="93532" y="27005"/>
                </a:lnTo>
                <a:lnTo>
                  <a:pt x="93366" y="26228"/>
                </a:lnTo>
                <a:lnTo>
                  <a:pt x="93183" y="25460"/>
                </a:lnTo>
                <a:lnTo>
                  <a:pt x="92982" y="24700"/>
                </a:lnTo>
                <a:lnTo>
                  <a:pt x="92764" y="23947"/>
                </a:lnTo>
                <a:lnTo>
                  <a:pt x="92528" y="23202"/>
                </a:lnTo>
                <a:lnTo>
                  <a:pt x="92275" y="22466"/>
                </a:lnTo>
                <a:lnTo>
                  <a:pt x="92004" y="21737"/>
                </a:lnTo>
                <a:lnTo>
                  <a:pt x="91716" y="21016"/>
                </a:lnTo>
                <a:lnTo>
                  <a:pt x="91410" y="20303"/>
                </a:lnTo>
                <a:lnTo>
                  <a:pt x="91087" y="19598"/>
                </a:lnTo>
                <a:lnTo>
                  <a:pt x="90746" y="18901"/>
                </a:lnTo>
                <a:lnTo>
                  <a:pt x="90388" y="18212"/>
                </a:lnTo>
                <a:lnTo>
                  <a:pt x="90013" y="17530"/>
                </a:lnTo>
                <a:lnTo>
                  <a:pt x="89620" y="16857"/>
                </a:lnTo>
                <a:lnTo>
                  <a:pt x="89209" y="16191"/>
                </a:lnTo>
                <a:lnTo>
                  <a:pt x="88784" y="15538"/>
                </a:lnTo>
                <a:lnTo>
                  <a:pt x="88348" y="14902"/>
                </a:lnTo>
                <a:lnTo>
                  <a:pt x="87900" y="14282"/>
                </a:lnTo>
                <a:lnTo>
                  <a:pt x="87440" y="13679"/>
                </a:lnTo>
                <a:lnTo>
                  <a:pt x="86968" y="13093"/>
                </a:lnTo>
                <a:lnTo>
                  <a:pt x="86485" y="12524"/>
                </a:lnTo>
                <a:lnTo>
                  <a:pt x="85991" y="11972"/>
                </a:lnTo>
                <a:lnTo>
                  <a:pt x="85485" y="11436"/>
                </a:lnTo>
                <a:lnTo>
                  <a:pt x="84967" y="10917"/>
                </a:lnTo>
                <a:lnTo>
                  <a:pt x="84437" y="10415"/>
                </a:lnTo>
                <a:lnTo>
                  <a:pt x="83897" y="9930"/>
                </a:lnTo>
                <a:lnTo>
                  <a:pt x="83344" y="9461"/>
                </a:lnTo>
                <a:lnTo>
                  <a:pt x="82780" y="9010"/>
                </a:lnTo>
                <a:lnTo>
                  <a:pt x="82204" y="8575"/>
                </a:lnTo>
                <a:lnTo>
                  <a:pt x="81617" y="8156"/>
                </a:lnTo>
                <a:lnTo>
                  <a:pt x="81018" y="7755"/>
                </a:lnTo>
                <a:lnTo>
                  <a:pt x="80407" y="7370"/>
                </a:lnTo>
                <a:lnTo>
                  <a:pt x="79785" y="7003"/>
                </a:lnTo>
                <a:lnTo>
                  <a:pt x="79151" y="6652"/>
                </a:lnTo>
                <a:lnTo>
                  <a:pt x="78506" y="6317"/>
                </a:lnTo>
                <a:lnTo>
                  <a:pt x="77849" y="6000"/>
                </a:lnTo>
                <a:lnTo>
                  <a:pt x="77180" y="5699"/>
                </a:lnTo>
                <a:lnTo>
                  <a:pt x="76500" y="5415"/>
                </a:lnTo>
                <a:lnTo>
                  <a:pt x="75808" y="5148"/>
                </a:lnTo>
                <a:lnTo>
                  <a:pt x="75093" y="4895"/>
                </a:lnTo>
                <a:lnTo>
                  <a:pt x="74343" y="4652"/>
                </a:lnTo>
                <a:lnTo>
                  <a:pt x="73558" y="4421"/>
                </a:lnTo>
                <a:lnTo>
                  <a:pt x="72738" y="4200"/>
                </a:lnTo>
                <a:lnTo>
                  <a:pt x="71882" y="3989"/>
                </a:lnTo>
                <a:lnTo>
                  <a:pt x="70992" y="3790"/>
                </a:lnTo>
                <a:lnTo>
                  <a:pt x="70066" y="3601"/>
                </a:lnTo>
                <a:lnTo>
                  <a:pt x="69106" y="3423"/>
                </a:lnTo>
                <a:lnTo>
                  <a:pt x="68110" y="3256"/>
                </a:lnTo>
                <a:lnTo>
                  <a:pt x="67079" y="3100"/>
                </a:lnTo>
                <a:lnTo>
                  <a:pt x="66013" y="2954"/>
                </a:lnTo>
                <a:lnTo>
                  <a:pt x="64913" y="2820"/>
                </a:lnTo>
                <a:lnTo>
                  <a:pt x="63777" y="2696"/>
                </a:lnTo>
                <a:lnTo>
                  <a:pt x="62606" y="2583"/>
                </a:lnTo>
                <a:lnTo>
                  <a:pt x="61400" y="2480"/>
                </a:lnTo>
                <a:lnTo>
                  <a:pt x="60158" y="2389"/>
                </a:lnTo>
                <a:lnTo>
                  <a:pt x="58882" y="2308"/>
                </a:lnTo>
                <a:lnTo>
                  <a:pt x="57571" y="2238"/>
                </a:lnTo>
                <a:lnTo>
                  <a:pt x="56225" y="2178"/>
                </a:lnTo>
                <a:lnTo>
                  <a:pt x="54843" y="2130"/>
                </a:lnTo>
                <a:lnTo>
                  <a:pt x="53427" y="2092"/>
                </a:lnTo>
                <a:lnTo>
                  <a:pt x="51975" y="2065"/>
                </a:lnTo>
                <a:lnTo>
                  <a:pt x="50489" y="2049"/>
                </a:lnTo>
                <a:lnTo>
                  <a:pt x="48967" y="2044"/>
                </a:lnTo>
                <a:lnTo>
                  <a:pt x="0" y="2044"/>
                </a:lnTo>
                <a:lnTo>
                  <a:pt x="0" y="117269"/>
                </a:lnTo>
                <a:lnTo>
                  <a:pt x="23265" y="117269"/>
                </a:lnTo>
                <a:lnTo>
                  <a:pt x="23265" y="69167"/>
                </a:lnTo>
                <a:lnTo>
                  <a:pt x="27981" y="69167"/>
                </a:lnTo>
                <a:lnTo>
                  <a:pt x="28642" y="69169"/>
                </a:lnTo>
                <a:close/>
                <a:moveTo>
                  <a:pt x="43701" y="21539"/>
                </a:moveTo>
                <a:lnTo>
                  <a:pt x="44782" y="21542"/>
                </a:lnTo>
                <a:lnTo>
                  <a:pt x="45823" y="21547"/>
                </a:lnTo>
                <a:lnTo>
                  <a:pt x="46825" y="21553"/>
                </a:lnTo>
                <a:lnTo>
                  <a:pt x="47788" y="21561"/>
                </a:lnTo>
                <a:lnTo>
                  <a:pt x="48711" y="21569"/>
                </a:lnTo>
                <a:lnTo>
                  <a:pt x="49596" y="21580"/>
                </a:lnTo>
                <a:lnTo>
                  <a:pt x="50441" y="21591"/>
                </a:lnTo>
                <a:lnTo>
                  <a:pt x="51246" y="21604"/>
                </a:lnTo>
                <a:lnTo>
                  <a:pt x="52013" y="21619"/>
                </a:lnTo>
                <a:lnTo>
                  <a:pt x="52740" y="21634"/>
                </a:lnTo>
                <a:lnTo>
                  <a:pt x="53427" y="21651"/>
                </a:lnTo>
                <a:lnTo>
                  <a:pt x="54076" y="21670"/>
                </a:lnTo>
                <a:lnTo>
                  <a:pt x="54685" y="21690"/>
                </a:lnTo>
                <a:lnTo>
                  <a:pt x="55255" y="21711"/>
                </a:lnTo>
                <a:lnTo>
                  <a:pt x="55785" y="21733"/>
                </a:lnTo>
                <a:lnTo>
                  <a:pt x="56277" y="21757"/>
                </a:lnTo>
                <a:lnTo>
                  <a:pt x="56729" y="21782"/>
                </a:lnTo>
                <a:lnTo>
                  <a:pt x="57141" y="21809"/>
                </a:lnTo>
                <a:lnTo>
                  <a:pt x="57514" y="21837"/>
                </a:lnTo>
                <a:lnTo>
                  <a:pt x="57849" y="21866"/>
                </a:lnTo>
                <a:lnTo>
                  <a:pt x="58143" y="21897"/>
                </a:lnTo>
                <a:lnTo>
                  <a:pt x="58399" y="21929"/>
                </a:lnTo>
                <a:lnTo>
                  <a:pt x="58866" y="22012"/>
                </a:lnTo>
                <a:lnTo>
                  <a:pt x="59324" y="22104"/>
                </a:lnTo>
                <a:lnTo>
                  <a:pt x="59774" y="22206"/>
                </a:lnTo>
                <a:lnTo>
                  <a:pt x="60214" y="22317"/>
                </a:lnTo>
                <a:lnTo>
                  <a:pt x="60646" y="22436"/>
                </a:lnTo>
                <a:lnTo>
                  <a:pt x="61069" y="22565"/>
                </a:lnTo>
                <a:lnTo>
                  <a:pt x="61483" y="22703"/>
                </a:lnTo>
                <a:lnTo>
                  <a:pt x="61888" y="22850"/>
                </a:lnTo>
                <a:lnTo>
                  <a:pt x="62284" y="23007"/>
                </a:lnTo>
                <a:lnTo>
                  <a:pt x="62671" y="23172"/>
                </a:lnTo>
                <a:lnTo>
                  <a:pt x="63050" y="23347"/>
                </a:lnTo>
                <a:lnTo>
                  <a:pt x="63419" y="23530"/>
                </a:lnTo>
                <a:lnTo>
                  <a:pt x="63780" y="23723"/>
                </a:lnTo>
                <a:lnTo>
                  <a:pt x="64132" y="23925"/>
                </a:lnTo>
                <a:lnTo>
                  <a:pt x="64475" y="24137"/>
                </a:lnTo>
                <a:lnTo>
                  <a:pt x="64809" y="24357"/>
                </a:lnTo>
                <a:lnTo>
                  <a:pt x="65134" y="24586"/>
                </a:lnTo>
                <a:lnTo>
                  <a:pt x="65450" y="24825"/>
                </a:lnTo>
                <a:lnTo>
                  <a:pt x="65758" y="25073"/>
                </a:lnTo>
                <a:lnTo>
                  <a:pt x="66057" y="25329"/>
                </a:lnTo>
                <a:lnTo>
                  <a:pt x="66346" y="25595"/>
                </a:lnTo>
                <a:lnTo>
                  <a:pt x="66627" y="25871"/>
                </a:lnTo>
                <a:lnTo>
                  <a:pt x="66899" y="26155"/>
                </a:lnTo>
                <a:lnTo>
                  <a:pt x="67162" y="26448"/>
                </a:lnTo>
                <a:lnTo>
                  <a:pt x="67416" y="26750"/>
                </a:lnTo>
                <a:lnTo>
                  <a:pt x="67658" y="27060"/>
                </a:lnTo>
                <a:lnTo>
                  <a:pt x="67890" y="27377"/>
                </a:lnTo>
                <a:lnTo>
                  <a:pt x="68111" y="27703"/>
                </a:lnTo>
                <a:lnTo>
                  <a:pt x="68321" y="28036"/>
                </a:lnTo>
                <a:lnTo>
                  <a:pt x="68521" y="28377"/>
                </a:lnTo>
                <a:lnTo>
                  <a:pt x="68709" y="28725"/>
                </a:lnTo>
                <a:lnTo>
                  <a:pt x="68887" y="29081"/>
                </a:lnTo>
                <a:lnTo>
                  <a:pt x="69054" y="29446"/>
                </a:lnTo>
                <a:lnTo>
                  <a:pt x="69211" y="29817"/>
                </a:lnTo>
                <a:lnTo>
                  <a:pt x="69356" y="30197"/>
                </a:lnTo>
                <a:lnTo>
                  <a:pt x="69491" y="30585"/>
                </a:lnTo>
                <a:lnTo>
                  <a:pt x="69615" y="30980"/>
                </a:lnTo>
                <a:lnTo>
                  <a:pt x="69728" y="31383"/>
                </a:lnTo>
                <a:lnTo>
                  <a:pt x="69831" y="31794"/>
                </a:lnTo>
                <a:lnTo>
                  <a:pt x="69922" y="32212"/>
                </a:lnTo>
                <a:lnTo>
                  <a:pt x="70003" y="32639"/>
                </a:lnTo>
                <a:lnTo>
                  <a:pt x="70073" y="33073"/>
                </a:lnTo>
                <a:lnTo>
                  <a:pt x="70132" y="33515"/>
                </a:lnTo>
                <a:lnTo>
                  <a:pt x="70181" y="33964"/>
                </a:lnTo>
                <a:lnTo>
                  <a:pt x="70219" y="34422"/>
                </a:lnTo>
                <a:lnTo>
                  <a:pt x="70246" y="34887"/>
                </a:lnTo>
                <a:lnTo>
                  <a:pt x="70262" y="35360"/>
                </a:lnTo>
                <a:lnTo>
                  <a:pt x="70267" y="35841"/>
                </a:lnTo>
                <a:lnTo>
                  <a:pt x="70263" y="36270"/>
                </a:lnTo>
                <a:lnTo>
                  <a:pt x="70251" y="36694"/>
                </a:lnTo>
                <a:lnTo>
                  <a:pt x="70230" y="37111"/>
                </a:lnTo>
                <a:lnTo>
                  <a:pt x="70202" y="37522"/>
                </a:lnTo>
                <a:lnTo>
                  <a:pt x="70165" y="37927"/>
                </a:lnTo>
                <a:lnTo>
                  <a:pt x="70120" y="38327"/>
                </a:lnTo>
                <a:lnTo>
                  <a:pt x="70067" y="38720"/>
                </a:lnTo>
                <a:lnTo>
                  <a:pt x="70005" y="39107"/>
                </a:lnTo>
                <a:lnTo>
                  <a:pt x="69936" y="39488"/>
                </a:lnTo>
                <a:lnTo>
                  <a:pt x="69858" y="39864"/>
                </a:lnTo>
                <a:lnTo>
                  <a:pt x="69772" y="40233"/>
                </a:lnTo>
                <a:lnTo>
                  <a:pt x="69678" y="40596"/>
                </a:lnTo>
                <a:lnTo>
                  <a:pt x="69575" y="40953"/>
                </a:lnTo>
                <a:lnTo>
                  <a:pt x="69465" y="41305"/>
                </a:lnTo>
                <a:lnTo>
                  <a:pt x="69346" y="41650"/>
                </a:lnTo>
                <a:lnTo>
                  <a:pt x="69219" y="41989"/>
                </a:lnTo>
                <a:lnTo>
                  <a:pt x="69084" y="42322"/>
                </a:lnTo>
                <a:lnTo>
                  <a:pt x="68941" y="42650"/>
                </a:lnTo>
                <a:lnTo>
                  <a:pt x="68789" y="42971"/>
                </a:lnTo>
                <a:lnTo>
                  <a:pt x="68630" y="43286"/>
                </a:lnTo>
                <a:lnTo>
                  <a:pt x="68462" y="43595"/>
                </a:lnTo>
                <a:lnTo>
                  <a:pt x="68286" y="43898"/>
                </a:lnTo>
                <a:lnTo>
                  <a:pt x="68102" y="44196"/>
                </a:lnTo>
                <a:lnTo>
                  <a:pt x="67909" y="44487"/>
                </a:lnTo>
                <a:lnTo>
                  <a:pt x="67710" y="44771"/>
                </a:lnTo>
                <a:lnTo>
                  <a:pt x="67504" y="45049"/>
                </a:lnTo>
                <a:lnTo>
                  <a:pt x="67291" y="45319"/>
                </a:lnTo>
                <a:lnTo>
                  <a:pt x="67073" y="45583"/>
                </a:lnTo>
                <a:lnTo>
                  <a:pt x="66848" y="45839"/>
                </a:lnTo>
                <a:lnTo>
                  <a:pt x="66617" y="46088"/>
                </a:lnTo>
                <a:lnTo>
                  <a:pt x="66380" y="46330"/>
                </a:lnTo>
                <a:lnTo>
                  <a:pt x="66136" y="46565"/>
                </a:lnTo>
                <a:lnTo>
                  <a:pt x="65886" y="46793"/>
                </a:lnTo>
                <a:lnTo>
                  <a:pt x="65630" y="47014"/>
                </a:lnTo>
                <a:lnTo>
                  <a:pt x="65368" y="47228"/>
                </a:lnTo>
                <a:lnTo>
                  <a:pt x="65099" y="47434"/>
                </a:lnTo>
                <a:lnTo>
                  <a:pt x="64824" y="47634"/>
                </a:lnTo>
                <a:lnTo>
                  <a:pt x="64543" y="47826"/>
                </a:lnTo>
                <a:lnTo>
                  <a:pt x="64256" y="48011"/>
                </a:lnTo>
                <a:lnTo>
                  <a:pt x="63962" y="48190"/>
                </a:lnTo>
                <a:lnTo>
                  <a:pt x="63662" y="48361"/>
                </a:lnTo>
                <a:lnTo>
                  <a:pt x="63355" y="48525"/>
                </a:lnTo>
                <a:lnTo>
                  <a:pt x="63043" y="48682"/>
                </a:lnTo>
                <a:lnTo>
                  <a:pt x="62724" y="48832"/>
                </a:lnTo>
                <a:lnTo>
                  <a:pt x="62399" y="48974"/>
                </a:lnTo>
                <a:lnTo>
                  <a:pt x="62067" y="49110"/>
                </a:lnTo>
                <a:lnTo>
                  <a:pt x="61729" y="49238"/>
                </a:lnTo>
                <a:lnTo>
                  <a:pt x="61385" y="49360"/>
                </a:lnTo>
                <a:lnTo>
                  <a:pt x="61016" y="49475"/>
                </a:lnTo>
                <a:lnTo>
                  <a:pt x="60604" y="49586"/>
                </a:lnTo>
                <a:lnTo>
                  <a:pt x="60148" y="49691"/>
                </a:lnTo>
                <a:lnTo>
                  <a:pt x="59648" y="49792"/>
                </a:lnTo>
                <a:lnTo>
                  <a:pt x="59104" y="49888"/>
                </a:lnTo>
                <a:lnTo>
                  <a:pt x="58517" y="49979"/>
                </a:lnTo>
                <a:lnTo>
                  <a:pt x="57886" y="50065"/>
                </a:lnTo>
                <a:lnTo>
                  <a:pt x="57211" y="50146"/>
                </a:lnTo>
                <a:lnTo>
                  <a:pt x="56493" y="50222"/>
                </a:lnTo>
                <a:lnTo>
                  <a:pt x="55731" y="50293"/>
                </a:lnTo>
                <a:lnTo>
                  <a:pt x="54925" y="50360"/>
                </a:lnTo>
                <a:lnTo>
                  <a:pt x="54076" y="50421"/>
                </a:lnTo>
                <a:lnTo>
                  <a:pt x="53183" y="50477"/>
                </a:lnTo>
                <a:lnTo>
                  <a:pt x="52246" y="50529"/>
                </a:lnTo>
                <a:lnTo>
                  <a:pt x="51266" y="50576"/>
                </a:lnTo>
                <a:lnTo>
                  <a:pt x="50242" y="50617"/>
                </a:lnTo>
                <a:lnTo>
                  <a:pt x="49174" y="50654"/>
                </a:lnTo>
                <a:lnTo>
                  <a:pt x="48063" y="50686"/>
                </a:lnTo>
                <a:lnTo>
                  <a:pt x="46908" y="50713"/>
                </a:lnTo>
                <a:lnTo>
                  <a:pt x="45709" y="50735"/>
                </a:lnTo>
                <a:lnTo>
                  <a:pt x="44467" y="50753"/>
                </a:lnTo>
                <a:lnTo>
                  <a:pt x="43181" y="50765"/>
                </a:lnTo>
                <a:lnTo>
                  <a:pt x="41852" y="50772"/>
                </a:lnTo>
                <a:lnTo>
                  <a:pt x="40478" y="50775"/>
                </a:lnTo>
                <a:lnTo>
                  <a:pt x="23265" y="50775"/>
                </a:lnTo>
                <a:lnTo>
                  <a:pt x="23265" y="21536"/>
                </a:lnTo>
                <a:lnTo>
                  <a:pt x="41421" y="21536"/>
                </a:lnTo>
                <a:lnTo>
                  <a:pt x="42581" y="21537"/>
                </a:lnTo>
                <a:lnTo>
                  <a:pt x="43701" y="21539"/>
                </a:lnTo>
                <a:close/>
                <a:moveTo>
                  <a:pt x="424355" y="86057"/>
                </a:moveTo>
                <a:lnTo>
                  <a:pt x="424692" y="87527"/>
                </a:lnTo>
                <a:lnTo>
                  <a:pt x="425062" y="88965"/>
                </a:lnTo>
                <a:lnTo>
                  <a:pt x="425465" y="90371"/>
                </a:lnTo>
                <a:lnTo>
                  <a:pt x="425900" y="91744"/>
                </a:lnTo>
                <a:lnTo>
                  <a:pt x="426369" y="93086"/>
                </a:lnTo>
                <a:lnTo>
                  <a:pt x="426870" y="94395"/>
                </a:lnTo>
                <a:lnTo>
                  <a:pt x="427403" y="95672"/>
                </a:lnTo>
                <a:lnTo>
                  <a:pt x="427970" y="96917"/>
                </a:lnTo>
                <a:lnTo>
                  <a:pt x="428569" y="98130"/>
                </a:lnTo>
                <a:lnTo>
                  <a:pt x="429201" y="99310"/>
                </a:lnTo>
                <a:lnTo>
                  <a:pt x="429866" y="100459"/>
                </a:lnTo>
                <a:lnTo>
                  <a:pt x="430564" y="101576"/>
                </a:lnTo>
                <a:lnTo>
                  <a:pt x="431294" y="102660"/>
                </a:lnTo>
                <a:lnTo>
                  <a:pt x="432057" y="103712"/>
                </a:lnTo>
                <a:lnTo>
                  <a:pt x="432853" y="104732"/>
                </a:lnTo>
                <a:lnTo>
                  <a:pt x="433682" y="105720"/>
                </a:lnTo>
                <a:lnTo>
                  <a:pt x="434543" y="106676"/>
                </a:lnTo>
                <a:lnTo>
                  <a:pt x="435437" y="107599"/>
                </a:lnTo>
                <a:lnTo>
                  <a:pt x="436364" y="108491"/>
                </a:lnTo>
                <a:lnTo>
                  <a:pt x="437323" y="109350"/>
                </a:lnTo>
                <a:lnTo>
                  <a:pt x="438317" y="110176"/>
                </a:lnTo>
                <a:lnTo>
                  <a:pt x="439346" y="110967"/>
                </a:lnTo>
                <a:lnTo>
                  <a:pt x="440410" y="111722"/>
                </a:lnTo>
                <a:lnTo>
                  <a:pt x="441509" y="112442"/>
                </a:lnTo>
                <a:lnTo>
                  <a:pt x="442643" y="113127"/>
                </a:lnTo>
                <a:lnTo>
                  <a:pt x="443813" y="113778"/>
                </a:lnTo>
                <a:lnTo>
                  <a:pt x="445017" y="114392"/>
                </a:lnTo>
                <a:lnTo>
                  <a:pt x="446257" y="114972"/>
                </a:lnTo>
                <a:lnTo>
                  <a:pt x="447532" y="115517"/>
                </a:lnTo>
                <a:lnTo>
                  <a:pt x="448843" y="116026"/>
                </a:lnTo>
                <a:lnTo>
                  <a:pt x="450188" y="116501"/>
                </a:lnTo>
                <a:lnTo>
                  <a:pt x="451569" y="116940"/>
                </a:lnTo>
                <a:lnTo>
                  <a:pt x="452985" y="117344"/>
                </a:lnTo>
                <a:lnTo>
                  <a:pt x="454436" y="117713"/>
                </a:lnTo>
                <a:lnTo>
                  <a:pt x="455923" y="118047"/>
                </a:lnTo>
                <a:lnTo>
                  <a:pt x="457445" y="118345"/>
                </a:lnTo>
                <a:lnTo>
                  <a:pt x="459001" y="118609"/>
                </a:lnTo>
                <a:lnTo>
                  <a:pt x="460593" y="118837"/>
                </a:lnTo>
                <a:lnTo>
                  <a:pt x="462221" y="119031"/>
                </a:lnTo>
                <a:lnTo>
                  <a:pt x="463883" y="119189"/>
                </a:lnTo>
                <a:lnTo>
                  <a:pt x="465581" y="119312"/>
                </a:lnTo>
                <a:lnTo>
                  <a:pt x="467314" y="119400"/>
                </a:lnTo>
                <a:lnTo>
                  <a:pt x="469082" y="119452"/>
                </a:lnTo>
                <a:lnTo>
                  <a:pt x="470885" y="119470"/>
                </a:lnTo>
                <a:lnTo>
                  <a:pt x="472127" y="119462"/>
                </a:lnTo>
                <a:lnTo>
                  <a:pt x="473353" y="119441"/>
                </a:lnTo>
                <a:lnTo>
                  <a:pt x="474561" y="119404"/>
                </a:lnTo>
                <a:lnTo>
                  <a:pt x="475751" y="119353"/>
                </a:lnTo>
                <a:lnTo>
                  <a:pt x="476925" y="119287"/>
                </a:lnTo>
                <a:lnTo>
                  <a:pt x="478082" y="119207"/>
                </a:lnTo>
                <a:lnTo>
                  <a:pt x="479221" y="119111"/>
                </a:lnTo>
                <a:lnTo>
                  <a:pt x="480343" y="119002"/>
                </a:lnTo>
                <a:lnTo>
                  <a:pt x="481448" y="118877"/>
                </a:lnTo>
                <a:lnTo>
                  <a:pt x="482535" y="118738"/>
                </a:lnTo>
                <a:lnTo>
                  <a:pt x="483606" y="118585"/>
                </a:lnTo>
                <a:lnTo>
                  <a:pt x="484659" y="118417"/>
                </a:lnTo>
                <a:lnTo>
                  <a:pt x="485695" y="118234"/>
                </a:lnTo>
                <a:lnTo>
                  <a:pt x="486714" y="118036"/>
                </a:lnTo>
                <a:lnTo>
                  <a:pt x="487716" y="117824"/>
                </a:lnTo>
                <a:lnTo>
                  <a:pt x="488701" y="117598"/>
                </a:lnTo>
                <a:lnTo>
                  <a:pt x="489668" y="117356"/>
                </a:lnTo>
                <a:lnTo>
                  <a:pt x="490618" y="117100"/>
                </a:lnTo>
                <a:lnTo>
                  <a:pt x="491551" y="116830"/>
                </a:lnTo>
                <a:lnTo>
                  <a:pt x="492467" y="116545"/>
                </a:lnTo>
                <a:lnTo>
                  <a:pt x="493365" y="116245"/>
                </a:lnTo>
                <a:lnTo>
                  <a:pt x="494247" y="115930"/>
                </a:lnTo>
                <a:lnTo>
                  <a:pt x="495111" y="115601"/>
                </a:lnTo>
                <a:lnTo>
                  <a:pt x="495958" y="115257"/>
                </a:lnTo>
                <a:lnTo>
                  <a:pt x="496788" y="114899"/>
                </a:lnTo>
                <a:lnTo>
                  <a:pt x="497603" y="114524"/>
                </a:lnTo>
                <a:lnTo>
                  <a:pt x="498402" y="114135"/>
                </a:lnTo>
                <a:lnTo>
                  <a:pt x="499185" y="113730"/>
                </a:lnTo>
                <a:lnTo>
                  <a:pt x="499952" y="113309"/>
                </a:lnTo>
                <a:lnTo>
                  <a:pt x="500703" y="112873"/>
                </a:lnTo>
                <a:lnTo>
                  <a:pt x="501439" y="112422"/>
                </a:lnTo>
                <a:lnTo>
                  <a:pt x="502158" y="111955"/>
                </a:lnTo>
                <a:lnTo>
                  <a:pt x="502862" y="111472"/>
                </a:lnTo>
                <a:lnTo>
                  <a:pt x="503550" y="110974"/>
                </a:lnTo>
                <a:lnTo>
                  <a:pt x="504222" y="110461"/>
                </a:lnTo>
                <a:lnTo>
                  <a:pt x="504879" y="109932"/>
                </a:lnTo>
                <a:lnTo>
                  <a:pt x="505519" y="109388"/>
                </a:lnTo>
                <a:lnTo>
                  <a:pt x="506144" y="108828"/>
                </a:lnTo>
                <a:lnTo>
                  <a:pt x="506753" y="108253"/>
                </a:lnTo>
                <a:lnTo>
                  <a:pt x="507346" y="107663"/>
                </a:lnTo>
                <a:lnTo>
                  <a:pt x="507923" y="107057"/>
                </a:lnTo>
                <a:lnTo>
                  <a:pt x="508484" y="106435"/>
                </a:lnTo>
                <a:lnTo>
                  <a:pt x="509030" y="105798"/>
                </a:lnTo>
                <a:lnTo>
                  <a:pt x="509560" y="105146"/>
                </a:lnTo>
                <a:lnTo>
                  <a:pt x="510074" y="104478"/>
                </a:lnTo>
                <a:lnTo>
                  <a:pt x="510572" y="103795"/>
                </a:lnTo>
                <a:lnTo>
                  <a:pt x="511054" y="103096"/>
                </a:lnTo>
                <a:lnTo>
                  <a:pt x="511520" y="102382"/>
                </a:lnTo>
                <a:lnTo>
                  <a:pt x="511969" y="101658"/>
                </a:lnTo>
                <a:lnTo>
                  <a:pt x="512399" y="100929"/>
                </a:lnTo>
                <a:lnTo>
                  <a:pt x="512810" y="100197"/>
                </a:lnTo>
                <a:lnTo>
                  <a:pt x="513201" y="99459"/>
                </a:lnTo>
                <a:lnTo>
                  <a:pt x="513574" y="98718"/>
                </a:lnTo>
                <a:lnTo>
                  <a:pt x="513927" y="97972"/>
                </a:lnTo>
                <a:lnTo>
                  <a:pt x="514262" y="97222"/>
                </a:lnTo>
                <a:lnTo>
                  <a:pt x="514577" y="96467"/>
                </a:lnTo>
                <a:lnTo>
                  <a:pt x="514873" y="95708"/>
                </a:lnTo>
                <a:lnTo>
                  <a:pt x="515150" y="94944"/>
                </a:lnTo>
                <a:lnTo>
                  <a:pt x="515408" y="94177"/>
                </a:lnTo>
                <a:lnTo>
                  <a:pt x="515647" y="93405"/>
                </a:lnTo>
                <a:lnTo>
                  <a:pt x="515866" y="92628"/>
                </a:lnTo>
                <a:lnTo>
                  <a:pt x="516067" y="91847"/>
                </a:lnTo>
                <a:lnTo>
                  <a:pt x="516249" y="91062"/>
                </a:lnTo>
                <a:lnTo>
                  <a:pt x="516411" y="90272"/>
                </a:lnTo>
                <a:lnTo>
                  <a:pt x="516554" y="89478"/>
                </a:lnTo>
                <a:lnTo>
                  <a:pt x="516678" y="88680"/>
                </a:lnTo>
                <a:lnTo>
                  <a:pt x="516783" y="87877"/>
                </a:lnTo>
                <a:lnTo>
                  <a:pt x="516869" y="87070"/>
                </a:lnTo>
                <a:lnTo>
                  <a:pt x="516936" y="86259"/>
                </a:lnTo>
                <a:lnTo>
                  <a:pt x="516984" y="85443"/>
                </a:lnTo>
                <a:lnTo>
                  <a:pt x="517013" y="84623"/>
                </a:lnTo>
                <a:lnTo>
                  <a:pt x="517022" y="83798"/>
                </a:lnTo>
                <a:lnTo>
                  <a:pt x="517014" y="82892"/>
                </a:lnTo>
                <a:lnTo>
                  <a:pt x="516990" y="81998"/>
                </a:lnTo>
                <a:lnTo>
                  <a:pt x="516950" y="81116"/>
                </a:lnTo>
                <a:lnTo>
                  <a:pt x="516894" y="80247"/>
                </a:lnTo>
                <a:lnTo>
                  <a:pt x="516823" y="79389"/>
                </a:lnTo>
                <a:lnTo>
                  <a:pt x="516735" y="78544"/>
                </a:lnTo>
                <a:lnTo>
                  <a:pt x="516631" y="77711"/>
                </a:lnTo>
                <a:lnTo>
                  <a:pt x="516511" y="76890"/>
                </a:lnTo>
                <a:lnTo>
                  <a:pt x="516376" y="76081"/>
                </a:lnTo>
                <a:lnTo>
                  <a:pt x="516224" y="75285"/>
                </a:lnTo>
                <a:lnTo>
                  <a:pt x="516056" y="74500"/>
                </a:lnTo>
                <a:lnTo>
                  <a:pt x="515873" y="73728"/>
                </a:lnTo>
                <a:lnTo>
                  <a:pt x="515673" y="72968"/>
                </a:lnTo>
                <a:lnTo>
                  <a:pt x="515458" y="72220"/>
                </a:lnTo>
                <a:lnTo>
                  <a:pt x="515226" y="71484"/>
                </a:lnTo>
                <a:lnTo>
                  <a:pt x="514979" y="70761"/>
                </a:lnTo>
                <a:lnTo>
                  <a:pt x="514715" y="70049"/>
                </a:lnTo>
                <a:lnTo>
                  <a:pt x="514436" y="69350"/>
                </a:lnTo>
                <a:lnTo>
                  <a:pt x="514140" y="68663"/>
                </a:lnTo>
                <a:lnTo>
                  <a:pt x="513829" y="67989"/>
                </a:lnTo>
                <a:lnTo>
                  <a:pt x="513502" y="67326"/>
                </a:lnTo>
                <a:lnTo>
                  <a:pt x="513159" y="66676"/>
                </a:lnTo>
                <a:lnTo>
                  <a:pt x="512799" y="66037"/>
                </a:lnTo>
                <a:lnTo>
                  <a:pt x="512424" y="65411"/>
                </a:lnTo>
                <a:lnTo>
                  <a:pt x="512035" y="64796"/>
                </a:lnTo>
                <a:lnTo>
                  <a:pt x="511633" y="64193"/>
                </a:lnTo>
                <a:lnTo>
                  <a:pt x="511219" y="63600"/>
                </a:lnTo>
                <a:lnTo>
                  <a:pt x="510793" y="63018"/>
                </a:lnTo>
                <a:lnTo>
                  <a:pt x="510355" y="62447"/>
                </a:lnTo>
                <a:lnTo>
                  <a:pt x="509904" y="61887"/>
                </a:lnTo>
                <a:lnTo>
                  <a:pt x="509441" y="61338"/>
                </a:lnTo>
                <a:lnTo>
                  <a:pt x="508966" y="60800"/>
                </a:lnTo>
                <a:lnTo>
                  <a:pt x="508478" y="60273"/>
                </a:lnTo>
                <a:lnTo>
                  <a:pt x="507978" y="59756"/>
                </a:lnTo>
                <a:lnTo>
                  <a:pt x="507466" y="59251"/>
                </a:lnTo>
                <a:lnTo>
                  <a:pt x="506942" y="58757"/>
                </a:lnTo>
                <a:lnTo>
                  <a:pt x="506405" y="58273"/>
                </a:lnTo>
                <a:lnTo>
                  <a:pt x="505856" y="57801"/>
                </a:lnTo>
                <a:lnTo>
                  <a:pt x="505295" y="57339"/>
                </a:lnTo>
                <a:lnTo>
                  <a:pt x="504722" y="56889"/>
                </a:lnTo>
                <a:lnTo>
                  <a:pt x="504136" y="56449"/>
                </a:lnTo>
                <a:lnTo>
                  <a:pt x="503538" y="56020"/>
                </a:lnTo>
                <a:lnTo>
                  <a:pt x="502927" y="55603"/>
                </a:lnTo>
                <a:lnTo>
                  <a:pt x="502305" y="55196"/>
                </a:lnTo>
                <a:lnTo>
                  <a:pt x="501670" y="54800"/>
                </a:lnTo>
                <a:lnTo>
                  <a:pt x="501022" y="54415"/>
                </a:lnTo>
                <a:lnTo>
                  <a:pt x="500363" y="54041"/>
                </a:lnTo>
                <a:lnTo>
                  <a:pt x="499691" y="53678"/>
                </a:lnTo>
                <a:lnTo>
                  <a:pt x="498998" y="53321"/>
                </a:lnTo>
                <a:lnTo>
                  <a:pt x="498274" y="52964"/>
                </a:lnTo>
                <a:lnTo>
                  <a:pt x="497519" y="52609"/>
                </a:lnTo>
                <a:lnTo>
                  <a:pt x="496734" y="52254"/>
                </a:lnTo>
                <a:lnTo>
                  <a:pt x="495918" y="51901"/>
                </a:lnTo>
                <a:lnTo>
                  <a:pt x="495071" y="51549"/>
                </a:lnTo>
                <a:lnTo>
                  <a:pt x="494194" y="51197"/>
                </a:lnTo>
                <a:lnTo>
                  <a:pt x="493285" y="50846"/>
                </a:lnTo>
                <a:lnTo>
                  <a:pt x="492347" y="50497"/>
                </a:lnTo>
                <a:lnTo>
                  <a:pt x="491377" y="50148"/>
                </a:lnTo>
                <a:lnTo>
                  <a:pt x="490377" y="49801"/>
                </a:lnTo>
                <a:lnTo>
                  <a:pt x="489346" y="49454"/>
                </a:lnTo>
                <a:lnTo>
                  <a:pt x="488284" y="49108"/>
                </a:lnTo>
                <a:lnTo>
                  <a:pt x="487192" y="48763"/>
                </a:lnTo>
                <a:lnTo>
                  <a:pt x="486069" y="48420"/>
                </a:lnTo>
                <a:lnTo>
                  <a:pt x="484915" y="48077"/>
                </a:lnTo>
                <a:lnTo>
                  <a:pt x="483730" y="47735"/>
                </a:lnTo>
                <a:lnTo>
                  <a:pt x="482515" y="47394"/>
                </a:lnTo>
                <a:lnTo>
                  <a:pt x="481269" y="47054"/>
                </a:lnTo>
                <a:lnTo>
                  <a:pt x="479992" y="46715"/>
                </a:lnTo>
                <a:lnTo>
                  <a:pt x="478685" y="46377"/>
                </a:lnTo>
                <a:lnTo>
                  <a:pt x="477347" y="46040"/>
                </a:lnTo>
                <a:lnTo>
                  <a:pt x="475978" y="45704"/>
                </a:lnTo>
                <a:lnTo>
                  <a:pt x="474579" y="45369"/>
                </a:lnTo>
                <a:lnTo>
                  <a:pt x="473186" y="45034"/>
                </a:lnTo>
                <a:lnTo>
                  <a:pt x="471837" y="44701"/>
                </a:lnTo>
                <a:lnTo>
                  <a:pt x="470531" y="44370"/>
                </a:lnTo>
                <a:lnTo>
                  <a:pt x="469269" y="44039"/>
                </a:lnTo>
                <a:lnTo>
                  <a:pt x="468051" y="43709"/>
                </a:lnTo>
                <a:lnTo>
                  <a:pt x="466876" y="43381"/>
                </a:lnTo>
                <a:lnTo>
                  <a:pt x="465745" y="43053"/>
                </a:lnTo>
                <a:lnTo>
                  <a:pt x="464658" y="42727"/>
                </a:lnTo>
                <a:lnTo>
                  <a:pt x="463614" y="42402"/>
                </a:lnTo>
                <a:lnTo>
                  <a:pt x="462615" y="42077"/>
                </a:lnTo>
                <a:lnTo>
                  <a:pt x="461658" y="41754"/>
                </a:lnTo>
                <a:lnTo>
                  <a:pt x="460746" y="41432"/>
                </a:lnTo>
                <a:lnTo>
                  <a:pt x="459877" y="41112"/>
                </a:lnTo>
                <a:lnTo>
                  <a:pt x="459051" y="40792"/>
                </a:lnTo>
                <a:lnTo>
                  <a:pt x="458270" y="40473"/>
                </a:lnTo>
                <a:lnTo>
                  <a:pt x="457532" y="40156"/>
                </a:lnTo>
                <a:lnTo>
                  <a:pt x="456838" y="39840"/>
                </a:lnTo>
                <a:lnTo>
                  <a:pt x="456187" y="39524"/>
                </a:lnTo>
                <a:lnTo>
                  <a:pt x="455580" y="39210"/>
                </a:lnTo>
                <a:lnTo>
                  <a:pt x="455017" y="38897"/>
                </a:lnTo>
                <a:lnTo>
                  <a:pt x="454497" y="38585"/>
                </a:lnTo>
                <a:lnTo>
                  <a:pt x="454021" y="38274"/>
                </a:lnTo>
                <a:lnTo>
                  <a:pt x="453589" y="37965"/>
                </a:lnTo>
                <a:lnTo>
                  <a:pt x="453200" y="37656"/>
                </a:lnTo>
                <a:lnTo>
                  <a:pt x="452918" y="37412"/>
                </a:lnTo>
                <a:lnTo>
                  <a:pt x="452648" y="37163"/>
                </a:lnTo>
                <a:lnTo>
                  <a:pt x="452390" y="36911"/>
                </a:lnTo>
                <a:lnTo>
                  <a:pt x="452143" y="36654"/>
                </a:lnTo>
                <a:lnTo>
                  <a:pt x="451909" y="36393"/>
                </a:lnTo>
                <a:lnTo>
                  <a:pt x="451687" y="36128"/>
                </a:lnTo>
                <a:lnTo>
                  <a:pt x="451477" y="35859"/>
                </a:lnTo>
                <a:lnTo>
                  <a:pt x="451279" y="35586"/>
                </a:lnTo>
                <a:lnTo>
                  <a:pt x="451093" y="35309"/>
                </a:lnTo>
                <a:lnTo>
                  <a:pt x="450919" y="35028"/>
                </a:lnTo>
                <a:lnTo>
                  <a:pt x="450757" y="34742"/>
                </a:lnTo>
                <a:lnTo>
                  <a:pt x="450606" y="34453"/>
                </a:lnTo>
                <a:lnTo>
                  <a:pt x="450468" y="34159"/>
                </a:lnTo>
                <a:lnTo>
                  <a:pt x="450342" y="33861"/>
                </a:lnTo>
                <a:lnTo>
                  <a:pt x="450228" y="33559"/>
                </a:lnTo>
                <a:lnTo>
                  <a:pt x="450126" y="33253"/>
                </a:lnTo>
                <a:lnTo>
                  <a:pt x="450036" y="32943"/>
                </a:lnTo>
                <a:lnTo>
                  <a:pt x="449958" y="32629"/>
                </a:lnTo>
                <a:lnTo>
                  <a:pt x="449892" y="32311"/>
                </a:lnTo>
                <a:lnTo>
                  <a:pt x="449838" y="31989"/>
                </a:lnTo>
                <a:lnTo>
                  <a:pt x="449796" y="31662"/>
                </a:lnTo>
                <a:lnTo>
                  <a:pt x="449766" y="31332"/>
                </a:lnTo>
                <a:lnTo>
                  <a:pt x="449748" y="30997"/>
                </a:lnTo>
                <a:lnTo>
                  <a:pt x="449742" y="30658"/>
                </a:lnTo>
                <a:lnTo>
                  <a:pt x="449748" y="30288"/>
                </a:lnTo>
                <a:lnTo>
                  <a:pt x="449768" y="29924"/>
                </a:lnTo>
                <a:lnTo>
                  <a:pt x="449800" y="29566"/>
                </a:lnTo>
                <a:lnTo>
                  <a:pt x="449844" y="29214"/>
                </a:lnTo>
                <a:lnTo>
                  <a:pt x="449902" y="28869"/>
                </a:lnTo>
                <a:lnTo>
                  <a:pt x="449973" y="28530"/>
                </a:lnTo>
                <a:lnTo>
                  <a:pt x="450056" y="28198"/>
                </a:lnTo>
                <a:lnTo>
                  <a:pt x="450152" y="27871"/>
                </a:lnTo>
                <a:lnTo>
                  <a:pt x="450261" y="27551"/>
                </a:lnTo>
                <a:lnTo>
                  <a:pt x="450383" y="27237"/>
                </a:lnTo>
                <a:lnTo>
                  <a:pt x="450518" y="26930"/>
                </a:lnTo>
                <a:lnTo>
                  <a:pt x="450665" y="26628"/>
                </a:lnTo>
                <a:lnTo>
                  <a:pt x="450826" y="26333"/>
                </a:lnTo>
                <a:lnTo>
                  <a:pt x="450999" y="26045"/>
                </a:lnTo>
                <a:lnTo>
                  <a:pt x="451185" y="25762"/>
                </a:lnTo>
                <a:lnTo>
                  <a:pt x="451384" y="25486"/>
                </a:lnTo>
                <a:lnTo>
                  <a:pt x="451595" y="25216"/>
                </a:lnTo>
                <a:lnTo>
                  <a:pt x="451820" y="24953"/>
                </a:lnTo>
                <a:lnTo>
                  <a:pt x="452057" y="24695"/>
                </a:lnTo>
                <a:lnTo>
                  <a:pt x="452307" y="24444"/>
                </a:lnTo>
                <a:lnTo>
                  <a:pt x="452570" y="24200"/>
                </a:lnTo>
                <a:lnTo>
                  <a:pt x="452846" y="23961"/>
                </a:lnTo>
                <a:lnTo>
                  <a:pt x="453135" y="23729"/>
                </a:lnTo>
                <a:lnTo>
                  <a:pt x="453436" y="23503"/>
                </a:lnTo>
                <a:lnTo>
                  <a:pt x="453922" y="23163"/>
                </a:lnTo>
                <a:lnTo>
                  <a:pt x="454423" y="22838"/>
                </a:lnTo>
                <a:lnTo>
                  <a:pt x="454939" y="22527"/>
                </a:lnTo>
                <a:lnTo>
                  <a:pt x="455471" y="22230"/>
                </a:lnTo>
                <a:lnTo>
                  <a:pt x="456018" y="21948"/>
                </a:lnTo>
                <a:lnTo>
                  <a:pt x="456580" y="21680"/>
                </a:lnTo>
                <a:lnTo>
                  <a:pt x="457157" y="21427"/>
                </a:lnTo>
                <a:lnTo>
                  <a:pt x="457750" y="21188"/>
                </a:lnTo>
                <a:lnTo>
                  <a:pt x="458358" y="20963"/>
                </a:lnTo>
                <a:lnTo>
                  <a:pt x="458982" y="20754"/>
                </a:lnTo>
                <a:lnTo>
                  <a:pt x="459620" y="20558"/>
                </a:lnTo>
                <a:lnTo>
                  <a:pt x="460274" y="20377"/>
                </a:lnTo>
                <a:lnTo>
                  <a:pt x="460943" y="20211"/>
                </a:lnTo>
                <a:lnTo>
                  <a:pt x="461628" y="20059"/>
                </a:lnTo>
                <a:lnTo>
                  <a:pt x="462327" y="19921"/>
                </a:lnTo>
                <a:lnTo>
                  <a:pt x="463042" y="19798"/>
                </a:lnTo>
                <a:lnTo>
                  <a:pt x="463773" y="19690"/>
                </a:lnTo>
                <a:lnTo>
                  <a:pt x="464518" y="19596"/>
                </a:lnTo>
                <a:lnTo>
                  <a:pt x="465279" y="19516"/>
                </a:lnTo>
                <a:lnTo>
                  <a:pt x="466055" y="19451"/>
                </a:lnTo>
                <a:lnTo>
                  <a:pt x="466847" y="19400"/>
                </a:lnTo>
                <a:lnTo>
                  <a:pt x="467654" y="19364"/>
                </a:lnTo>
                <a:lnTo>
                  <a:pt x="468476" y="19342"/>
                </a:lnTo>
                <a:lnTo>
                  <a:pt x="469313" y="19335"/>
                </a:lnTo>
                <a:lnTo>
                  <a:pt x="470123" y="19342"/>
                </a:lnTo>
                <a:lnTo>
                  <a:pt x="470916" y="19362"/>
                </a:lnTo>
                <a:lnTo>
                  <a:pt x="471692" y="19396"/>
                </a:lnTo>
                <a:lnTo>
                  <a:pt x="472451" y="19443"/>
                </a:lnTo>
                <a:lnTo>
                  <a:pt x="473193" y="19504"/>
                </a:lnTo>
                <a:lnTo>
                  <a:pt x="473918" y="19578"/>
                </a:lnTo>
                <a:lnTo>
                  <a:pt x="474626" y="19666"/>
                </a:lnTo>
                <a:lnTo>
                  <a:pt x="475317" y="19768"/>
                </a:lnTo>
                <a:lnTo>
                  <a:pt x="475991" y="19882"/>
                </a:lnTo>
                <a:lnTo>
                  <a:pt x="476647" y="20011"/>
                </a:lnTo>
                <a:lnTo>
                  <a:pt x="477287" y="20153"/>
                </a:lnTo>
                <a:lnTo>
                  <a:pt x="477910" y="20308"/>
                </a:lnTo>
                <a:lnTo>
                  <a:pt x="478515" y="20477"/>
                </a:lnTo>
                <a:lnTo>
                  <a:pt x="479104" y="20659"/>
                </a:lnTo>
                <a:lnTo>
                  <a:pt x="479675" y="20855"/>
                </a:lnTo>
                <a:lnTo>
                  <a:pt x="480229" y="21064"/>
                </a:lnTo>
                <a:lnTo>
                  <a:pt x="480767" y="21287"/>
                </a:lnTo>
                <a:lnTo>
                  <a:pt x="481287" y="21524"/>
                </a:lnTo>
                <a:lnTo>
                  <a:pt x="481790" y="21774"/>
                </a:lnTo>
                <a:lnTo>
                  <a:pt x="482276" y="22037"/>
                </a:lnTo>
                <a:lnTo>
                  <a:pt x="482745" y="22314"/>
                </a:lnTo>
                <a:lnTo>
                  <a:pt x="483197" y="22604"/>
                </a:lnTo>
                <a:lnTo>
                  <a:pt x="483632" y="22908"/>
                </a:lnTo>
                <a:lnTo>
                  <a:pt x="484050" y="23226"/>
                </a:lnTo>
                <a:lnTo>
                  <a:pt x="484454" y="23559"/>
                </a:lnTo>
                <a:lnTo>
                  <a:pt x="484845" y="23909"/>
                </a:lnTo>
                <a:lnTo>
                  <a:pt x="485225" y="24277"/>
                </a:lnTo>
                <a:lnTo>
                  <a:pt x="485593" y="24661"/>
                </a:lnTo>
                <a:lnTo>
                  <a:pt x="485949" y="25064"/>
                </a:lnTo>
                <a:lnTo>
                  <a:pt x="486293" y="25483"/>
                </a:lnTo>
                <a:lnTo>
                  <a:pt x="486625" y="25920"/>
                </a:lnTo>
                <a:lnTo>
                  <a:pt x="486945" y="26374"/>
                </a:lnTo>
                <a:lnTo>
                  <a:pt x="487254" y="26846"/>
                </a:lnTo>
                <a:lnTo>
                  <a:pt x="487550" y="27335"/>
                </a:lnTo>
                <a:lnTo>
                  <a:pt x="487835" y="27841"/>
                </a:lnTo>
                <a:lnTo>
                  <a:pt x="488108" y="28364"/>
                </a:lnTo>
                <a:lnTo>
                  <a:pt x="488369" y="28905"/>
                </a:lnTo>
                <a:lnTo>
                  <a:pt x="488618" y="29463"/>
                </a:lnTo>
                <a:lnTo>
                  <a:pt x="488855" y="30039"/>
                </a:lnTo>
                <a:lnTo>
                  <a:pt x="489080" y="30632"/>
                </a:lnTo>
                <a:lnTo>
                  <a:pt x="489294" y="31242"/>
                </a:lnTo>
                <a:lnTo>
                  <a:pt x="489496" y="31869"/>
                </a:lnTo>
                <a:lnTo>
                  <a:pt x="489685" y="32514"/>
                </a:lnTo>
                <a:lnTo>
                  <a:pt x="489863" y="33176"/>
                </a:lnTo>
                <a:lnTo>
                  <a:pt x="490029" y="33856"/>
                </a:lnTo>
                <a:lnTo>
                  <a:pt x="490183" y="34553"/>
                </a:lnTo>
                <a:lnTo>
                  <a:pt x="490326" y="35267"/>
                </a:lnTo>
                <a:lnTo>
                  <a:pt x="490456" y="35998"/>
                </a:lnTo>
                <a:lnTo>
                  <a:pt x="513721" y="35055"/>
                </a:lnTo>
                <a:lnTo>
                  <a:pt x="513657" y="33737"/>
                </a:lnTo>
                <a:lnTo>
                  <a:pt x="513557" y="32441"/>
                </a:lnTo>
                <a:lnTo>
                  <a:pt x="513421" y="31168"/>
                </a:lnTo>
                <a:lnTo>
                  <a:pt x="513248" y="29917"/>
                </a:lnTo>
                <a:lnTo>
                  <a:pt x="513040" y="28687"/>
                </a:lnTo>
                <a:lnTo>
                  <a:pt x="512795" y="27481"/>
                </a:lnTo>
                <a:lnTo>
                  <a:pt x="512514" y="26296"/>
                </a:lnTo>
                <a:lnTo>
                  <a:pt x="512197" y="25134"/>
                </a:lnTo>
                <a:lnTo>
                  <a:pt x="511844" y="23993"/>
                </a:lnTo>
                <a:lnTo>
                  <a:pt x="511455" y="22875"/>
                </a:lnTo>
                <a:lnTo>
                  <a:pt x="511029" y="21779"/>
                </a:lnTo>
                <a:lnTo>
                  <a:pt x="510567" y="20706"/>
                </a:lnTo>
                <a:lnTo>
                  <a:pt x="510069" y="19654"/>
                </a:lnTo>
                <a:lnTo>
                  <a:pt x="509535" y="18625"/>
                </a:lnTo>
                <a:lnTo>
                  <a:pt x="508965" y="17618"/>
                </a:lnTo>
                <a:lnTo>
                  <a:pt x="508359" y="16633"/>
                </a:lnTo>
                <a:lnTo>
                  <a:pt x="507716" y="15671"/>
                </a:lnTo>
                <a:lnTo>
                  <a:pt x="507038" y="14730"/>
                </a:lnTo>
                <a:lnTo>
                  <a:pt x="506323" y="13812"/>
                </a:lnTo>
                <a:lnTo>
                  <a:pt x="505572" y="12916"/>
                </a:lnTo>
                <a:lnTo>
                  <a:pt x="504785" y="12043"/>
                </a:lnTo>
                <a:lnTo>
                  <a:pt x="503961" y="11191"/>
                </a:lnTo>
                <a:lnTo>
                  <a:pt x="503102" y="10362"/>
                </a:lnTo>
                <a:lnTo>
                  <a:pt x="502206" y="9555"/>
                </a:lnTo>
                <a:lnTo>
                  <a:pt x="501274" y="8775"/>
                </a:lnTo>
                <a:lnTo>
                  <a:pt x="500304" y="8029"/>
                </a:lnTo>
                <a:lnTo>
                  <a:pt x="499298" y="7315"/>
                </a:lnTo>
                <a:lnTo>
                  <a:pt x="498254" y="6635"/>
                </a:lnTo>
                <a:lnTo>
                  <a:pt x="497172" y="5988"/>
                </a:lnTo>
                <a:lnTo>
                  <a:pt x="496054" y="5374"/>
                </a:lnTo>
                <a:lnTo>
                  <a:pt x="494898" y="4794"/>
                </a:lnTo>
                <a:lnTo>
                  <a:pt x="493705" y="4247"/>
                </a:lnTo>
                <a:lnTo>
                  <a:pt x="492474" y="3732"/>
                </a:lnTo>
                <a:lnTo>
                  <a:pt x="491207" y="3251"/>
                </a:lnTo>
                <a:lnTo>
                  <a:pt x="489902" y="2803"/>
                </a:lnTo>
                <a:lnTo>
                  <a:pt x="488560" y="2389"/>
                </a:lnTo>
                <a:lnTo>
                  <a:pt x="487180" y="2007"/>
                </a:lnTo>
                <a:lnTo>
                  <a:pt x="485764" y="1659"/>
                </a:lnTo>
                <a:lnTo>
                  <a:pt x="484310" y="1344"/>
                </a:lnTo>
                <a:lnTo>
                  <a:pt x="482819" y="1062"/>
                </a:lnTo>
                <a:lnTo>
                  <a:pt x="481290" y="813"/>
                </a:lnTo>
                <a:lnTo>
                  <a:pt x="479725" y="597"/>
                </a:lnTo>
                <a:lnTo>
                  <a:pt x="478122" y="415"/>
                </a:lnTo>
                <a:lnTo>
                  <a:pt x="476482" y="265"/>
                </a:lnTo>
                <a:lnTo>
                  <a:pt x="474804" y="149"/>
                </a:lnTo>
                <a:lnTo>
                  <a:pt x="473090" y="66"/>
                </a:lnTo>
                <a:lnTo>
                  <a:pt x="471338" y="17"/>
                </a:lnTo>
                <a:lnTo>
                  <a:pt x="469549" y="0"/>
                </a:lnTo>
                <a:lnTo>
                  <a:pt x="468449" y="7"/>
                </a:lnTo>
                <a:lnTo>
                  <a:pt x="467362" y="28"/>
                </a:lnTo>
                <a:lnTo>
                  <a:pt x="466289" y="63"/>
                </a:lnTo>
                <a:lnTo>
                  <a:pt x="465229" y="112"/>
                </a:lnTo>
                <a:lnTo>
                  <a:pt x="464183" y="174"/>
                </a:lnTo>
                <a:lnTo>
                  <a:pt x="463150" y="251"/>
                </a:lnTo>
                <a:lnTo>
                  <a:pt x="462131" y="342"/>
                </a:lnTo>
                <a:lnTo>
                  <a:pt x="461126" y="446"/>
                </a:lnTo>
                <a:lnTo>
                  <a:pt x="460133" y="565"/>
                </a:lnTo>
                <a:lnTo>
                  <a:pt x="459155" y="698"/>
                </a:lnTo>
                <a:lnTo>
                  <a:pt x="458190" y="844"/>
                </a:lnTo>
                <a:lnTo>
                  <a:pt x="457238" y="1005"/>
                </a:lnTo>
                <a:lnTo>
                  <a:pt x="456300" y="1179"/>
                </a:lnTo>
                <a:lnTo>
                  <a:pt x="455376" y="1367"/>
                </a:lnTo>
                <a:lnTo>
                  <a:pt x="454465" y="1570"/>
                </a:lnTo>
                <a:lnTo>
                  <a:pt x="453567" y="1786"/>
                </a:lnTo>
                <a:lnTo>
                  <a:pt x="452683" y="2016"/>
                </a:lnTo>
                <a:lnTo>
                  <a:pt x="451812" y="2260"/>
                </a:lnTo>
                <a:lnTo>
                  <a:pt x="450955" y="2518"/>
                </a:lnTo>
                <a:lnTo>
                  <a:pt x="450112" y="2791"/>
                </a:lnTo>
                <a:lnTo>
                  <a:pt x="449282" y="3077"/>
                </a:lnTo>
                <a:lnTo>
                  <a:pt x="448465" y="3377"/>
                </a:lnTo>
                <a:lnTo>
                  <a:pt x="447662" y="3690"/>
                </a:lnTo>
                <a:lnTo>
                  <a:pt x="446873" y="4018"/>
                </a:lnTo>
                <a:lnTo>
                  <a:pt x="446098" y="4359"/>
                </a:lnTo>
                <a:lnTo>
                  <a:pt x="445338" y="4713"/>
                </a:lnTo>
                <a:lnTo>
                  <a:pt x="444594" y="5080"/>
                </a:lnTo>
                <a:lnTo>
                  <a:pt x="443864" y="5459"/>
                </a:lnTo>
                <a:lnTo>
                  <a:pt x="443150" y="5851"/>
                </a:lnTo>
                <a:lnTo>
                  <a:pt x="442452" y="6255"/>
                </a:lnTo>
                <a:lnTo>
                  <a:pt x="441768" y="6673"/>
                </a:lnTo>
                <a:lnTo>
                  <a:pt x="441100" y="7103"/>
                </a:lnTo>
                <a:lnTo>
                  <a:pt x="440448" y="7546"/>
                </a:lnTo>
                <a:lnTo>
                  <a:pt x="439810" y="8001"/>
                </a:lnTo>
                <a:lnTo>
                  <a:pt x="439188" y="8469"/>
                </a:lnTo>
                <a:lnTo>
                  <a:pt x="438581" y="8950"/>
                </a:lnTo>
                <a:lnTo>
                  <a:pt x="437989" y="9444"/>
                </a:lnTo>
                <a:lnTo>
                  <a:pt x="437413" y="9951"/>
                </a:lnTo>
                <a:lnTo>
                  <a:pt x="436852" y="10470"/>
                </a:lnTo>
                <a:lnTo>
                  <a:pt x="436306" y="11002"/>
                </a:lnTo>
                <a:lnTo>
                  <a:pt x="435775" y="11546"/>
                </a:lnTo>
                <a:lnTo>
                  <a:pt x="435260" y="12104"/>
                </a:lnTo>
                <a:lnTo>
                  <a:pt x="434760" y="12674"/>
                </a:lnTo>
                <a:lnTo>
                  <a:pt x="434275" y="13256"/>
                </a:lnTo>
                <a:lnTo>
                  <a:pt x="433806" y="13852"/>
                </a:lnTo>
                <a:lnTo>
                  <a:pt x="433352" y="14460"/>
                </a:lnTo>
                <a:lnTo>
                  <a:pt x="432913" y="15081"/>
                </a:lnTo>
                <a:lnTo>
                  <a:pt x="432489" y="15715"/>
                </a:lnTo>
                <a:lnTo>
                  <a:pt x="432082" y="16357"/>
                </a:lnTo>
                <a:lnTo>
                  <a:pt x="431692" y="17002"/>
                </a:lnTo>
                <a:lnTo>
                  <a:pt x="431320" y="17652"/>
                </a:lnTo>
                <a:lnTo>
                  <a:pt x="430964" y="18306"/>
                </a:lnTo>
                <a:lnTo>
                  <a:pt x="430627" y="18964"/>
                </a:lnTo>
                <a:lnTo>
                  <a:pt x="430306" y="19625"/>
                </a:lnTo>
                <a:lnTo>
                  <a:pt x="430003" y="20291"/>
                </a:lnTo>
                <a:lnTo>
                  <a:pt x="429717" y="20960"/>
                </a:lnTo>
                <a:lnTo>
                  <a:pt x="429448" y="21634"/>
                </a:lnTo>
                <a:lnTo>
                  <a:pt x="429197" y="22311"/>
                </a:lnTo>
                <a:lnTo>
                  <a:pt x="428963" y="22993"/>
                </a:lnTo>
                <a:lnTo>
                  <a:pt x="428746" y="23678"/>
                </a:lnTo>
                <a:lnTo>
                  <a:pt x="428547" y="24368"/>
                </a:lnTo>
                <a:lnTo>
                  <a:pt x="428365" y="25061"/>
                </a:lnTo>
                <a:lnTo>
                  <a:pt x="428200" y="25759"/>
                </a:lnTo>
                <a:lnTo>
                  <a:pt x="428053" y="26460"/>
                </a:lnTo>
                <a:lnTo>
                  <a:pt x="427923" y="27165"/>
                </a:lnTo>
                <a:lnTo>
                  <a:pt x="427810" y="27874"/>
                </a:lnTo>
                <a:lnTo>
                  <a:pt x="427715" y="28588"/>
                </a:lnTo>
                <a:lnTo>
                  <a:pt x="427637" y="29305"/>
                </a:lnTo>
                <a:lnTo>
                  <a:pt x="427576" y="30026"/>
                </a:lnTo>
                <a:lnTo>
                  <a:pt x="427533" y="30751"/>
                </a:lnTo>
                <a:lnTo>
                  <a:pt x="427507" y="31480"/>
                </a:lnTo>
                <a:lnTo>
                  <a:pt x="427498" y="32213"/>
                </a:lnTo>
                <a:lnTo>
                  <a:pt x="427517" y="33348"/>
                </a:lnTo>
                <a:lnTo>
                  <a:pt x="427572" y="34468"/>
                </a:lnTo>
                <a:lnTo>
                  <a:pt x="427664" y="35574"/>
                </a:lnTo>
                <a:lnTo>
                  <a:pt x="427793" y="36665"/>
                </a:lnTo>
                <a:lnTo>
                  <a:pt x="427959" y="37742"/>
                </a:lnTo>
                <a:lnTo>
                  <a:pt x="428162" y="38804"/>
                </a:lnTo>
                <a:lnTo>
                  <a:pt x="428401" y="39852"/>
                </a:lnTo>
                <a:lnTo>
                  <a:pt x="428677" y="40885"/>
                </a:lnTo>
                <a:lnTo>
                  <a:pt x="428991" y="41904"/>
                </a:lnTo>
                <a:lnTo>
                  <a:pt x="429341" y="42908"/>
                </a:lnTo>
                <a:lnTo>
                  <a:pt x="429727" y="43898"/>
                </a:lnTo>
                <a:lnTo>
                  <a:pt x="430151" y="44873"/>
                </a:lnTo>
                <a:lnTo>
                  <a:pt x="430612" y="45834"/>
                </a:lnTo>
                <a:lnTo>
                  <a:pt x="431109" y="46780"/>
                </a:lnTo>
                <a:lnTo>
                  <a:pt x="431643" y="47712"/>
                </a:lnTo>
                <a:lnTo>
                  <a:pt x="432214" y="48629"/>
                </a:lnTo>
                <a:lnTo>
                  <a:pt x="432822" y="49532"/>
                </a:lnTo>
                <a:lnTo>
                  <a:pt x="433467" y="50421"/>
                </a:lnTo>
                <a:lnTo>
                  <a:pt x="434149" y="51294"/>
                </a:lnTo>
                <a:lnTo>
                  <a:pt x="434867" y="52154"/>
                </a:lnTo>
                <a:lnTo>
                  <a:pt x="435622" y="52999"/>
                </a:lnTo>
                <a:lnTo>
                  <a:pt x="436414" y="53829"/>
                </a:lnTo>
                <a:lnTo>
                  <a:pt x="437243" y="54645"/>
                </a:lnTo>
                <a:lnTo>
                  <a:pt x="438109" y="55446"/>
                </a:lnTo>
                <a:lnTo>
                  <a:pt x="438757" y="56007"/>
                </a:lnTo>
                <a:lnTo>
                  <a:pt x="439444" y="56561"/>
                </a:lnTo>
                <a:lnTo>
                  <a:pt x="440170" y="57107"/>
                </a:lnTo>
                <a:lnTo>
                  <a:pt x="440934" y="57645"/>
                </a:lnTo>
                <a:lnTo>
                  <a:pt x="441738" y="58177"/>
                </a:lnTo>
                <a:lnTo>
                  <a:pt x="442580" y="58701"/>
                </a:lnTo>
                <a:lnTo>
                  <a:pt x="443460" y="59217"/>
                </a:lnTo>
                <a:lnTo>
                  <a:pt x="444380" y="59726"/>
                </a:lnTo>
                <a:lnTo>
                  <a:pt x="445338" y="60228"/>
                </a:lnTo>
                <a:lnTo>
                  <a:pt x="446335" y="60722"/>
                </a:lnTo>
                <a:lnTo>
                  <a:pt x="447371" y="61209"/>
                </a:lnTo>
                <a:lnTo>
                  <a:pt x="448445" y="61689"/>
                </a:lnTo>
                <a:lnTo>
                  <a:pt x="449558" y="62161"/>
                </a:lnTo>
                <a:lnTo>
                  <a:pt x="450710" y="62626"/>
                </a:lnTo>
                <a:lnTo>
                  <a:pt x="451901" y="63083"/>
                </a:lnTo>
                <a:lnTo>
                  <a:pt x="453130" y="63533"/>
                </a:lnTo>
                <a:lnTo>
                  <a:pt x="454399" y="63976"/>
                </a:lnTo>
                <a:lnTo>
                  <a:pt x="455706" y="64411"/>
                </a:lnTo>
                <a:lnTo>
                  <a:pt x="457051" y="64839"/>
                </a:lnTo>
                <a:lnTo>
                  <a:pt x="458436" y="65260"/>
                </a:lnTo>
                <a:lnTo>
                  <a:pt x="459859" y="65673"/>
                </a:lnTo>
                <a:lnTo>
                  <a:pt x="461321" y="66078"/>
                </a:lnTo>
                <a:lnTo>
                  <a:pt x="462822" y="66477"/>
                </a:lnTo>
                <a:lnTo>
                  <a:pt x="464361" y="66868"/>
                </a:lnTo>
                <a:lnTo>
                  <a:pt x="465555" y="67166"/>
                </a:lnTo>
                <a:lnTo>
                  <a:pt x="466712" y="67456"/>
                </a:lnTo>
                <a:lnTo>
                  <a:pt x="467833" y="67739"/>
                </a:lnTo>
                <a:lnTo>
                  <a:pt x="468918" y="68014"/>
                </a:lnTo>
                <a:lnTo>
                  <a:pt x="469966" y="68282"/>
                </a:lnTo>
                <a:lnTo>
                  <a:pt x="470978" y="68541"/>
                </a:lnTo>
                <a:lnTo>
                  <a:pt x="471954" y="68793"/>
                </a:lnTo>
                <a:lnTo>
                  <a:pt x="472893" y="69038"/>
                </a:lnTo>
                <a:lnTo>
                  <a:pt x="473797" y="69275"/>
                </a:lnTo>
                <a:lnTo>
                  <a:pt x="474664" y="69504"/>
                </a:lnTo>
                <a:lnTo>
                  <a:pt x="475494" y="69725"/>
                </a:lnTo>
                <a:lnTo>
                  <a:pt x="476289" y="69939"/>
                </a:lnTo>
                <a:lnTo>
                  <a:pt x="477047" y="70145"/>
                </a:lnTo>
                <a:lnTo>
                  <a:pt x="477768" y="70344"/>
                </a:lnTo>
                <a:lnTo>
                  <a:pt x="478454" y="70535"/>
                </a:lnTo>
                <a:lnTo>
                  <a:pt x="479103" y="70718"/>
                </a:lnTo>
                <a:lnTo>
                  <a:pt x="479716" y="70893"/>
                </a:lnTo>
                <a:lnTo>
                  <a:pt x="480292" y="71061"/>
                </a:lnTo>
                <a:lnTo>
                  <a:pt x="480832" y="71222"/>
                </a:lnTo>
                <a:lnTo>
                  <a:pt x="481336" y="71374"/>
                </a:lnTo>
                <a:lnTo>
                  <a:pt x="481804" y="71519"/>
                </a:lnTo>
                <a:lnTo>
                  <a:pt x="482235" y="71656"/>
                </a:lnTo>
                <a:lnTo>
                  <a:pt x="482630" y="71786"/>
                </a:lnTo>
                <a:lnTo>
                  <a:pt x="482989" y="71908"/>
                </a:lnTo>
                <a:lnTo>
                  <a:pt x="483481" y="72087"/>
                </a:lnTo>
                <a:lnTo>
                  <a:pt x="483960" y="72268"/>
                </a:lnTo>
                <a:lnTo>
                  <a:pt x="484427" y="72452"/>
                </a:lnTo>
                <a:lnTo>
                  <a:pt x="484881" y="72638"/>
                </a:lnTo>
                <a:lnTo>
                  <a:pt x="485323" y="72828"/>
                </a:lnTo>
                <a:lnTo>
                  <a:pt x="485752" y="73019"/>
                </a:lnTo>
                <a:lnTo>
                  <a:pt x="486169" y="73214"/>
                </a:lnTo>
                <a:lnTo>
                  <a:pt x="486574" y="73411"/>
                </a:lnTo>
                <a:lnTo>
                  <a:pt x="486966" y="73610"/>
                </a:lnTo>
                <a:lnTo>
                  <a:pt x="487346" y="73813"/>
                </a:lnTo>
                <a:lnTo>
                  <a:pt x="487713" y="74017"/>
                </a:lnTo>
                <a:lnTo>
                  <a:pt x="488068" y="74225"/>
                </a:lnTo>
                <a:lnTo>
                  <a:pt x="488411" y="74435"/>
                </a:lnTo>
                <a:lnTo>
                  <a:pt x="488741" y="74647"/>
                </a:lnTo>
                <a:lnTo>
                  <a:pt x="489059" y="74862"/>
                </a:lnTo>
                <a:lnTo>
                  <a:pt x="489364" y="75080"/>
                </a:lnTo>
                <a:lnTo>
                  <a:pt x="489657" y="75301"/>
                </a:lnTo>
                <a:lnTo>
                  <a:pt x="489938" y="75524"/>
                </a:lnTo>
                <a:lnTo>
                  <a:pt x="490206" y="75749"/>
                </a:lnTo>
                <a:lnTo>
                  <a:pt x="490461" y="75977"/>
                </a:lnTo>
                <a:lnTo>
                  <a:pt x="490705" y="76208"/>
                </a:lnTo>
                <a:lnTo>
                  <a:pt x="490935" y="76441"/>
                </a:lnTo>
                <a:lnTo>
                  <a:pt x="491154" y="76677"/>
                </a:lnTo>
                <a:lnTo>
                  <a:pt x="491360" y="76916"/>
                </a:lnTo>
                <a:lnTo>
                  <a:pt x="491555" y="77158"/>
                </a:lnTo>
                <a:lnTo>
                  <a:pt x="491743" y="77404"/>
                </a:lnTo>
                <a:lnTo>
                  <a:pt x="491922" y="77654"/>
                </a:lnTo>
                <a:lnTo>
                  <a:pt x="492092" y="77909"/>
                </a:lnTo>
                <a:lnTo>
                  <a:pt x="492255" y="78168"/>
                </a:lnTo>
                <a:lnTo>
                  <a:pt x="492409" y="78431"/>
                </a:lnTo>
                <a:lnTo>
                  <a:pt x="492554" y="78698"/>
                </a:lnTo>
                <a:lnTo>
                  <a:pt x="492692" y="78969"/>
                </a:lnTo>
                <a:lnTo>
                  <a:pt x="492821" y="79245"/>
                </a:lnTo>
                <a:lnTo>
                  <a:pt x="492941" y="79525"/>
                </a:lnTo>
                <a:lnTo>
                  <a:pt x="493054" y="79810"/>
                </a:lnTo>
                <a:lnTo>
                  <a:pt x="493158" y="80098"/>
                </a:lnTo>
                <a:lnTo>
                  <a:pt x="493253" y="80391"/>
                </a:lnTo>
                <a:lnTo>
                  <a:pt x="493341" y="80688"/>
                </a:lnTo>
                <a:lnTo>
                  <a:pt x="493420" y="80989"/>
                </a:lnTo>
                <a:lnTo>
                  <a:pt x="493491" y="81295"/>
                </a:lnTo>
                <a:lnTo>
                  <a:pt x="493553" y="81604"/>
                </a:lnTo>
                <a:lnTo>
                  <a:pt x="493607" y="81918"/>
                </a:lnTo>
                <a:lnTo>
                  <a:pt x="493653" y="82237"/>
                </a:lnTo>
                <a:lnTo>
                  <a:pt x="493690" y="82559"/>
                </a:lnTo>
                <a:lnTo>
                  <a:pt x="493720" y="82886"/>
                </a:lnTo>
                <a:lnTo>
                  <a:pt x="493740" y="83217"/>
                </a:lnTo>
                <a:lnTo>
                  <a:pt x="493753" y="83552"/>
                </a:lnTo>
                <a:lnTo>
                  <a:pt x="493757" y="83892"/>
                </a:lnTo>
                <a:lnTo>
                  <a:pt x="493747" y="84421"/>
                </a:lnTo>
                <a:lnTo>
                  <a:pt x="493717" y="84945"/>
                </a:lnTo>
                <a:lnTo>
                  <a:pt x="493668" y="85464"/>
                </a:lnTo>
                <a:lnTo>
                  <a:pt x="493599" y="85976"/>
                </a:lnTo>
                <a:lnTo>
                  <a:pt x="493510" y="86483"/>
                </a:lnTo>
                <a:lnTo>
                  <a:pt x="493401" y="86985"/>
                </a:lnTo>
                <a:lnTo>
                  <a:pt x="493272" y="87481"/>
                </a:lnTo>
                <a:lnTo>
                  <a:pt x="493124" y="87971"/>
                </a:lnTo>
                <a:lnTo>
                  <a:pt x="492956" y="88455"/>
                </a:lnTo>
                <a:lnTo>
                  <a:pt x="492768" y="88934"/>
                </a:lnTo>
                <a:lnTo>
                  <a:pt x="492560" y="89408"/>
                </a:lnTo>
                <a:lnTo>
                  <a:pt x="492332" y="89876"/>
                </a:lnTo>
                <a:lnTo>
                  <a:pt x="492085" y="90338"/>
                </a:lnTo>
                <a:lnTo>
                  <a:pt x="491818" y="90794"/>
                </a:lnTo>
                <a:lnTo>
                  <a:pt x="491531" y="91245"/>
                </a:lnTo>
                <a:lnTo>
                  <a:pt x="491224" y="91690"/>
                </a:lnTo>
                <a:lnTo>
                  <a:pt x="490898" y="92130"/>
                </a:lnTo>
                <a:lnTo>
                  <a:pt x="490552" y="92564"/>
                </a:lnTo>
                <a:lnTo>
                  <a:pt x="490186" y="92992"/>
                </a:lnTo>
                <a:lnTo>
                  <a:pt x="489800" y="93415"/>
                </a:lnTo>
                <a:lnTo>
                  <a:pt x="489394" y="93832"/>
                </a:lnTo>
                <a:lnTo>
                  <a:pt x="488969" y="94244"/>
                </a:lnTo>
                <a:lnTo>
                  <a:pt x="488524" y="94650"/>
                </a:lnTo>
                <a:lnTo>
                  <a:pt x="488059" y="95050"/>
                </a:lnTo>
                <a:lnTo>
                  <a:pt x="487574" y="95439"/>
                </a:lnTo>
                <a:lnTo>
                  <a:pt x="487070" y="95812"/>
                </a:lnTo>
                <a:lnTo>
                  <a:pt x="486547" y="96168"/>
                </a:lnTo>
                <a:lnTo>
                  <a:pt x="486005" y="96508"/>
                </a:lnTo>
                <a:lnTo>
                  <a:pt x="485444" y="96831"/>
                </a:lnTo>
                <a:lnTo>
                  <a:pt x="484863" y="97137"/>
                </a:lnTo>
                <a:lnTo>
                  <a:pt x="484263" y="97427"/>
                </a:lnTo>
                <a:lnTo>
                  <a:pt x="483644" y="97700"/>
                </a:lnTo>
                <a:lnTo>
                  <a:pt x="483006" y="97957"/>
                </a:lnTo>
                <a:lnTo>
                  <a:pt x="482348" y="98197"/>
                </a:lnTo>
                <a:lnTo>
                  <a:pt x="481671" y="98421"/>
                </a:lnTo>
                <a:lnTo>
                  <a:pt x="480975" y="98628"/>
                </a:lnTo>
                <a:lnTo>
                  <a:pt x="480260" y="98818"/>
                </a:lnTo>
                <a:lnTo>
                  <a:pt x="479525" y="98992"/>
                </a:lnTo>
                <a:lnTo>
                  <a:pt x="478771" y="99149"/>
                </a:lnTo>
                <a:lnTo>
                  <a:pt x="477998" y="99290"/>
                </a:lnTo>
                <a:lnTo>
                  <a:pt x="477206" y="99414"/>
                </a:lnTo>
                <a:lnTo>
                  <a:pt x="476394" y="99522"/>
                </a:lnTo>
                <a:lnTo>
                  <a:pt x="475563" y="99613"/>
                </a:lnTo>
                <a:lnTo>
                  <a:pt x="474713" y="99688"/>
                </a:lnTo>
                <a:lnTo>
                  <a:pt x="473844" y="99746"/>
                </a:lnTo>
                <a:lnTo>
                  <a:pt x="472955" y="99787"/>
                </a:lnTo>
                <a:lnTo>
                  <a:pt x="472048" y="99812"/>
                </a:lnTo>
                <a:lnTo>
                  <a:pt x="471121" y="99820"/>
                </a:lnTo>
                <a:lnTo>
                  <a:pt x="470244" y="99811"/>
                </a:lnTo>
                <a:lnTo>
                  <a:pt x="469382" y="99783"/>
                </a:lnTo>
                <a:lnTo>
                  <a:pt x="468536" y="99736"/>
                </a:lnTo>
                <a:lnTo>
                  <a:pt x="467705" y="99671"/>
                </a:lnTo>
                <a:lnTo>
                  <a:pt x="466889" y="99587"/>
                </a:lnTo>
                <a:lnTo>
                  <a:pt x="466088" y="99485"/>
                </a:lnTo>
                <a:lnTo>
                  <a:pt x="465302" y="99364"/>
                </a:lnTo>
                <a:lnTo>
                  <a:pt x="464531" y="99224"/>
                </a:lnTo>
                <a:lnTo>
                  <a:pt x="463776" y="99066"/>
                </a:lnTo>
                <a:lnTo>
                  <a:pt x="463036" y="98889"/>
                </a:lnTo>
                <a:lnTo>
                  <a:pt x="462310" y="98694"/>
                </a:lnTo>
                <a:lnTo>
                  <a:pt x="461600" y="98480"/>
                </a:lnTo>
                <a:lnTo>
                  <a:pt x="460906" y="98247"/>
                </a:lnTo>
                <a:lnTo>
                  <a:pt x="460226" y="97996"/>
                </a:lnTo>
                <a:lnTo>
                  <a:pt x="459561" y="97726"/>
                </a:lnTo>
                <a:lnTo>
                  <a:pt x="458912" y="97437"/>
                </a:lnTo>
                <a:lnTo>
                  <a:pt x="458277" y="97130"/>
                </a:lnTo>
                <a:lnTo>
                  <a:pt x="457658" y="96804"/>
                </a:lnTo>
                <a:lnTo>
                  <a:pt x="457054" y="96460"/>
                </a:lnTo>
                <a:lnTo>
                  <a:pt x="456465" y="96097"/>
                </a:lnTo>
                <a:lnTo>
                  <a:pt x="455892" y="95715"/>
                </a:lnTo>
                <a:lnTo>
                  <a:pt x="455333" y="95315"/>
                </a:lnTo>
                <a:lnTo>
                  <a:pt x="454790" y="94896"/>
                </a:lnTo>
                <a:lnTo>
                  <a:pt x="454261" y="94458"/>
                </a:lnTo>
                <a:lnTo>
                  <a:pt x="453748" y="94001"/>
                </a:lnTo>
                <a:lnTo>
                  <a:pt x="453249" y="93522"/>
                </a:lnTo>
                <a:lnTo>
                  <a:pt x="452765" y="93022"/>
                </a:lnTo>
                <a:lnTo>
                  <a:pt x="452295" y="92501"/>
                </a:lnTo>
                <a:lnTo>
                  <a:pt x="451840" y="91959"/>
                </a:lnTo>
                <a:lnTo>
                  <a:pt x="451400" y="91396"/>
                </a:lnTo>
                <a:lnTo>
                  <a:pt x="450974" y="90812"/>
                </a:lnTo>
                <a:lnTo>
                  <a:pt x="450563" y="90207"/>
                </a:lnTo>
                <a:lnTo>
                  <a:pt x="450166" y="89581"/>
                </a:lnTo>
                <a:lnTo>
                  <a:pt x="449784" y="88933"/>
                </a:lnTo>
                <a:lnTo>
                  <a:pt x="449417" y="88265"/>
                </a:lnTo>
                <a:lnTo>
                  <a:pt x="449064" y="87575"/>
                </a:lnTo>
                <a:lnTo>
                  <a:pt x="448726" y="86865"/>
                </a:lnTo>
                <a:lnTo>
                  <a:pt x="448402" y="86133"/>
                </a:lnTo>
                <a:lnTo>
                  <a:pt x="448093" y="85380"/>
                </a:lnTo>
                <a:lnTo>
                  <a:pt x="447799" y="84606"/>
                </a:lnTo>
                <a:lnTo>
                  <a:pt x="447519" y="83811"/>
                </a:lnTo>
                <a:lnTo>
                  <a:pt x="447254" y="82995"/>
                </a:lnTo>
                <a:lnTo>
                  <a:pt x="447003" y="82158"/>
                </a:lnTo>
                <a:lnTo>
                  <a:pt x="446767" y="81299"/>
                </a:lnTo>
                <a:lnTo>
                  <a:pt x="446546" y="80420"/>
                </a:lnTo>
                <a:lnTo>
                  <a:pt x="446339" y="79520"/>
                </a:lnTo>
                <a:lnTo>
                  <a:pt x="446147" y="78598"/>
                </a:lnTo>
                <a:lnTo>
                  <a:pt x="445969" y="77655"/>
                </a:lnTo>
                <a:lnTo>
                  <a:pt x="423333" y="79856"/>
                </a:lnTo>
                <a:lnTo>
                  <a:pt x="423539" y="81455"/>
                </a:lnTo>
                <a:lnTo>
                  <a:pt x="423778" y="83021"/>
                </a:lnTo>
                <a:lnTo>
                  <a:pt x="424050" y="84555"/>
                </a:lnTo>
                <a:lnTo>
                  <a:pt x="424355" y="86057"/>
                </a:lnTo>
                <a:close/>
                <a:moveTo>
                  <a:pt x="236265" y="90251"/>
                </a:moveTo>
                <a:lnTo>
                  <a:pt x="236507" y="91398"/>
                </a:lnTo>
                <a:lnTo>
                  <a:pt x="236780" y="92526"/>
                </a:lnTo>
                <a:lnTo>
                  <a:pt x="237083" y="93635"/>
                </a:lnTo>
                <a:lnTo>
                  <a:pt x="237415" y="94724"/>
                </a:lnTo>
                <a:lnTo>
                  <a:pt x="237778" y="95794"/>
                </a:lnTo>
                <a:lnTo>
                  <a:pt x="238171" y="96845"/>
                </a:lnTo>
                <a:lnTo>
                  <a:pt x="238594" y="97876"/>
                </a:lnTo>
                <a:lnTo>
                  <a:pt x="239046" y="98888"/>
                </a:lnTo>
                <a:lnTo>
                  <a:pt x="239529" y="99881"/>
                </a:lnTo>
                <a:lnTo>
                  <a:pt x="240042" y="100855"/>
                </a:lnTo>
                <a:lnTo>
                  <a:pt x="240585" y="101809"/>
                </a:lnTo>
                <a:lnTo>
                  <a:pt x="241158" y="102744"/>
                </a:lnTo>
                <a:lnTo>
                  <a:pt x="241760" y="103659"/>
                </a:lnTo>
                <a:lnTo>
                  <a:pt x="242393" y="104556"/>
                </a:lnTo>
                <a:lnTo>
                  <a:pt x="243056" y="105433"/>
                </a:lnTo>
                <a:lnTo>
                  <a:pt x="243749" y="106291"/>
                </a:lnTo>
                <a:lnTo>
                  <a:pt x="244472" y="107129"/>
                </a:lnTo>
                <a:lnTo>
                  <a:pt x="245225" y="107949"/>
                </a:lnTo>
                <a:lnTo>
                  <a:pt x="246008" y="108749"/>
                </a:lnTo>
                <a:lnTo>
                  <a:pt x="246821" y="109530"/>
                </a:lnTo>
                <a:lnTo>
                  <a:pt x="247664" y="110291"/>
                </a:lnTo>
                <a:lnTo>
                  <a:pt x="248531" y="111027"/>
                </a:lnTo>
                <a:lnTo>
                  <a:pt x="249417" y="111732"/>
                </a:lnTo>
                <a:lnTo>
                  <a:pt x="250322" y="112405"/>
                </a:lnTo>
                <a:lnTo>
                  <a:pt x="251245" y="113048"/>
                </a:lnTo>
                <a:lnTo>
                  <a:pt x="252186" y="113658"/>
                </a:lnTo>
                <a:lnTo>
                  <a:pt x="253146" y="114238"/>
                </a:lnTo>
                <a:lnTo>
                  <a:pt x="254125" y="114786"/>
                </a:lnTo>
                <a:lnTo>
                  <a:pt x="255122" y="115303"/>
                </a:lnTo>
                <a:lnTo>
                  <a:pt x="256138" y="115789"/>
                </a:lnTo>
                <a:lnTo>
                  <a:pt x="257172" y="116243"/>
                </a:lnTo>
                <a:lnTo>
                  <a:pt x="258225" y="116666"/>
                </a:lnTo>
                <a:lnTo>
                  <a:pt x="259297" y="117057"/>
                </a:lnTo>
                <a:lnTo>
                  <a:pt x="260387" y="117417"/>
                </a:lnTo>
                <a:lnTo>
                  <a:pt x="261495" y="117746"/>
                </a:lnTo>
                <a:lnTo>
                  <a:pt x="262622" y="118044"/>
                </a:lnTo>
                <a:lnTo>
                  <a:pt x="263768" y="118310"/>
                </a:lnTo>
                <a:lnTo>
                  <a:pt x="264932" y="118545"/>
                </a:lnTo>
                <a:lnTo>
                  <a:pt x="266115" y="118749"/>
                </a:lnTo>
                <a:lnTo>
                  <a:pt x="267316" y="118921"/>
                </a:lnTo>
                <a:lnTo>
                  <a:pt x="268536" y="119062"/>
                </a:lnTo>
                <a:lnTo>
                  <a:pt x="269775" y="119172"/>
                </a:lnTo>
                <a:lnTo>
                  <a:pt x="271032" y="119250"/>
                </a:lnTo>
                <a:lnTo>
                  <a:pt x="272307" y="119297"/>
                </a:lnTo>
                <a:lnTo>
                  <a:pt x="273602" y="119313"/>
                </a:lnTo>
                <a:lnTo>
                  <a:pt x="274968" y="119294"/>
                </a:lnTo>
                <a:lnTo>
                  <a:pt x="276315" y="119238"/>
                </a:lnTo>
                <a:lnTo>
                  <a:pt x="277643" y="119146"/>
                </a:lnTo>
                <a:lnTo>
                  <a:pt x="278953" y="119016"/>
                </a:lnTo>
                <a:lnTo>
                  <a:pt x="280244" y="118849"/>
                </a:lnTo>
                <a:lnTo>
                  <a:pt x="281515" y="118645"/>
                </a:lnTo>
                <a:lnTo>
                  <a:pt x="282769" y="118403"/>
                </a:lnTo>
                <a:lnTo>
                  <a:pt x="284003" y="118125"/>
                </a:lnTo>
                <a:lnTo>
                  <a:pt x="285218" y="117809"/>
                </a:lnTo>
                <a:lnTo>
                  <a:pt x="286415" y="117457"/>
                </a:lnTo>
                <a:lnTo>
                  <a:pt x="287593" y="117067"/>
                </a:lnTo>
                <a:lnTo>
                  <a:pt x="288751" y="116640"/>
                </a:lnTo>
                <a:lnTo>
                  <a:pt x="289892" y="116176"/>
                </a:lnTo>
                <a:lnTo>
                  <a:pt x="291013" y="115675"/>
                </a:lnTo>
                <a:lnTo>
                  <a:pt x="292115" y="115137"/>
                </a:lnTo>
                <a:lnTo>
                  <a:pt x="293199" y="114562"/>
                </a:lnTo>
                <a:lnTo>
                  <a:pt x="294264" y="113949"/>
                </a:lnTo>
                <a:lnTo>
                  <a:pt x="295309" y="113300"/>
                </a:lnTo>
                <a:lnTo>
                  <a:pt x="296337" y="112613"/>
                </a:lnTo>
                <a:lnTo>
                  <a:pt x="297345" y="111889"/>
                </a:lnTo>
                <a:lnTo>
                  <a:pt x="298334" y="111129"/>
                </a:lnTo>
                <a:lnTo>
                  <a:pt x="299305" y="110331"/>
                </a:lnTo>
                <a:lnTo>
                  <a:pt x="300257" y="109495"/>
                </a:lnTo>
                <a:lnTo>
                  <a:pt x="301190" y="108623"/>
                </a:lnTo>
                <a:lnTo>
                  <a:pt x="302094" y="107725"/>
                </a:lnTo>
                <a:lnTo>
                  <a:pt x="302960" y="106811"/>
                </a:lnTo>
                <a:lnTo>
                  <a:pt x="303787" y="105881"/>
                </a:lnTo>
                <a:lnTo>
                  <a:pt x="304576" y="104936"/>
                </a:lnTo>
                <a:lnTo>
                  <a:pt x="305326" y="103975"/>
                </a:lnTo>
                <a:lnTo>
                  <a:pt x="306038" y="102999"/>
                </a:lnTo>
                <a:lnTo>
                  <a:pt x="306712" y="102007"/>
                </a:lnTo>
                <a:lnTo>
                  <a:pt x="307347" y="100999"/>
                </a:lnTo>
                <a:lnTo>
                  <a:pt x="307943" y="99976"/>
                </a:lnTo>
                <a:lnTo>
                  <a:pt x="308501" y="98938"/>
                </a:lnTo>
                <a:lnTo>
                  <a:pt x="309020" y="97884"/>
                </a:lnTo>
                <a:lnTo>
                  <a:pt x="309501" y="96814"/>
                </a:lnTo>
                <a:lnTo>
                  <a:pt x="309944" y="95729"/>
                </a:lnTo>
                <a:lnTo>
                  <a:pt x="310348" y="94629"/>
                </a:lnTo>
                <a:lnTo>
                  <a:pt x="310714" y="93512"/>
                </a:lnTo>
                <a:lnTo>
                  <a:pt x="311041" y="92381"/>
                </a:lnTo>
                <a:lnTo>
                  <a:pt x="311329" y="91233"/>
                </a:lnTo>
                <a:lnTo>
                  <a:pt x="311579" y="90070"/>
                </a:lnTo>
                <a:lnTo>
                  <a:pt x="311791" y="88892"/>
                </a:lnTo>
                <a:lnTo>
                  <a:pt x="311964" y="87698"/>
                </a:lnTo>
                <a:lnTo>
                  <a:pt x="312099" y="86489"/>
                </a:lnTo>
                <a:lnTo>
                  <a:pt x="312195" y="85263"/>
                </a:lnTo>
                <a:lnTo>
                  <a:pt x="312253" y="84023"/>
                </a:lnTo>
                <a:lnTo>
                  <a:pt x="312272" y="82767"/>
                </a:lnTo>
                <a:lnTo>
                  <a:pt x="312262" y="81901"/>
                </a:lnTo>
                <a:lnTo>
                  <a:pt x="312231" y="81046"/>
                </a:lnTo>
                <a:lnTo>
                  <a:pt x="312179" y="80201"/>
                </a:lnTo>
                <a:lnTo>
                  <a:pt x="312107" y="79367"/>
                </a:lnTo>
                <a:lnTo>
                  <a:pt x="312014" y="78544"/>
                </a:lnTo>
                <a:lnTo>
                  <a:pt x="311901" y="77732"/>
                </a:lnTo>
                <a:lnTo>
                  <a:pt x="311767" y="76930"/>
                </a:lnTo>
                <a:lnTo>
                  <a:pt x="311613" y="76138"/>
                </a:lnTo>
                <a:lnTo>
                  <a:pt x="311438" y="75358"/>
                </a:lnTo>
                <a:lnTo>
                  <a:pt x="311242" y="74588"/>
                </a:lnTo>
                <a:lnTo>
                  <a:pt x="311025" y="73828"/>
                </a:lnTo>
                <a:lnTo>
                  <a:pt x="310788" y="73079"/>
                </a:lnTo>
                <a:lnTo>
                  <a:pt x="310531" y="72341"/>
                </a:lnTo>
                <a:lnTo>
                  <a:pt x="310253" y="71614"/>
                </a:lnTo>
                <a:lnTo>
                  <a:pt x="309954" y="70897"/>
                </a:lnTo>
                <a:lnTo>
                  <a:pt x="309635" y="70191"/>
                </a:lnTo>
                <a:lnTo>
                  <a:pt x="309295" y="69495"/>
                </a:lnTo>
                <a:lnTo>
                  <a:pt x="308934" y="68811"/>
                </a:lnTo>
                <a:lnTo>
                  <a:pt x="308553" y="68136"/>
                </a:lnTo>
                <a:lnTo>
                  <a:pt x="308151" y="67473"/>
                </a:lnTo>
                <a:lnTo>
                  <a:pt x="307729" y="66820"/>
                </a:lnTo>
                <a:lnTo>
                  <a:pt x="307286" y="66178"/>
                </a:lnTo>
                <a:lnTo>
                  <a:pt x="306822" y="65546"/>
                </a:lnTo>
                <a:lnTo>
                  <a:pt x="306338" y="64925"/>
                </a:lnTo>
                <a:lnTo>
                  <a:pt x="305836" y="64318"/>
                </a:lnTo>
                <a:lnTo>
                  <a:pt x="305321" y="63730"/>
                </a:lnTo>
                <a:lnTo>
                  <a:pt x="304792" y="63160"/>
                </a:lnTo>
                <a:lnTo>
                  <a:pt x="304250" y="62608"/>
                </a:lnTo>
                <a:lnTo>
                  <a:pt x="303693" y="62075"/>
                </a:lnTo>
                <a:lnTo>
                  <a:pt x="303123" y="61560"/>
                </a:lnTo>
                <a:lnTo>
                  <a:pt x="302539" y="61063"/>
                </a:lnTo>
                <a:lnTo>
                  <a:pt x="301941" y="60584"/>
                </a:lnTo>
                <a:lnTo>
                  <a:pt x="301329" y="60124"/>
                </a:lnTo>
                <a:lnTo>
                  <a:pt x="300704" y="59682"/>
                </a:lnTo>
                <a:lnTo>
                  <a:pt x="300064" y="59259"/>
                </a:lnTo>
                <a:lnTo>
                  <a:pt x="299411" y="58853"/>
                </a:lnTo>
                <a:lnTo>
                  <a:pt x="298745" y="58466"/>
                </a:lnTo>
                <a:lnTo>
                  <a:pt x="298064" y="58097"/>
                </a:lnTo>
                <a:lnTo>
                  <a:pt x="297370" y="57747"/>
                </a:lnTo>
                <a:lnTo>
                  <a:pt x="296661" y="57414"/>
                </a:lnTo>
                <a:lnTo>
                  <a:pt x="295940" y="57100"/>
                </a:lnTo>
                <a:lnTo>
                  <a:pt x="295204" y="56805"/>
                </a:lnTo>
                <a:lnTo>
                  <a:pt x="294454" y="56527"/>
                </a:lnTo>
                <a:lnTo>
                  <a:pt x="293691" y="56268"/>
                </a:lnTo>
                <a:lnTo>
                  <a:pt x="292914" y="56027"/>
                </a:lnTo>
                <a:lnTo>
                  <a:pt x="292123" y="55805"/>
                </a:lnTo>
                <a:lnTo>
                  <a:pt x="291319" y="55600"/>
                </a:lnTo>
                <a:lnTo>
                  <a:pt x="290500" y="55414"/>
                </a:lnTo>
                <a:lnTo>
                  <a:pt x="291853" y="54649"/>
                </a:lnTo>
                <a:lnTo>
                  <a:pt x="293149" y="53863"/>
                </a:lnTo>
                <a:lnTo>
                  <a:pt x="294387" y="53055"/>
                </a:lnTo>
                <a:lnTo>
                  <a:pt x="295568" y="52226"/>
                </a:lnTo>
                <a:lnTo>
                  <a:pt x="296691" y="51376"/>
                </a:lnTo>
                <a:lnTo>
                  <a:pt x="297756" y="50504"/>
                </a:lnTo>
                <a:lnTo>
                  <a:pt x="298764" y="49611"/>
                </a:lnTo>
                <a:lnTo>
                  <a:pt x="299714" y="48697"/>
                </a:lnTo>
                <a:lnTo>
                  <a:pt x="300606" y="47761"/>
                </a:lnTo>
                <a:lnTo>
                  <a:pt x="301441" y="46804"/>
                </a:lnTo>
                <a:lnTo>
                  <a:pt x="302219" y="45826"/>
                </a:lnTo>
                <a:lnTo>
                  <a:pt x="302938" y="44826"/>
                </a:lnTo>
                <a:lnTo>
                  <a:pt x="303601" y="43805"/>
                </a:lnTo>
                <a:lnTo>
                  <a:pt x="304205" y="42763"/>
                </a:lnTo>
                <a:lnTo>
                  <a:pt x="304752" y="41700"/>
                </a:lnTo>
                <a:lnTo>
                  <a:pt x="305242" y="40615"/>
                </a:lnTo>
                <a:lnTo>
                  <a:pt x="305674" y="39509"/>
                </a:lnTo>
                <a:lnTo>
                  <a:pt x="306048" y="38381"/>
                </a:lnTo>
                <a:lnTo>
                  <a:pt x="306365" y="37233"/>
                </a:lnTo>
                <a:lnTo>
                  <a:pt x="306624" y="36063"/>
                </a:lnTo>
                <a:lnTo>
                  <a:pt x="306825" y="34871"/>
                </a:lnTo>
                <a:lnTo>
                  <a:pt x="306969" y="33659"/>
                </a:lnTo>
                <a:lnTo>
                  <a:pt x="307056" y="32425"/>
                </a:lnTo>
                <a:lnTo>
                  <a:pt x="307085" y="31169"/>
                </a:lnTo>
                <a:lnTo>
                  <a:pt x="307070" y="30281"/>
                </a:lnTo>
                <a:lnTo>
                  <a:pt x="307028" y="29400"/>
                </a:lnTo>
                <a:lnTo>
                  <a:pt x="306958" y="28528"/>
                </a:lnTo>
                <a:lnTo>
                  <a:pt x="306860" y="27662"/>
                </a:lnTo>
                <a:lnTo>
                  <a:pt x="306733" y="26805"/>
                </a:lnTo>
                <a:lnTo>
                  <a:pt x="306579" y="25955"/>
                </a:lnTo>
                <a:lnTo>
                  <a:pt x="306396" y="25112"/>
                </a:lnTo>
                <a:lnTo>
                  <a:pt x="306185" y="24278"/>
                </a:lnTo>
                <a:lnTo>
                  <a:pt x="305946" y="23451"/>
                </a:lnTo>
                <a:lnTo>
                  <a:pt x="305679" y="22631"/>
                </a:lnTo>
                <a:lnTo>
                  <a:pt x="305384" y="21819"/>
                </a:lnTo>
                <a:lnTo>
                  <a:pt x="305061" y="21015"/>
                </a:lnTo>
                <a:lnTo>
                  <a:pt x="304709" y="20219"/>
                </a:lnTo>
                <a:lnTo>
                  <a:pt x="304330" y="19430"/>
                </a:lnTo>
                <a:lnTo>
                  <a:pt x="303922" y="18649"/>
                </a:lnTo>
                <a:lnTo>
                  <a:pt x="303486" y="17875"/>
                </a:lnTo>
                <a:lnTo>
                  <a:pt x="303023" y="17109"/>
                </a:lnTo>
                <a:lnTo>
                  <a:pt x="302531" y="16351"/>
                </a:lnTo>
                <a:lnTo>
                  <a:pt x="302011" y="15600"/>
                </a:lnTo>
                <a:lnTo>
                  <a:pt x="301463" y="14857"/>
                </a:lnTo>
                <a:lnTo>
                  <a:pt x="300886" y="14122"/>
                </a:lnTo>
                <a:lnTo>
                  <a:pt x="300282" y="13394"/>
                </a:lnTo>
                <a:lnTo>
                  <a:pt x="299649" y="12674"/>
                </a:lnTo>
                <a:lnTo>
                  <a:pt x="298989" y="11962"/>
                </a:lnTo>
                <a:lnTo>
                  <a:pt x="298159" y="11114"/>
                </a:lnTo>
                <a:lnTo>
                  <a:pt x="297307" y="10302"/>
                </a:lnTo>
                <a:lnTo>
                  <a:pt x="296432" y="9527"/>
                </a:lnTo>
                <a:lnTo>
                  <a:pt x="295535" y="8787"/>
                </a:lnTo>
                <a:lnTo>
                  <a:pt x="294615" y="8084"/>
                </a:lnTo>
                <a:lnTo>
                  <a:pt x="293674" y="7416"/>
                </a:lnTo>
                <a:lnTo>
                  <a:pt x="292709" y="6785"/>
                </a:lnTo>
                <a:lnTo>
                  <a:pt x="291723" y="6190"/>
                </a:lnTo>
                <a:lnTo>
                  <a:pt x="290714" y="5630"/>
                </a:lnTo>
                <a:lnTo>
                  <a:pt x="289683" y="5107"/>
                </a:lnTo>
                <a:lnTo>
                  <a:pt x="288629" y="4620"/>
                </a:lnTo>
                <a:lnTo>
                  <a:pt x="287553" y="4169"/>
                </a:lnTo>
                <a:lnTo>
                  <a:pt x="286454" y="3755"/>
                </a:lnTo>
                <a:lnTo>
                  <a:pt x="285333" y="3376"/>
                </a:lnTo>
                <a:lnTo>
                  <a:pt x="284190" y="3033"/>
                </a:lnTo>
                <a:lnTo>
                  <a:pt x="283025" y="2726"/>
                </a:lnTo>
                <a:lnTo>
                  <a:pt x="281837" y="2456"/>
                </a:lnTo>
                <a:lnTo>
                  <a:pt x="280626" y="2221"/>
                </a:lnTo>
                <a:lnTo>
                  <a:pt x="279394" y="2023"/>
                </a:lnTo>
                <a:lnTo>
                  <a:pt x="278138" y="1861"/>
                </a:lnTo>
                <a:lnTo>
                  <a:pt x="276861" y="1734"/>
                </a:lnTo>
                <a:lnTo>
                  <a:pt x="275561" y="1644"/>
                </a:lnTo>
                <a:lnTo>
                  <a:pt x="274239" y="1590"/>
                </a:lnTo>
                <a:lnTo>
                  <a:pt x="272894" y="1572"/>
                </a:lnTo>
                <a:lnTo>
                  <a:pt x="272105" y="1578"/>
                </a:lnTo>
                <a:lnTo>
                  <a:pt x="271322" y="1597"/>
                </a:lnTo>
                <a:lnTo>
                  <a:pt x="270545" y="1628"/>
                </a:lnTo>
                <a:lnTo>
                  <a:pt x="269775" y="1672"/>
                </a:lnTo>
                <a:lnTo>
                  <a:pt x="269012" y="1728"/>
                </a:lnTo>
                <a:lnTo>
                  <a:pt x="268254" y="1797"/>
                </a:lnTo>
                <a:lnTo>
                  <a:pt x="267504" y="1879"/>
                </a:lnTo>
                <a:lnTo>
                  <a:pt x="266759" y="1973"/>
                </a:lnTo>
                <a:lnTo>
                  <a:pt x="266021" y="2079"/>
                </a:lnTo>
                <a:lnTo>
                  <a:pt x="265289" y="2198"/>
                </a:lnTo>
                <a:lnTo>
                  <a:pt x="264564" y="2329"/>
                </a:lnTo>
                <a:lnTo>
                  <a:pt x="263846" y="2473"/>
                </a:lnTo>
                <a:lnTo>
                  <a:pt x="263133" y="2630"/>
                </a:lnTo>
                <a:lnTo>
                  <a:pt x="262427" y="2799"/>
                </a:lnTo>
                <a:lnTo>
                  <a:pt x="261728" y="2980"/>
                </a:lnTo>
                <a:lnTo>
                  <a:pt x="261035" y="3175"/>
                </a:lnTo>
                <a:lnTo>
                  <a:pt x="260348" y="3381"/>
                </a:lnTo>
                <a:lnTo>
                  <a:pt x="259668" y="3600"/>
                </a:lnTo>
                <a:lnTo>
                  <a:pt x="258994" y="3832"/>
                </a:lnTo>
                <a:lnTo>
                  <a:pt x="258326" y="4076"/>
                </a:lnTo>
                <a:lnTo>
                  <a:pt x="257665" y="4333"/>
                </a:lnTo>
                <a:lnTo>
                  <a:pt x="257010" y="4602"/>
                </a:lnTo>
                <a:lnTo>
                  <a:pt x="256362" y="4883"/>
                </a:lnTo>
                <a:lnTo>
                  <a:pt x="255720" y="5178"/>
                </a:lnTo>
                <a:lnTo>
                  <a:pt x="255088" y="5483"/>
                </a:lnTo>
                <a:lnTo>
                  <a:pt x="254467" y="5797"/>
                </a:lnTo>
                <a:lnTo>
                  <a:pt x="253857" y="6121"/>
                </a:lnTo>
                <a:lnTo>
                  <a:pt x="253260" y="6454"/>
                </a:lnTo>
                <a:lnTo>
                  <a:pt x="252674" y="6796"/>
                </a:lnTo>
                <a:lnTo>
                  <a:pt x="252100" y="7148"/>
                </a:lnTo>
                <a:lnTo>
                  <a:pt x="251538" y="7509"/>
                </a:lnTo>
                <a:lnTo>
                  <a:pt x="250987" y="7879"/>
                </a:lnTo>
                <a:lnTo>
                  <a:pt x="250448" y="8259"/>
                </a:lnTo>
                <a:lnTo>
                  <a:pt x="249921" y="8648"/>
                </a:lnTo>
                <a:lnTo>
                  <a:pt x="249406" y="9047"/>
                </a:lnTo>
                <a:lnTo>
                  <a:pt x="248902" y="9455"/>
                </a:lnTo>
                <a:lnTo>
                  <a:pt x="248410" y="9872"/>
                </a:lnTo>
                <a:lnTo>
                  <a:pt x="247930" y="10298"/>
                </a:lnTo>
                <a:lnTo>
                  <a:pt x="247461" y="10734"/>
                </a:lnTo>
                <a:lnTo>
                  <a:pt x="247005" y="11180"/>
                </a:lnTo>
                <a:lnTo>
                  <a:pt x="246560" y="11634"/>
                </a:lnTo>
                <a:lnTo>
                  <a:pt x="246126" y="12098"/>
                </a:lnTo>
                <a:lnTo>
                  <a:pt x="245705" y="12572"/>
                </a:lnTo>
                <a:lnTo>
                  <a:pt x="245295" y="13054"/>
                </a:lnTo>
                <a:lnTo>
                  <a:pt x="244897" y="13546"/>
                </a:lnTo>
                <a:lnTo>
                  <a:pt x="244511" y="14048"/>
                </a:lnTo>
                <a:lnTo>
                  <a:pt x="244136" y="14559"/>
                </a:lnTo>
                <a:lnTo>
                  <a:pt x="243773" y="15079"/>
                </a:lnTo>
                <a:lnTo>
                  <a:pt x="243420" y="15611"/>
                </a:lnTo>
                <a:lnTo>
                  <a:pt x="243074" y="16158"/>
                </a:lnTo>
                <a:lnTo>
                  <a:pt x="242736" y="16719"/>
                </a:lnTo>
                <a:lnTo>
                  <a:pt x="242406" y="17296"/>
                </a:lnTo>
                <a:lnTo>
                  <a:pt x="242082" y="17887"/>
                </a:lnTo>
                <a:lnTo>
                  <a:pt x="241767" y="18492"/>
                </a:lnTo>
                <a:lnTo>
                  <a:pt x="241459" y="19113"/>
                </a:lnTo>
                <a:lnTo>
                  <a:pt x="241158" y="19748"/>
                </a:lnTo>
                <a:lnTo>
                  <a:pt x="240865" y="20398"/>
                </a:lnTo>
                <a:lnTo>
                  <a:pt x="240579" y="21062"/>
                </a:lnTo>
                <a:lnTo>
                  <a:pt x="240301" y="21742"/>
                </a:lnTo>
                <a:lnTo>
                  <a:pt x="240030" y="22436"/>
                </a:lnTo>
                <a:lnTo>
                  <a:pt x="239767" y="23144"/>
                </a:lnTo>
                <a:lnTo>
                  <a:pt x="239511" y="23868"/>
                </a:lnTo>
                <a:lnTo>
                  <a:pt x="239263" y="24606"/>
                </a:lnTo>
                <a:lnTo>
                  <a:pt x="239023" y="25359"/>
                </a:lnTo>
                <a:lnTo>
                  <a:pt x="238789" y="26126"/>
                </a:lnTo>
                <a:lnTo>
                  <a:pt x="238564" y="26908"/>
                </a:lnTo>
                <a:lnTo>
                  <a:pt x="238346" y="27705"/>
                </a:lnTo>
                <a:lnTo>
                  <a:pt x="238135" y="28517"/>
                </a:lnTo>
                <a:lnTo>
                  <a:pt x="237932" y="29344"/>
                </a:lnTo>
                <a:lnTo>
                  <a:pt x="237736" y="30185"/>
                </a:lnTo>
                <a:lnTo>
                  <a:pt x="237548" y="31040"/>
                </a:lnTo>
                <a:lnTo>
                  <a:pt x="237368" y="31911"/>
                </a:lnTo>
                <a:lnTo>
                  <a:pt x="257725" y="35369"/>
                </a:lnTo>
                <a:lnTo>
                  <a:pt x="257802" y="34747"/>
                </a:lnTo>
                <a:lnTo>
                  <a:pt x="257891" y="34137"/>
                </a:lnTo>
                <a:lnTo>
                  <a:pt x="257990" y="33539"/>
                </a:lnTo>
                <a:lnTo>
                  <a:pt x="258100" y="32955"/>
                </a:lnTo>
                <a:lnTo>
                  <a:pt x="258221" y="32382"/>
                </a:lnTo>
                <a:lnTo>
                  <a:pt x="258353" y="31823"/>
                </a:lnTo>
                <a:lnTo>
                  <a:pt x="258496" y="31275"/>
                </a:lnTo>
                <a:lnTo>
                  <a:pt x="258650" y="30741"/>
                </a:lnTo>
                <a:lnTo>
                  <a:pt x="258815" y="30219"/>
                </a:lnTo>
                <a:lnTo>
                  <a:pt x="258991" y="29709"/>
                </a:lnTo>
                <a:lnTo>
                  <a:pt x="259178" y="29212"/>
                </a:lnTo>
                <a:lnTo>
                  <a:pt x="259375" y="28728"/>
                </a:lnTo>
                <a:lnTo>
                  <a:pt x="259584" y="28256"/>
                </a:lnTo>
                <a:lnTo>
                  <a:pt x="259803" y="27797"/>
                </a:lnTo>
                <a:lnTo>
                  <a:pt x="260033" y="27350"/>
                </a:lnTo>
                <a:lnTo>
                  <a:pt x="260275" y="26916"/>
                </a:lnTo>
                <a:lnTo>
                  <a:pt x="260527" y="26494"/>
                </a:lnTo>
                <a:lnTo>
                  <a:pt x="260790" y="26085"/>
                </a:lnTo>
                <a:lnTo>
                  <a:pt x="261064" y="25688"/>
                </a:lnTo>
                <a:lnTo>
                  <a:pt x="261349" y="25304"/>
                </a:lnTo>
                <a:lnTo>
                  <a:pt x="261645" y="24933"/>
                </a:lnTo>
                <a:lnTo>
                  <a:pt x="261952" y="24574"/>
                </a:lnTo>
                <a:lnTo>
                  <a:pt x="262269" y="24228"/>
                </a:lnTo>
                <a:lnTo>
                  <a:pt x="262598" y="23894"/>
                </a:lnTo>
                <a:lnTo>
                  <a:pt x="262935" y="23573"/>
                </a:lnTo>
                <a:lnTo>
                  <a:pt x="263277" y="23266"/>
                </a:lnTo>
                <a:lnTo>
                  <a:pt x="263626" y="22973"/>
                </a:lnTo>
                <a:lnTo>
                  <a:pt x="263980" y="22693"/>
                </a:lnTo>
                <a:lnTo>
                  <a:pt x="264340" y="22427"/>
                </a:lnTo>
                <a:lnTo>
                  <a:pt x="264705" y="22175"/>
                </a:lnTo>
                <a:lnTo>
                  <a:pt x="265076" y="21936"/>
                </a:lnTo>
                <a:lnTo>
                  <a:pt x="265454" y="21711"/>
                </a:lnTo>
                <a:lnTo>
                  <a:pt x="265836" y="21499"/>
                </a:lnTo>
                <a:lnTo>
                  <a:pt x="266225" y="21301"/>
                </a:lnTo>
                <a:lnTo>
                  <a:pt x="266619" y="21117"/>
                </a:lnTo>
                <a:lnTo>
                  <a:pt x="267019" y="20947"/>
                </a:lnTo>
                <a:lnTo>
                  <a:pt x="267425" y="20790"/>
                </a:lnTo>
                <a:lnTo>
                  <a:pt x="267836" y="20646"/>
                </a:lnTo>
                <a:lnTo>
                  <a:pt x="268253" y="20517"/>
                </a:lnTo>
                <a:lnTo>
                  <a:pt x="268676" y="20401"/>
                </a:lnTo>
                <a:lnTo>
                  <a:pt x="269105" y="20298"/>
                </a:lnTo>
                <a:lnTo>
                  <a:pt x="269539" y="20210"/>
                </a:lnTo>
                <a:lnTo>
                  <a:pt x="269979" y="20135"/>
                </a:lnTo>
                <a:lnTo>
                  <a:pt x="270425" y="20073"/>
                </a:lnTo>
                <a:lnTo>
                  <a:pt x="270876" y="20025"/>
                </a:lnTo>
                <a:lnTo>
                  <a:pt x="271334" y="19991"/>
                </a:lnTo>
                <a:lnTo>
                  <a:pt x="271797" y="19971"/>
                </a:lnTo>
                <a:lnTo>
                  <a:pt x="272265" y="19964"/>
                </a:lnTo>
                <a:lnTo>
                  <a:pt x="272740" y="19970"/>
                </a:lnTo>
                <a:lnTo>
                  <a:pt x="273206" y="19988"/>
                </a:lnTo>
                <a:lnTo>
                  <a:pt x="273664" y="20018"/>
                </a:lnTo>
                <a:lnTo>
                  <a:pt x="274115" y="20060"/>
                </a:lnTo>
                <a:lnTo>
                  <a:pt x="274557" y="20114"/>
                </a:lnTo>
                <a:lnTo>
                  <a:pt x="274992" y="20180"/>
                </a:lnTo>
                <a:lnTo>
                  <a:pt x="275418" y="20257"/>
                </a:lnTo>
                <a:lnTo>
                  <a:pt x="275837" y="20347"/>
                </a:lnTo>
                <a:lnTo>
                  <a:pt x="276248" y="20449"/>
                </a:lnTo>
                <a:lnTo>
                  <a:pt x="276651" y="20563"/>
                </a:lnTo>
                <a:lnTo>
                  <a:pt x="277046" y="20688"/>
                </a:lnTo>
                <a:lnTo>
                  <a:pt x="277433" y="20826"/>
                </a:lnTo>
                <a:lnTo>
                  <a:pt x="277812" y="20976"/>
                </a:lnTo>
                <a:lnTo>
                  <a:pt x="278184" y="21137"/>
                </a:lnTo>
                <a:lnTo>
                  <a:pt x="278547" y="21311"/>
                </a:lnTo>
                <a:lnTo>
                  <a:pt x="278903" y="21497"/>
                </a:lnTo>
                <a:lnTo>
                  <a:pt x="279250" y="21694"/>
                </a:lnTo>
                <a:lnTo>
                  <a:pt x="279590" y="21904"/>
                </a:lnTo>
                <a:lnTo>
                  <a:pt x="279922" y="22125"/>
                </a:lnTo>
                <a:lnTo>
                  <a:pt x="280245" y="22359"/>
                </a:lnTo>
                <a:lnTo>
                  <a:pt x="280561" y="22604"/>
                </a:lnTo>
                <a:lnTo>
                  <a:pt x="280869" y="22862"/>
                </a:lnTo>
                <a:lnTo>
                  <a:pt x="281169" y="23131"/>
                </a:lnTo>
                <a:lnTo>
                  <a:pt x="281461" y="23413"/>
                </a:lnTo>
                <a:lnTo>
                  <a:pt x="281744" y="23704"/>
                </a:lnTo>
                <a:lnTo>
                  <a:pt x="282014" y="24004"/>
                </a:lnTo>
                <a:lnTo>
                  <a:pt x="282272" y="24311"/>
                </a:lnTo>
                <a:lnTo>
                  <a:pt x="282518" y="24627"/>
                </a:lnTo>
                <a:lnTo>
                  <a:pt x="282752" y="24951"/>
                </a:lnTo>
                <a:lnTo>
                  <a:pt x="282974" y="25284"/>
                </a:lnTo>
                <a:lnTo>
                  <a:pt x="283185" y="25624"/>
                </a:lnTo>
                <a:lnTo>
                  <a:pt x="283383" y="25973"/>
                </a:lnTo>
                <a:lnTo>
                  <a:pt x="283569" y="26329"/>
                </a:lnTo>
                <a:lnTo>
                  <a:pt x="283743" y="26694"/>
                </a:lnTo>
                <a:lnTo>
                  <a:pt x="283905" y="27067"/>
                </a:lnTo>
                <a:lnTo>
                  <a:pt x="284055" y="27449"/>
                </a:lnTo>
                <a:lnTo>
                  <a:pt x="284193" y="27838"/>
                </a:lnTo>
                <a:lnTo>
                  <a:pt x="284319" y="28236"/>
                </a:lnTo>
                <a:lnTo>
                  <a:pt x="284433" y="28641"/>
                </a:lnTo>
                <a:lnTo>
                  <a:pt x="284535" y="29055"/>
                </a:lnTo>
                <a:lnTo>
                  <a:pt x="284626" y="29477"/>
                </a:lnTo>
                <a:lnTo>
                  <a:pt x="284704" y="29908"/>
                </a:lnTo>
                <a:lnTo>
                  <a:pt x="284770" y="30346"/>
                </a:lnTo>
                <a:lnTo>
                  <a:pt x="284824" y="30792"/>
                </a:lnTo>
                <a:lnTo>
                  <a:pt x="284866" y="31247"/>
                </a:lnTo>
                <a:lnTo>
                  <a:pt x="284896" y="31710"/>
                </a:lnTo>
                <a:lnTo>
                  <a:pt x="284914" y="32181"/>
                </a:lnTo>
                <a:lnTo>
                  <a:pt x="284920" y="32660"/>
                </a:lnTo>
                <a:lnTo>
                  <a:pt x="284912" y="33224"/>
                </a:lnTo>
                <a:lnTo>
                  <a:pt x="284887" y="33778"/>
                </a:lnTo>
                <a:lnTo>
                  <a:pt x="284846" y="34323"/>
                </a:lnTo>
                <a:lnTo>
                  <a:pt x="284789" y="34858"/>
                </a:lnTo>
                <a:lnTo>
                  <a:pt x="284715" y="35384"/>
                </a:lnTo>
                <a:lnTo>
                  <a:pt x="284625" y="35900"/>
                </a:lnTo>
                <a:lnTo>
                  <a:pt x="284519" y="36408"/>
                </a:lnTo>
                <a:lnTo>
                  <a:pt x="284396" y="36906"/>
                </a:lnTo>
                <a:lnTo>
                  <a:pt x="284257" y="37394"/>
                </a:lnTo>
                <a:lnTo>
                  <a:pt x="284101" y="37873"/>
                </a:lnTo>
                <a:lnTo>
                  <a:pt x="283929" y="38343"/>
                </a:lnTo>
                <a:lnTo>
                  <a:pt x="283741" y="38803"/>
                </a:lnTo>
                <a:lnTo>
                  <a:pt x="283536" y="39254"/>
                </a:lnTo>
                <a:lnTo>
                  <a:pt x="283315" y="39696"/>
                </a:lnTo>
                <a:lnTo>
                  <a:pt x="283078" y="40128"/>
                </a:lnTo>
                <a:lnTo>
                  <a:pt x="282824" y="40551"/>
                </a:lnTo>
                <a:lnTo>
                  <a:pt x="282554" y="40964"/>
                </a:lnTo>
                <a:lnTo>
                  <a:pt x="282267" y="41368"/>
                </a:lnTo>
                <a:lnTo>
                  <a:pt x="281964" y="41763"/>
                </a:lnTo>
                <a:lnTo>
                  <a:pt x="281645" y="42148"/>
                </a:lnTo>
                <a:lnTo>
                  <a:pt x="281309" y="42524"/>
                </a:lnTo>
                <a:lnTo>
                  <a:pt x="280957" y="42890"/>
                </a:lnTo>
                <a:lnTo>
                  <a:pt x="280589" y="43247"/>
                </a:lnTo>
                <a:lnTo>
                  <a:pt x="280204" y="43595"/>
                </a:lnTo>
                <a:lnTo>
                  <a:pt x="279803" y="43930"/>
                </a:lnTo>
                <a:lnTo>
                  <a:pt x="279388" y="44251"/>
                </a:lnTo>
                <a:lnTo>
                  <a:pt x="278959" y="44556"/>
                </a:lnTo>
                <a:lnTo>
                  <a:pt x="278514" y="44846"/>
                </a:lnTo>
                <a:lnTo>
                  <a:pt x="278055" y="45121"/>
                </a:lnTo>
                <a:lnTo>
                  <a:pt x="277581" y="45380"/>
                </a:lnTo>
                <a:lnTo>
                  <a:pt x="277092" y="45625"/>
                </a:lnTo>
                <a:lnTo>
                  <a:pt x="276588" y="45855"/>
                </a:lnTo>
                <a:lnTo>
                  <a:pt x="276070" y="46069"/>
                </a:lnTo>
                <a:lnTo>
                  <a:pt x="275537" y="46268"/>
                </a:lnTo>
                <a:lnTo>
                  <a:pt x="274989" y="46453"/>
                </a:lnTo>
                <a:lnTo>
                  <a:pt x="274427" y="46622"/>
                </a:lnTo>
                <a:lnTo>
                  <a:pt x="273850" y="46776"/>
                </a:lnTo>
                <a:lnTo>
                  <a:pt x="273258" y="46915"/>
                </a:lnTo>
                <a:lnTo>
                  <a:pt x="272651" y="47039"/>
                </a:lnTo>
                <a:lnTo>
                  <a:pt x="272030" y="47147"/>
                </a:lnTo>
                <a:lnTo>
                  <a:pt x="271393" y="47241"/>
                </a:lnTo>
                <a:lnTo>
                  <a:pt x="270743" y="47320"/>
                </a:lnTo>
                <a:lnTo>
                  <a:pt x="270077" y="47383"/>
                </a:lnTo>
                <a:lnTo>
                  <a:pt x="269397" y="47431"/>
                </a:lnTo>
                <a:lnTo>
                  <a:pt x="268701" y="47465"/>
                </a:lnTo>
                <a:lnTo>
                  <a:pt x="267992" y="47483"/>
                </a:lnTo>
                <a:lnTo>
                  <a:pt x="267267" y="47486"/>
                </a:lnTo>
                <a:lnTo>
                  <a:pt x="266528" y="47474"/>
                </a:lnTo>
                <a:lnTo>
                  <a:pt x="264091" y="65315"/>
                </a:lnTo>
                <a:lnTo>
                  <a:pt x="264580" y="65181"/>
                </a:lnTo>
                <a:lnTo>
                  <a:pt x="265062" y="65052"/>
                </a:lnTo>
                <a:lnTo>
                  <a:pt x="265539" y="64929"/>
                </a:lnTo>
                <a:lnTo>
                  <a:pt x="266010" y="64811"/>
                </a:lnTo>
                <a:lnTo>
                  <a:pt x="266476" y="64699"/>
                </a:lnTo>
                <a:lnTo>
                  <a:pt x="266935" y="64593"/>
                </a:lnTo>
                <a:lnTo>
                  <a:pt x="267389" y="64493"/>
                </a:lnTo>
                <a:lnTo>
                  <a:pt x="267838" y="64398"/>
                </a:lnTo>
                <a:lnTo>
                  <a:pt x="268280" y="64310"/>
                </a:lnTo>
                <a:lnTo>
                  <a:pt x="268717" y="64226"/>
                </a:lnTo>
                <a:lnTo>
                  <a:pt x="269148" y="64149"/>
                </a:lnTo>
                <a:lnTo>
                  <a:pt x="269573" y="64077"/>
                </a:lnTo>
                <a:lnTo>
                  <a:pt x="269993" y="64012"/>
                </a:lnTo>
                <a:lnTo>
                  <a:pt x="270407" y="63951"/>
                </a:lnTo>
                <a:lnTo>
                  <a:pt x="270815" y="63897"/>
                </a:lnTo>
                <a:lnTo>
                  <a:pt x="271217" y="63848"/>
                </a:lnTo>
                <a:lnTo>
                  <a:pt x="271614" y="63805"/>
                </a:lnTo>
                <a:lnTo>
                  <a:pt x="272005" y="63768"/>
                </a:lnTo>
                <a:lnTo>
                  <a:pt x="272390" y="63736"/>
                </a:lnTo>
                <a:lnTo>
                  <a:pt x="272770" y="63711"/>
                </a:lnTo>
                <a:lnTo>
                  <a:pt x="273143" y="63691"/>
                </a:lnTo>
                <a:lnTo>
                  <a:pt x="273511" y="63676"/>
                </a:lnTo>
                <a:lnTo>
                  <a:pt x="273874" y="63668"/>
                </a:lnTo>
                <a:lnTo>
                  <a:pt x="274230" y="63665"/>
                </a:lnTo>
                <a:lnTo>
                  <a:pt x="274764" y="63673"/>
                </a:lnTo>
                <a:lnTo>
                  <a:pt x="275291" y="63699"/>
                </a:lnTo>
                <a:lnTo>
                  <a:pt x="275811" y="63741"/>
                </a:lnTo>
                <a:lnTo>
                  <a:pt x="276324" y="63800"/>
                </a:lnTo>
                <a:lnTo>
                  <a:pt x="276831" y="63876"/>
                </a:lnTo>
                <a:lnTo>
                  <a:pt x="277330" y="63969"/>
                </a:lnTo>
                <a:lnTo>
                  <a:pt x="277823" y="64079"/>
                </a:lnTo>
                <a:lnTo>
                  <a:pt x="278309" y="64206"/>
                </a:lnTo>
                <a:lnTo>
                  <a:pt x="278788" y="64350"/>
                </a:lnTo>
                <a:lnTo>
                  <a:pt x="279260" y="64511"/>
                </a:lnTo>
                <a:lnTo>
                  <a:pt x="279726" y="64689"/>
                </a:lnTo>
                <a:lnTo>
                  <a:pt x="280184" y="64883"/>
                </a:lnTo>
                <a:lnTo>
                  <a:pt x="280636" y="65095"/>
                </a:lnTo>
                <a:lnTo>
                  <a:pt x="281081" y="65323"/>
                </a:lnTo>
                <a:lnTo>
                  <a:pt x="281519" y="65568"/>
                </a:lnTo>
                <a:lnTo>
                  <a:pt x="281950" y="65831"/>
                </a:lnTo>
                <a:lnTo>
                  <a:pt x="282375" y="66110"/>
                </a:lnTo>
                <a:lnTo>
                  <a:pt x="282793" y="66406"/>
                </a:lnTo>
                <a:lnTo>
                  <a:pt x="283204" y="66719"/>
                </a:lnTo>
                <a:lnTo>
                  <a:pt x="283608" y="67049"/>
                </a:lnTo>
                <a:lnTo>
                  <a:pt x="284005" y="67396"/>
                </a:lnTo>
                <a:lnTo>
                  <a:pt x="284395" y="67760"/>
                </a:lnTo>
                <a:lnTo>
                  <a:pt x="284779" y="68140"/>
                </a:lnTo>
                <a:lnTo>
                  <a:pt x="285156" y="68538"/>
                </a:lnTo>
                <a:lnTo>
                  <a:pt x="285521" y="68950"/>
                </a:lnTo>
                <a:lnTo>
                  <a:pt x="285871" y="69374"/>
                </a:lnTo>
                <a:lnTo>
                  <a:pt x="286206" y="69810"/>
                </a:lnTo>
                <a:lnTo>
                  <a:pt x="286524" y="70258"/>
                </a:lnTo>
                <a:lnTo>
                  <a:pt x="286828" y="70718"/>
                </a:lnTo>
                <a:lnTo>
                  <a:pt x="287116" y="71191"/>
                </a:lnTo>
                <a:lnTo>
                  <a:pt x="287388" y="71675"/>
                </a:lnTo>
                <a:lnTo>
                  <a:pt x="287644" y="72171"/>
                </a:lnTo>
                <a:lnTo>
                  <a:pt x="287886" y="72679"/>
                </a:lnTo>
                <a:lnTo>
                  <a:pt x="288111" y="73199"/>
                </a:lnTo>
                <a:lnTo>
                  <a:pt x="288321" y="73731"/>
                </a:lnTo>
                <a:lnTo>
                  <a:pt x="288516" y="74276"/>
                </a:lnTo>
                <a:lnTo>
                  <a:pt x="288695" y="74832"/>
                </a:lnTo>
                <a:lnTo>
                  <a:pt x="288858" y="75400"/>
                </a:lnTo>
                <a:lnTo>
                  <a:pt x="289006" y="75980"/>
                </a:lnTo>
                <a:lnTo>
                  <a:pt x="289138" y="76572"/>
                </a:lnTo>
                <a:lnTo>
                  <a:pt x="289255" y="77177"/>
                </a:lnTo>
                <a:lnTo>
                  <a:pt x="289356" y="77793"/>
                </a:lnTo>
                <a:lnTo>
                  <a:pt x="289441" y="78421"/>
                </a:lnTo>
                <a:lnTo>
                  <a:pt x="289511" y="79061"/>
                </a:lnTo>
                <a:lnTo>
                  <a:pt x="289566" y="79714"/>
                </a:lnTo>
                <a:lnTo>
                  <a:pt x="289605" y="80378"/>
                </a:lnTo>
                <a:lnTo>
                  <a:pt x="289628" y="81054"/>
                </a:lnTo>
                <a:lnTo>
                  <a:pt x="289636" y="81742"/>
                </a:lnTo>
                <a:lnTo>
                  <a:pt x="289628" y="82470"/>
                </a:lnTo>
                <a:lnTo>
                  <a:pt x="289603" y="83185"/>
                </a:lnTo>
                <a:lnTo>
                  <a:pt x="289563" y="83887"/>
                </a:lnTo>
                <a:lnTo>
                  <a:pt x="289506" y="84576"/>
                </a:lnTo>
                <a:lnTo>
                  <a:pt x="289433" y="85253"/>
                </a:lnTo>
                <a:lnTo>
                  <a:pt x="289343" y="85918"/>
                </a:lnTo>
                <a:lnTo>
                  <a:pt x="289238" y="86570"/>
                </a:lnTo>
                <a:lnTo>
                  <a:pt x="289116" y="87209"/>
                </a:lnTo>
                <a:lnTo>
                  <a:pt x="288978" y="87836"/>
                </a:lnTo>
                <a:lnTo>
                  <a:pt x="288824" y="88451"/>
                </a:lnTo>
                <a:lnTo>
                  <a:pt x="288653" y="89052"/>
                </a:lnTo>
                <a:lnTo>
                  <a:pt x="288467" y="89642"/>
                </a:lnTo>
                <a:lnTo>
                  <a:pt x="288264" y="90218"/>
                </a:lnTo>
                <a:lnTo>
                  <a:pt x="288044" y="90782"/>
                </a:lnTo>
                <a:lnTo>
                  <a:pt x="287809" y="91334"/>
                </a:lnTo>
                <a:lnTo>
                  <a:pt x="287557" y="91873"/>
                </a:lnTo>
                <a:lnTo>
                  <a:pt x="287289" y="92399"/>
                </a:lnTo>
                <a:lnTo>
                  <a:pt x="287005" y="92913"/>
                </a:lnTo>
                <a:lnTo>
                  <a:pt x="286705" y="93415"/>
                </a:lnTo>
                <a:lnTo>
                  <a:pt x="286388" y="93903"/>
                </a:lnTo>
                <a:lnTo>
                  <a:pt x="286055" y="94380"/>
                </a:lnTo>
                <a:lnTo>
                  <a:pt x="285706" y="94843"/>
                </a:lnTo>
                <a:lnTo>
                  <a:pt x="285341" y="95294"/>
                </a:lnTo>
                <a:lnTo>
                  <a:pt x="284959" y="95733"/>
                </a:lnTo>
                <a:lnTo>
                  <a:pt x="284566" y="96156"/>
                </a:lnTo>
                <a:lnTo>
                  <a:pt x="284165" y="96562"/>
                </a:lnTo>
                <a:lnTo>
                  <a:pt x="283756" y="96949"/>
                </a:lnTo>
                <a:lnTo>
                  <a:pt x="283340" y="97318"/>
                </a:lnTo>
                <a:lnTo>
                  <a:pt x="282917" y="97669"/>
                </a:lnTo>
                <a:lnTo>
                  <a:pt x="282486" y="98003"/>
                </a:lnTo>
                <a:lnTo>
                  <a:pt x="282047" y="98318"/>
                </a:lnTo>
                <a:lnTo>
                  <a:pt x="281601" y="98615"/>
                </a:lnTo>
                <a:lnTo>
                  <a:pt x="281148" y="98894"/>
                </a:lnTo>
                <a:lnTo>
                  <a:pt x="280687" y="99155"/>
                </a:lnTo>
                <a:lnTo>
                  <a:pt x="280218" y="99399"/>
                </a:lnTo>
                <a:lnTo>
                  <a:pt x="279742" y="99624"/>
                </a:lnTo>
                <a:lnTo>
                  <a:pt x="279259" y="99831"/>
                </a:lnTo>
                <a:lnTo>
                  <a:pt x="278768" y="100020"/>
                </a:lnTo>
                <a:lnTo>
                  <a:pt x="278269" y="100191"/>
                </a:lnTo>
                <a:lnTo>
                  <a:pt x="277763" y="100344"/>
                </a:lnTo>
                <a:lnTo>
                  <a:pt x="277249" y="100479"/>
                </a:lnTo>
                <a:lnTo>
                  <a:pt x="276728" y="100596"/>
                </a:lnTo>
                <a:lnTo>
                  <a:pt x="276200" y="100695"/>
                </a:lnTo>
                <a:lnTo>
                  <a:pt x="275664" y="100776"/>
                </a:lnTo>
                <a:lnTo>
                  <a:pt x="275120" y="100839"/>
                </a:lnTo>
                <a:lnTo>
                  <a:pt x="274569" y="100885"/>
                </a:lnTo>
                <a:lnTo>
                  <a:pt x="274010" y="100912"/>
                </a:lnTo>
                <a:lnTo>
                  <a:pt x="273444" y="100921"/>
                </a:lnTo>
                <a:lnTo>
                  <a:pt x="272917" y="100913"/>
                </a:lnTo>
                <a:lnTo>
                  <a:pt x="272396" y="100891"/>
                </a:lnTo>
                <a:lnTo>
                  <a:pt x="271882" y="100853"/>
                </a:lnTo>
                <a:lnTo>
                  <a:pt x="271375" y="100800"/>
                </a:lnTo>
                <a:lnTo>
                  <a:pt x="270874" y="100733"/>
                </a:lnTo>
                <a:lnTo>
                  <a:pt x="270379" y="100650"/>
                </a:lnTo>
                <a:lnTo>
                  <a:pt x="269891" y="100553"/>
                </a:lnTo>
                <a:lnTo>
                  <a:pt x="269410" y="100440"/>
                </a:lnTo>
                <a:lnTo>
                  <a:pt x="268935" y="100313"/>
                </a:lnTo>
                <a:lnTo>
                  <a:pt x="268466" y="100170"/>
                </a:lnTo>
                <a:lnTo>
                  <a:pt x="268005" y="100012"/>
                </a:lnTo>
                <a:lnTo>
                  <a:pt x="267549" y="99840"/>
                </a:lnTo>
                <a:lnTo>
                  <a:pt x="267101" y="99652"/>
                </a:lnTo>
                <a:lnTo>
                  <a:pt x="266659" y="99450"/>
                </a:lnTo>
                <a:lnTo>
                  <a:pt x="266223" y="99232"/>
                </a:lnTo>
                <a:lnTo>
                  <a:pt x="265794" y="98999"/>
                </a:lnTo>
                <a:lnTo>
                  <a:pt x="265372" y="98752"/>
                </a:lnTo>
                <a:lnTo>
                  <a:pt x="264956" y="98489"/>
                </a:lnTo>
                <a:lnTo>
                  <a:pt x="264546" y="98211"/>
                </a:lnTo>
                <a:lnTo>
                  <a:pt x="264144" y="97919"/>
                </a:lnTo>
                <a:lnTo>
                  <a:pt x="263747" y="97611"/>
                </a:lnTo>
                <a:lnTo>
                  <a:pt x="263358" y="97288"/>
                </a:lnTo>
                <a:lnTo>
                  <a:pt x="262974" y="96950"/>
                </a:lnTo>
                <a:lnTo>
                  <a:pt x="262598" y="96598"/>
                </a:lnTo>
                <a:lnTo>
                  <a:pt x="262230" y="96231"/>
                </a:lnTo>
                <a:lnTo>
                  <a:pt x="261875" y="95850"/>
                </a:lnTo>
                <a:lnTo>
                  <a:pt x="261532" y="95457"/>
                </a:lnTo>
                <a:lnTo>
                  <a:pt x="261200" y="95050"/>
                </a:lnTo>
                <a:lnTo>
                  <a:pt x="260881" y="94629"/>
                </a:lnTo>
                <a:lnTo>
                  <a:pt x="260574" y="94195"/>
                </a:lnTo>
                <a:lnTo>
                  <a:pt x="260279" y="93748"/>
                </a:lnTo>
                <a:lnTo>
                  <a:pt x="259995" y="93288"/>
                </a:lnTo>
                <a:lnTo>
                  <a:pt x="259724" y="92814"/>
                </a:lnTo>
                <a:lnTo>
                  <a:pt x="259465" y="92327"/>
                </a:lnTo>
                <a:lnTo>
                  <a:pt x="259217" y="91826"/>
                </a:lnTo>
                <a:lnTo>
                  <a:pt x="258982" y="91312"/>
                </a:lnTo>
                <a:lnTo>
                  <a:pt x="258759" y="90784"/>
                </a:lnTo>
                <a:lnTo>
                  <a:pt x="258548" y="90244"/>
                </a:lnTo>
                <a:lnTo>
                  <a:pt x="258349" y="89690"/>
                </a:lnTo>
                <a:lnTo>
                  <a:pt x="258161" y="89122"/>
                </a:lnTo>
                <a:lnTo>
                  <a:pt x="257986" y="88541"/>
                </a:lnTo>
                <a:lnTo>
                  <a:pt x="257823" y="87947"/>
                </a:lnTo>
                <a:lnTo>
                  <a:pt x="257672" y="87339"/>
                </a:lnTo>
                <a:lnTo>
                  <a:pt x="257533" y="86718"/>
                </a:lnTo>
                <a:lnTo>
                  <a:pt x="257405" y="86084"/>
                </a:lnTo>
                <a:lnTo>
                  <a:pt x="257290" y="85436"/>
                </a:lnTo>
                <a:lnTo>
                  <a:pt x="257187" y="84775"/>
                </a:lnTo>
                <a:lnTo>
                  <a:pt x="257096" y="84100"/>
                </a:lnTo>
                <a:lnTo>
                  <a:pt x="235717" y="86694"/>
                </a:lnTo>
                <a:lnTo>
                  <a:pt x="235870" y="87899"/>
                </a:lnTo>
                <a:lnTo>
                  <a:pt x="236052" y="89085"/>
                </a:lnTo>
                <a:lnTo>
                  <a:pt x="236265" y="90251"/>
                </a:lnTo>
                <a:close/>
                <a:moveTo>
                  <a:pt x="211089" y="99788"/>
                </a:moveTo>
                <a:lnTo>
                  <a:pt x="211606" y="99105"/>
                </a:lnTo>
                <a:lnTo>
                  <a:pt x="212110" y="98420"/>
                </a:lnTo>
                <a:lnTo>
                  <a:pt x="212602" y="97734"/>
                </a:lnTo>
                <a:lnTo>
                  <a:pt x="213080" y="97045"/>
                </a:lnTo>
                <a:lnTo>
                  <a:pt x="213545" y="96355"/>
                </a:lnTo>
                <a:lnTo>
                  <a:pt x="213997" y="95663"/>
                </a:lnTo>
                <a:lnTo>
                  <a:pt x="214436" y="94968"/>
                </a:lnTo>
                <a:lnTo>
                  <a:pt x="214861" y="94272"/>
                </a:lnTo>
                <a:lnTo>
                  <a:pt x="215274" y="93574"/>
                </a:lnTo>
                <a:lnTo>
                  <a:pt x="215674" y="92874"/>
                </a:lnTo>
                <a:lnTo>
                  <a:pt x="216060" y="92172"/>
                </a:lnTo>
                <a:lnTo>
                  <a:pt x="216433" y="91469"/>
                </a:lnTo>
                <a:lnTo>
                  <a:pt x="216794" y="90763"/>
                </a:lnTo>
                <a:lnTo>
                  <a:pt x="217141" y="90056"/>
                </a:lnTo>
                <a:lnTo>
                  <a:pt x="217475" y="89346"/>
                </a:lnTo>
                <a:lnTo>
                  <a:pt x="217796" y="88635"/>
                </a:lnTo>
                <a:lnTo>
                  <a:pt x="218104" y="87922"/>
                </a:lnTo>
                <a:lnTo>
                  <a:pt x="218398" y="87207"/>
                </a:lnTo>
                <a:lnTo>
                  <a:pt x="218680" y="86490"/>
                </a:lnTo>
                <a:lnTo>
                  <a:pt x="218949" y="85771"/>
                </a:lnTo>
                <a:lnTo>
                  <a:pt x="219288" y="84822"/>
                </a:lnTo>
                <a:lnTo>
                  <a:pt x="219614" y="83860"/>
                </a:lnTo>
                <a:lnTo>
                  <a:pt x="219925" y="82887"/>
                </a:lnTo>
                <a:lnTo>
                  <a:pt x="220221" y="81900"/>
                </a:lnTo>
                <a:lnTo>
                  <a:pt x="220503" y="80901"/>
                </a:lnTo>
                <a:lnTo>
                  <a:pt x="220771" y="79889"/>
                </a:lnTo>
                <a:lnTo>
                  <a:pt x="221024" y="78865"/>
                </a:lnTo>
                <a:lnTo>
                  <a:pt x="221263" y="77829"/>
                </a:lnTo>
                <a:lnTo>
                  <a:pt x="221487" y="76779"/>
                </a:lnTo>
                <a:lnTo>
                  <a:pt x="221697" y="75718"/>
                </a:lnTo>
                <a:lnTo>
                  <a:pt x="221892" y="74643"/>
                </a:lnTo>
                <a:lnTo>
                  <a:pt x="222073" y="73557"/>
                </a:lnTo>
                <a:lnTo>
                  <a:pt x="222239" y="72457"/>
                </a:lnTo>
                <a:lnTo>
                  <a:pt x="222391" y="71345"/>
                </a:lnTo>
                <a:lnTo>
                  <a:pt x="222528" y="70221"/>
                </a:lnTo>
                <a:lnTo>
                  <a:pt x="222651" y="69084"/>
                </a:lnTo>
                <a:lnTo>
                  <a:pt x="222760" y="67934"/>
                </a:lnTo>
                <a:lnTo>
                  <a:pt x="222854" y="66772"/>
                </a:lnTo>
                <a:lnTo>
                  <a:pt x="222933" y="65597"/>
                </a:lnTo>
                <a:lnTo>
                  <a:pt x="222999" y="64410"/>
                </a:lnTo>
                <a:lnTo>
                  <a:pt x="223049" y="63210"/>
                </a:lnTo>
                <a:lnTo>
                  <a:pt x="223085" y="61998"/>
                </a:lnTo>
                <a:lnTo>
                  <a:pt x="223107" y="60773"/>
                </a:lnTo>
                <a:lnTo>
                  <a:pt x="223114" y="59536"/>
                </a:lnTo>
                <a:lnTo>
                  <a:pt x="223088" y="57208"/>
                </a:lnTo>
                <a:lnTo>
                  <a:pt x="223010" y="54923"/>
                </a:lnTo>
                <a:lnTo>
                  <a:pt x="222880" y="52682"/>
                </a:lnTo>
                <a:lnTo>
                  <a:pt x="222697" y="50485"/>
                </a:lnTo>
                <a:lnTo>
                  <a:pt x="222463" y="48331"/>
                </a:lnTo>
                <a:lnTo>
                  <a:pt x="222176" y="46220"/>
                </a:lnTo>
                <a:lnTo>
                  <a:pt x="221837" y="44153"/>
                </a:lnTo>
                <a:lnTo>
                  <a:pt x="221446" y="42130"/>
                </a:lnTo>
                <a:lnTo>
                  <a:pt x="221003" y="40150"/>
                </a:lnTo>
                <a:lnTo>
                  <a:pt x="220508" y="38213"/>
                </a:lnTo>
                <a:lnTo>
                  <a:pt x="219961" y="36320"/>
                </a:lnTo>
                <a:lnTo>
                  <a:pt x="219361" y="34471"/>
                </a:lnTo>
                <a:lnTo>
                  <a:pt x="218710" y="32665"/>
                </a:lnTo>
                <a:lnTo>
                  <a:pt x="218006" y="30903"/>
                </a:lnTo>
                <a:lnTo>
                  <a:pt x="217250" y="29184"/>
                </a:lnTo>
                <a:lnTo>
                  <a:pt x="216442" y="27508"/>
                </a:lnTo>
                <a:lnTo>
                  <a:pt x="215582" y="25876"/>
                </a:lnTo>
                <a:lnTo>
                  <a:pt x="214670" y="24288"/>
                </a:lnTo>
                <a:lnTo>
                  <a:pt x="213706" y="22743"/>
                </a:lnTo>
                <a:lnTo>
                  <a:pt x="212689" y="21241"/>
                </a:lnTo>
                <a:lnTo>
                  <a:pt x="211620" y="19783"/>
                </a:lnTo>
                <a:lnTo>
                  <a:pt x="210500" y="18369"/>
                </a:lnTo>
                <a:lnTo>
                  <a:pt x="209327" y="16998"/>
                </a:lnTo>
                <a:lnTo>
                  <a:pt x="208102" y="15671"/>
                </a:lnTo>
                <a:lnTo>
                  <a:pt x="206833" y="14392"/>
                </a:lnTo>
                <a:lnTo>
                  <a:pt x="205526" y="13168"/>
                </a:lnTo>
                <a:lnTo>
                  <a:pt x="204183" y="11998"/>
                </a:lnTo>
                <a:lnTo>
                  <a:pt x="202803" y="10882"/>
                </a:lnTo>
                <a:lnTo>
                  <a:pt x="201386" y="9821"/>
                </a:lnTo>
                <a:lnTo>
                  <a:pt x="199933" y="8815"/>
                </a:lnTo>
                <a:lnTo>
                  <a:pt x="198442" y="7862"/>
                </a:lnTo>
                <a:lnTo>
                  <a:pt x="196915" y="6965"/>
                </a:lnTo>
                <a:lnTo>
                  <a:pt x="195351" y="6121"/>
                </a:lnTo>
                <a:lnTo>
                  <a:pt x="193750" y="5332"/>
                </a:lnTo>
                <a:lnTo>
                  <a:pt x="192112" y="4598"/>
                </a:lnTo>
                <a:lnTo>
                  <a:pt x="190437" y="3918"/>
                </a:lnTo>
                <a:lnTo>
                  <a:pt x="188725" y="3292"/>
                </a:lnTo>
                <a:lnTo>
                  <a:pt x="186977" y="2721"/>
                </a:lnTo>
                <a:lnTo>
                  <a:pt x="185192" y="2204"/>
                </a:lnTo>
                <a:lnTo>
                  <a:pt x="183370" y="1741"/>
                </a:lnTo>
                <a:lnTo>
                  <a:pt x="181511" y="1333"/>
                </a:lnTo>
                <a:lnTo>
                  <a:pt x="179615" y="979"/>
                </a:lnTo>
                <a:lnTo>
                  <a:pt x="177682" y="680"/>
                </a:lnTo>
                <a:lnTo>
                  <a:pt x="175713" y="435"/>
                </a:lnTo>
                <a:lnTo>
                  <a:pt x="173706" y="245"/>
                </a:lnTo>
                <a:lnTo>
                  <a:pt x="171663" y="109"/>
                </a:lnTo>
                <a:lnTo>
                  <a:pt x="169583" y="27"/>
                </a:lnTo>
                <a:lnTo>
                  <a:pt x="167466" y="0"/>
                </a:lnTo>
                <a:lnTo>
                  <a:pt x="165330" y="27"/>
                </a:lnTo>
                <a:lnTo>
                  <a:pt x="163231" y="109"/>
                </a:lnTo>
                <a:lnTo>
                  <a:pt x="161170" y="245"/>
                </a:lnTo>
                <a:lnTo>
                  <a:pt x="159146" y="436"/>
                </a:lnTo>
                <a:lnTo>
                  <a:pt x="157159" y="682"/>
                </a:lnTo>
                <a:lnTo>
                  <a:pt x="155210" y="981"/>
                </a:lnTo>
                <a:lnTo>
                  <a:pt x="153298" y="1336"/>
                </a:lnTo>
                <a:lnTo>
                  <a:pt x="151424" y="1745"/>
                </a:lnTo>
                <a:lnTo>
                  <a:pt x="149587" y="2208"/>
                </a:lnTo>
                <a:lnTo>
                  <a:pt x="147787" y="2726"/>
                </a:lnTo>
                <a:lnTo>
                  <a:pt x="146025" y="3299"/>
                </a:lnTo>
                <a:lnTo>
                  <a:pt x="144300" y="3926"/>
                </a:lnTo>
                <a:lnTo>
                  <a:pt x="142612" y="4607"/>
                </a:lnTo>
                <a:lnTo>
                  <a:pt x="140962" y="5343"/>
                </a:lnTo>
                <a:lnTo>
                  <a:pt x="139349" y="6134"/>
                </a:lnTo>
                <a:lnTo>
                  <a:pt x="137774" y="6979"/>
                </a:lnTo>
                <a:lnTo>
                  <a:pt x="136236" y="7879"/>
                </a:lnTo>
                <a:lnTo>
                  <a:pt x="134735" y="8833"/>
                </a:lnTo>
                <a:lnTo>
                  <a:pt x="133272" y="9841"/>
                </a:lnTo>
                <a:lnTo>
                  <a:pt x="131846" y="10905"/>
                </a:lnTo>
                <a:lnTo>
                  <a:pt x="130458" y="12022"/>
                </a:lnTo>
                <a:lnTo>
                  <a:pt x="129107" y="13194"/>
                </a:lnTo>
                <a:lnTo>
                  <a:pt x="127793" y="14421"/>
                </a:lnTo>
                <a:lnTo>
                  <a:pt x="126517" y="15703"/>
                </a:lnTo>
                <a:lnTo>
                  <a:pt x="125285" y="17033"/>
                </a:lnTo>
                <a:lnTo>
                  <a:pt x="124106" y="18406"/>
                </a:lnTo>
                <a:lnTo>
                  <a:pt x="122980" y="19824"/>
                </a:lnTo>
                <a:lnTo>
                  <a:pt x="121906" y="21285"/>
                </a:lnTo>
                <a:lnTo>
                  <a:pt x="120884" y="22789"/>
                </a:lnTo>
                <a:lnTo>
                  <a:pt x="119914" y="24337"/>
                </a:lnTo>
                <a:lnTo>
                  <a:pt x="118997" y="25929"/>
                </a:lnTo>
                <a:lnTo>
                  <a:pt x="118133" y="27564"/>
                </a:lnTo>
                <a:lnTo>
                  <a:pt x="117321" y="29243"/>
                </a:lnTo>
                <a:lnTo>
                  <a:pt x="116561" y="30965"/>
                </a:lnTo>
                <a:lnTo>
                  <a:pt x="115853" y="32731"/>
                </a:lnTo>
                <a:lnTo>
                  <a:pt x="115198" y="34541"/>
                </a:lnTo>
                <a:lnTo>
                  <a:pt x="114596" y="36394"/>
                </a:lnTo>
                <a:lnTo>
                  <a:pt x="114046" y="38291"/>
                </a:lnTo>
                <a:lnTo>
                  <a:pt x="113548" y="40231"/>
                </a:lnTo>
                <a:lnTo>
                  <a:pt x="113102" y="42215"/>
                </a:lnTo>
                <a:lnTo>
                  <a:pt x="112710" y="44243"/>
                </a:lnTo>
                <a:lnTo>
                  <a:pt x="112369" y="46314"/>
                </a:lnTo>
                <a:lnTo>
                  <a:pt x="112081" y="48429"/>
                </a:lnTo>
                <a:lnTo>
                  <a:pt x="111845" y="50587"/>
                </a:lnTo>
                <a:lnTo>
                  <a:pt x="111662" y="52789"/>
                </a:lnTo>
                <a:lnTo>
                  <a:pt x="111531" y="55035"/>
                </a:lnTo>
                <a:lnTo>
                  <a:pt x="111452" y="57324"/>
                </a:lnTo>
                <a:lnTo>
                  <a:pt x="111426" y="59656"/>
                </a:lnTo>
                <a:lnTo>
                  <a:pt x="111452" y="61995"/>
                </a:lnTo>
                <a:lnTo>
                  <a:pt x="111530" y="64290"/>
                </a:lnTo>
                <a:lnTo>
                  <a:pt x="111661" y="66541"/>
                </a:lnTo>
                <a:lnTo>
                  <a:pt x="111844" y="68748"/>
                </a:lnTo>
                <a:lnTo>
                  <a:pt x="112079" y="70912"/>
                </a:lnTo>
                <a:lnTo>
                  <a:pt x="112366" y="73031"/>
                </a:lnTo>
                <a:lnTo>
                  <a:pt x="112706" y="75106"/>
                </a:lnTo>
                <a:lnTo>
                  <a:pt x="113098" y="77137"/>
                </a:lnTo>
                <a:lnTo>
                  <a:pt x="113542" y="79124"/>
                </a:lnTo>
                <a:lnTo>
                  <a:pt x="114039" y="81067"/>
                </a:lnTo>
                <a:lnTo>
                  <a:pt x="114588" y="82966"/>
                </a:lnTo>
                <a:lnTo>
                  <a:pt x="115189" y="84821"/>
                </a:lnTo>
                <a:lnTo>
                  <a:pt x="115842" y="86632"/>
                </a:lnTo>
                <a:lnTo>
                  <a:pt x="116547" y="88400"/>
                </a:lnTo>
                <a:lnTo>
                  <a:pt x="117305" y="90123"/>
                </a:lnTo>
                <a:lnTo>
                  <a:pt x="118115" y="91802"/>
                </a:lnTo>
                <a:lnTo>
                  <a:pt x="118978" y="93437"/>
                </a:lnTo>
                <a:lnTo>
                  <a:pt x="119892" y="95028"/>
                </a:lnTo>
                <a:lnTo>
                  <a:pt x="120859" y="96576"/>
                </a:lnTo>
                <a:lnTo>
                  <a:pt x="121878" y="98079"/>
                </a:lnTo>
                <a:lnTo>
                  <a:pt x="122950" y="99538"/>
                </a:lnTo>
                <a:lnTo>
                  <a:pt x="124073" y="100953"/>
                </a:lnTo>
                <a:lnTo>
                  <a:pt x="125249" y="102325"/>
                </a:lnTo>
                <a:lnTo>
                  <a:pt x="126477" y="103652"/>
                </a:lnTo>
                <a:lnTo>
                  <a:pt x="127752" y="104930"/>
                </a:lnTo>
                <a:lnTo>
                  <a:pt x="129066" y="106153"/>
                </a:lnTo>
                <a:lnTo>
                  <a:pt x="130420" y="107322"/>
                </a:lnTo>
                <a:lnTo>
                  <a:pt x="131814" y="108437"/>
                </a:lnTo>
                <a:lnTo>
                  <a:pt x="133249" y="109497"/>
                </a:lnTo>
                <a:lnTo>
                  <a:pt x="134723" y="110503"/>
                </a:lnTo>
                <a:lnTo>
                  <a:pt x="136237" y="111455"/>
                </a:lnTo>
                <a:lnTo>
                  <a:pt x="137791" y="112352"/>
                </a:lnTo>
                <a:lnTo>
                  <a:pt x="139385" y="113195"/>
                </a:lnTo>
                <a:lnTo>
                  <a:pt x="141019" y="113984"/>
                </a:lnTo>
                <a:lnTo>
                  <a:pt x="142694" y="114718"/>
                </a:lnTo>
                <a:lnTo>
                  <a:pt x="144408" y="115397"/>
                </a:lnTo>
                <a:lnTo>
                  <a:pt x="146162" y="116023"/>
                </a:lnTo>
                <a:lnTo>
                  <a:pt x="147956" y="116594"/>
                </a:lnTo>
                <a:lnTo>
                  <a:pt x="149790" y="117110"/>
                </a:lnTo>
                <a:lnTo>
                  <a:pt x="151664" y="117573"/>
                </a:lnTo>
                <a:lnTo>
                  <a:pt x="153578" y="117980"/>
                </a:lnTo>
                <a:lnTo>
                  <a:pt x="155532" y="118334"/>
                </a:lnTo>
                <a:lnTo>
                  <a:pt x="157526" y="118633"/>
                </a:lnTo>
                <a:lnTo>
                  <a:pt x="159560" y="118878"/>
                </a:lnTo>
                <a:lnTo>
                  <a:pt x="161634" y="119068"/>
                </a:lnTo>
                <a:lnTo>
                  <a:pt x="163748" y="119204"/>
                </a:lnTo>
                <a:lnTo>
                  <a:pt x="165901" y="119285"/>
                </a:lnTo>
                <a:lnTo>
                  <a:pt x="168095" y="119313"/>
                </a:lnTo>
                <a:lnTo>
                  <a:pt x="169237" y="119304"/>
                </a:lnTo>
                <a:lnTo>
                  <a:pt x="170371" y="119278"/>
                </a:lnTo>
                <a:lnTo>
                  <a:pt x="171496" y="119235"/>
                </a:lnTo>
                <a:lnTo>
                  <a:pt x="172613" y="119175"/>
                </a:lnTo>
                <a:lnTo>
                  <a:pt x="173721" y="119098"/>
                </a:lnTo>
                <a:lnTo>
                  <a:pt x="174820" y="119003"/>
                </a:lnTo>
                <a:lnTo>
                  <a:pt x="175912" y="118891"/>
                </a:lnTo>
                <a:lnTo>
                  <a:pt x="176994" y="118762"/>
                </a:lnTo>
                <a:lnTo>
                  <a:pt x="178069" y="118616"/>
                </a:lnTo>
                <a:lnTo>
                  <a:pt x="179135" y="118453"/>
                </a:lnTo>
                <a:lnTo>
                  <a:pt x="180192" y="118272"/>
                </a:lnTo>
                <a:lnTo>
                  <a:pt x="181241" y="118075"/>
                </a:lnTo>
                <a:lnTo>
                  <a:pt x="182281" y="117860"/>
                </a:lnTo>
                <a:lnTo>
                  <a:pt x="183313" y="117628"/>
                </a:lnTo>
                <a:lnTo>
                  <a:pt x="184337" y="117378"/>
                </a:lnTo>
                <a:lnTo>
                  <a:pt x="185352" y="117112"/>
                </a:lnTo>
                <a:lnTo>
                  <a:pt x="186359" y="116828"/>
                </a:lnTo>
                <a:lnTo>
                  <a:pt x="187357" y="116527"/>
                </a:lnTo>
                <a:lnTo>
                  <a:pt x="188347" y="116209"/>
                </a:lnTo>
                <a:lnTo>
                  <a:pt x="189328" y="115874"/>
                </a:lnTo>
                <a:lnTo>
                  <a:pt x="190301" y="115521"/>
                </a:lnTo>
                <a:lnTo>
                  <a:pt x="191265" y="115152"/>
                </a:lnTo>
                <a:lnTo>
                  <a:pt x="192221" y="114765"/>
                </a:lnTo>
                <a:lnTo>
                  <a:pt x="193168" y="114361"/>
                </a:lnTo>
                <a:lnTo>
                  <a:pt x="194344" y="115151"/>
                </a:lnTo>
                <a:lnTo>
                  <a:pt x="195473" y="115909"/>
                </a:lnTo>
                <a:lnTo>
                  <a:pt x="196557" y="116635"/>
                </a:lnTo>
                <a:lnTo>
                  <a:pt x="197594" y="117330"/>
                </a:lnTo>
                <a:lnTo>
                  <a:pt x="198585" y="117993"/>
                </a:lnTo>
                <a:lnTo>
                  <a:pt x="199530" y="118625"/>
                </a:lnTo>
                <a:lnTo>
                  <a:pt x="200429" y="119225"/>
                </a:lnTo>
                <a:lnTo>
                  <a:pt x="201281" y="119793"/>
                </a:lnTo>
                <a:lnTo>
                  <a:pt x="202088" y="120329"/>
                </a:lnTo>
                <a:lnTo>
                  <a:pt x="202848" y="120834"/>
                </a:lnTo>
                <a:lnTo>
                  <a:pt x="203563" y="121308"/>
                </a:lnTo>
                <a:lnTo>
                  <a:pt x="204231" y="121749"/>
                </a:lnTo>
                <a:lnTo>
                  <a:pt x="204853" y="122159"/>
                </a:lnTo>
                <a:lnTo>
                  <a:pt x="205429" y="122537"/>
                </a:lnTo>
                <a:lnTo>
                  <a:pt x="205959" y="122884"/>
                </a:lnTo>
                <a:lnTo>
                  <a:pt x="206443" y="123199"/>
                </a:lnTo>
                <a:lnTo>
                  <a:pt x="206880" y="123482"/>
                </a:lnTo>
                <a:lnTo>
                  <a:pt x="207272" y="123734"/>
                </a:lnTo>
                <a:lnTo>
                  <a:pt x="207617" y="123954"/>
                </a:lnTo>
                <a:lnTo>
                  <a:pt x="207916" y="124142"/>
                </a:lnTo>
                <a:lnTo>
                  <a:pt x="208169" y="124299"/>
                </a:lnTo>
                <a:lnTo>
                  <a:pt x="208376" y="124424"/>
                </a:lnTo>
                <a:lnTo>
                  <a:pt x="208537" y="124517"/>
                </a:lnTo>
                <a:lnTo>
                  <a:pt x="208652" y="124579"/>
                </a:lnTo>
                <a:lnTo>
                  <a:pt x="209072" y="124806"/>
                </a:lnTo>
                <a:lnTo>
                  <a:pt x="209492" y="125029"/>
                </a:lnTo>
                <a:lnTo>
                  <a:pt x="209913" y="125248"/>
                </a:lnTo>
                <a:lnTo>
                  <a:pt x="210335" y="125463"/>
                </a:lnTo>
                <a:lnTo>
                  <a:pt x="210758" y="125674"/>
                </a:lnTo>
                <a:lnTo>
                  <a:pt x="211182" y="125880"/>
                </a:lnTo>
                <a:lnTo>
                  <a:pt x="211607" y="126083"/>
                </a:lnTo>
                <a:lnTo>
                  <a:pt x="212032" y="126282"/>
                </a:lnTo>
                <a:lnTo>
                  <a:pt x="212458" y="126476"/>
                </a:lnTo>
                <a:lnTo>
                  <a:pt x="212885" y="126666"/>
                </a:lnTo>
                <a:lnTo>
                  <a:pt x="213313" y="126853"/>
                </a:lnTo>
                <a:lnTo>
                  <a:pt x="213741" y="127035"/>
                </a:lnTo>
                <a:lnTo>
                  <a:pt x="214171" y="127213"/>
                </a:lnTo>
                <a:lnTo>
                  <a:pt x="214601" y="127387"/>
                </a:lnTo>
                <a:lnTo>
                  <a:pt x="215032" y="127557"/>
                </a:lnTo>
                <a:lnTo>
                  <a:pt x="215464" y="127723"/>
                </a:lnTo>
                <a:lnTo>
                  <a:pt x="215897" y="127884"/>
                </a:lnTo>
                <a:lnTo>
                  <a:pt x="216330" y="128042"/>
                </a:lnTo>
                <a:lnTo>
                  <a:pt x="216765" y="128195"/>
                </a:lnTo>
                <a:lnTo>
                  <a:pt x="217200" y="128345"/>
                </a:lnTo>
                <a:lnTo>
                  <a:pt x="217636" y="128490"/>
                </a:lnTo>
                <a:lnTo>
                  <a:pt x="218073" y="128631"/>
                </a:lnTo>
                <a:lnTo>
                  <a:pt x="218510" y="128769"/>
                </a:lnTo>
                <a:lnTo>
                  <a:pt x="218949" y="128902"/>
                </a:lnTo>
                <a:lnTo>
                  <a:pt x="227516" y="112239"/>
                </a:lnTo>
                <a:lnTo>
                  <a:pt x="226680" y="111933"/>
                </a:lnTo>
                <a:lnTo>
                  <a:pt x="225849" y="111619"/>
                </a:lnTo>
                <a:lnTo>
                  <a:pt x="225024" y="111296"/>
                </a:lnTo>
                <a:lnTo>
                  <a:pt x="224204" y="110965"/>
                </a:lnTo>
                <a:lnTo>
                  <a:pt x="223389" y="110624"/>
                </a:lnTo>
                <a:lnTo>
                  <a:pt x="222579" y="110275"/>
                </a:lnTo>
                <a:lnTo>
                  <a:pt x="221774" y="109917"/>
                </a:lnTo>
                <a:lnTo>
                  <a:pt x="220975" y="109551"/>
                </a:lnTo>
                <a:lnTo>
                  <a:pt x="220180" y="109176"/>
                </a:lnTo>
                <a:lnTo>
                  <a:pt x="219391" y="108792"/>
                </a:lnTo>
                <a:lnTo>
                  <a:pt x="218607" y="108399"/>
                </a:lnTo>
                <a:lnTo>
                  <a:pt x="217829" y="107997"/>
                </a:lnTo>
                <a:lnTo>
                  <a:pt x="217055" y="107587"/>
                </a:lnTo>
                <a:lnTo>
                  <a:pt x="216287" y="107168"/>
                </a:lnTo>
                <a:lnTo>
                  <a:pt x="215523" y="106741"/>
                </a:lnTo>
                <a:lnTo>
                  <a:pt x="214765" y="106305"/>
                </a:lnTo>
                <a:lnTo>
                  <a:pt x="214013" y="105859"/>
                </a:lnTo>
                <a:lnTo>
                  <a:pt x="213265" y="105406"/>
                </a:lnTo>
                <a:lnTo>
                  <a:pt x="212522" y="104943"/>
                </a:lnTo>
                <a:lnTo>
                  <a:pt x="211785" y="104472"/>
                </a:lnTo>
                <a:lnTo>
                  <a:pt x="211053" y="103992"/>
                </a:lnTo>
                <a:lnTo>
                  <a:pt x="210326" y="103503"/>
                </a:lnTo>
                <a:lnTo>
                  <a:pt x="209604" y="103006"/>
                </a:lnTo>
                <a:lnTo>
                  <a:pt x="208888" y="102500"/>
                </a:lnTo>
                <a:lnTo>
                  <a:pt x="209458" y="101825"/>
                </a:lnTo>
                <a:lnTo>
                  <a:pt x="210015" y="101148"/>
                </a:lnTo>
                <a:lnTo>
                  <a:pt x="210558" y="100469"/>
                </a:lnTo>
                <a:lnTo>
                  <a:pt x="211089" y="99788"/>
                </a:lnTo>
                <a:close/>
                <a:moveTo>
                  <a:pt x="186669" y="86909"/>
                </a:moveTo>
                <a:lnTo>
                  <a:pt x="185781" y="86307"/>
                </a:lnTo>
                <a:lnTo>
                  <a:pt x="184891" y="85719"/>
                </a:lnTo>
                <a:lnTo>
                  <a:pt x="183997" y="85144"/>
                </a:lnTo>
                <a:lnTo>
                  <a:pt x="183099" y="84584"/>
                </a:lnTo>
                <a:lnTo>
                  <a:pt x="182198" y="84037"/>
                </a:lnTo>
                <a:lnTo>
                  <a:pt x="181293" y="83505"/>
                </a:lnTo>
                <a:lnTo>
                  <a:pt x="180384" y="82986"/>
                </a:lnTo>
                <a:lnTo>
                  <a:pt x="179472" y="82481"/>
                </a:lnTo>
                <a:lnTo>
                  <a:pt x="178557" y="81989"/>
                </a:lnTo>
                <a:lnTo>
                  <a:pt x="177638" y="81512"/>
                </a:lnTo>
                <a:lnTo>
                  <a:pt x="176715" y="81048"/>
                </a:lnTo>
                <a:lnTo>
                  <a:pt x="175789" y="80598"/>
                </a:lnTo>
                <a:lnTo>
                  <a:pt x="174860" y="80162"/>
                </a:lnTo>
                <a:lnTo>
                  <a:pt x="173926" y="79740"/>
                </a:lnTo>
                <a:lnTo>
                  <a:pt x="172990" y="79332"/>
                </a:lnTo>
                <a:lnTo>
                  <a:pt x="172049" y="78938"/>
                </a:lnTo>
                <a:lnTo>
                  <a:pt x="171105" y="78557"/>
                </a:lnTo>
                <a:lnTo>
                  <a:pt x="170158" y="78190"/>
                </a:lnTo>
                <a:lnTo>
                  <a:pt x="169207" y="77837"/>
                </a:lnTo>
                <a:lnTo>
                  <a:pt x="168252" y="77498"/>
                </a:lnTo>
                <a:lnTo>
                  <a:pt x="161729" y="91017"/>
                </a:lnTo>
                <a:lnTo>
                  <a:pt x="162338" y="91238"/>
                </a:lnTo>
                <a:lnTo>
                  <a:pt x="162945" y="91467"/>
                </a:lnTo>
                <a:lnTo>
                  <a:pt x="163553" y="91703"/>
                </a:lnTo>
                <a:lnTo>
                  <a:pt x="164159" y="91945"/>
                </a:lnTo>
                <a:lnTo>
                  <a:pt x="164764" y="92195"/>
                </a:lnTo>
                <a:lnTo>
                  <a:pt x="165369" y="92452"/>
                </a:lnTo>
                <a:lnTo>
                  <a:pt x="165973" y="92717"/>
                </a:lnTo>
                <a:lnTo>
                  <a:pt x="166576" y="92988"/>
                </a:lnTo>
                <a:lnTo>
                  <a:pt x="167178" y="93267"/>
                </a:lnTo>
                <a:lnTo>
                  <a:pt x="167779" y="93552"/>
                </a:lnTo>
                <a:lnTo>
                  <a:pt x="168380" y="93845"/>
                </a:lnTo>
                <a:lnTo>
                  <a:pt x="168980" y="94145"/>
                </a:lnTo>
                <a:lnTo>
                  <a:pt x="169578" y="94452"/>
                </a:lnTo>
                <a:lnTo>
                  <a:pt x="170177" y="94766"/>
                </a:lnTo>
                <a:lnTo>
                  <a:pt x="170774" y="95088"/>
                </a:lnTo>
                <a:lnTo>
                  <a:pt x="171370" y="95416"/>
                </a:lnTo>
                <a:lnTo>
                  <a:pt x="171966" y="95752"/>
                </a:lnTo>
                <a:lnTo>
                  <a:pt x="172561" y="96095"/>
                </a:lnTo>
                <a:lnTo>
                  <a:pt x="173155" y="96445"/>
                </a:lnTo>
                <a:lnTo>
                  <a:pt x="173748" y="96802"/>
                </a:lnTo>
                <a:lnTo>
                  <a:pt x="174340" y="97166"/>
                </a:lnTo>
                <a:lnTo>
                  <a:pt x="174932" y="97538"/>
                </a:lnTo>
                <a:lnTo>
                  <a:pt x="175522" y="97916"/>
                </a:lnTo>
                <a:lnTo>
                  <a:pt x="176112" y="98302"/>
                </a:lnTo>
                <a:lnTo>
                  <a:pt x="175738" y="98439"/>
                </a:lnTo>
                <a:lnTo>
                  <a:pt x="175362" y="98570"/>
                </a:lnTo>
                <a:lnTo>
                  <a:pt x="174984" y="98695"/>
                </a:lnTo>
                <a:lnTo>
                  <a:pt x="174604" y="98814"/>
                </a:lnTo>
                <a:lnTo>
                  <a:pt x="174222" y="98927"/>
                </a:lnTo>
                <a:lnTo>
                  <a:pt x="173838" y="99035"/>
                </a:lnTo>
                <a:lnTo>
                  <a:pt x="173452" y="99137"/>
                </a:lnTo>
                <a:lnTo>
                  <a:pt x="173064" y="99233"/>
                </a:lnTo>
                <a:lnTo>
                  <a:pt x="172675" y="99323"/>
                </a:lnTo>
                <a:lnTo>
                  <a:pt x="172283" y="99407"/>
                </a:lnTo>
                <a:lnTo>
                  <a:pt x="171890" y="99486"/>
                </a:lnTo>
                <a:lnTo>
                  <a:pt x="171495" y="99559"/>
                </a:lnTo>
                <a:lnTo>
                  <a:pt x="171097" y="99625"/>
                </a:lnTo>
                <a:lnTo>
                  <a:pt x="170698" y="99687"/>
                </a:lnTo>
                <a:lnTo>
                  <a:pt x="170297" y="99742"/>
                </a:lnTo>
                <a:lnTo>
                  <a:pt x="169894" y="99791"/>
                </a:lnTo>
                <a:lnTo>
                  <a:pt x="169489" y="99835"/>
                </a:lnTo>
                <a:lnTo>
                  <a:pt x="169083" y="99873"/>
                </a:lnTo>
                <a:lnTo>
                  <a:pt x="168674" y="99905"/>
                </a:lnTo>
                <a:lnTo>
                  <a:pt x="168263" y="99931"/>
                </a:lnTo>
                <a:lnTo>
                  <a:pt x="167851" y="99951"/>
                </a:lnTo>
                <a:lnTo>
                  <a:pt x="167436" y="99966"/>
                </a:lnTo>
                <a:lnTo>
                  <a:pt x="167020" y="99974"/>
                </a:lnTo>
                <a:lnTo>
                  <a:pt x="166602" y="99977"/>
                </a:lnTo>
                <a:lnTo>
                  <a:pt x="165483" y="99960"/>
                </a:lnTo>
                <a:lnTo>
                  <a:pt x="164381" y="99908"/>
                </a:lnTo>
                <a:lnTo>
                  <a:pt x="163295" y="99821"/>
                </a:lnTo>
                <a:lnTo>
                  <a:pt x="162226" y="99699"/>
                </a:lnTo>
                <a:lnTo>
                  <a:pt x="161172" y="99542"/>
                </a:lnTo>
                <a:lnTo>
                  <a:pt x="160135" y="99350"/>
                </a:lnTo>
                <a:lnTo>
                  <a:pt x="159114" y="99124"/>
                </a:lnTo>
                <a:lnTo>
                  <a:pt x="158109" y="98863"/>
                </a:lnTo>
                <a:lnTo>
                  <a:pt x="157120" y="98567"/>
                </a:lnTo>
                <a:lnTo>
                  <a:pt x="156148" y="98236"/>
                </a:lnTo>
                <a:lnTo>
                  <a:pt x="155192" y="97870"/>
                </a:lnTo>
                <a:lnTo>
                  <a:pt x="154252" y="97470"/>
                </a:lnTo>
                <a:lnTo>
                  <a:pt x="153329" y="97034"/>
                </a:lnTo>
                <a:lnTo>
                  <a:pt x="152421" y="96564"/>
                </a:lnTo>
                <a:lnTo>
                  <a:pt x="151530" y="96059"/>
                </a:lnTo>
                <a:lnTo>
                  <a:pt x="150655" y="95519"/>
                </a:lnTo>
                <a:lnTo>
                  <a:pt x="149796" y="94944"/>
                </a:lnTo>
                <a:lnTo>
                  <a:pt x="148954" y="94335"/>
                </a:lnTo>
                <a:lnTo>
                  <a:pt x="148128" y="93690"/>
                </a:lnTo>
                <a:lnTo>
                  <a:pt x="147318" y="93011"/>
                </a:lnTo>
                <a:lnTo>
                  <a:pt x="146524" y="92297"/>
                </a:lnTo>
                <a:lnTo>
                  <a:pt x="145747" y="91548"/>
                </a:lnTo>
                <a:lnTo>
                  <a:pt x="144986" y="90765"/>
                </a:lnTo>
                <a:lnTo>
                  <a:pt x="144241" y="89946"/>
                </a:lnTo>
                <a:lnTo>
                  <a:pt x="143519" y="89093"/>
                </a:lnTo>
                <a:lnTo>
                  <a:pt x="142828" y="88204"/>
                </a:lnTo>
                <a:lnTo>
                  <a:pt x="142168" y="87279"/>
                </a:lnTo>
                <a:lnTo>
                  <a:pt x="141539" y="86319"/>
                </a:lnTo>
                <a:lnTo>
                  <a:pt x="140940" y="85324"/>
                </a:lnTo>
                <a:lnTo>
                  <a:pt x="140372" y="84294"/>
                </a:lnTo>
                <a:lnTo>
                  <a:pt x="139835" y="83228"/>
                </a:lnTo>
                <a:lnTo>
                  <a:pt x="139328" y="82127"/>
                </a:lnTo>
                <a:lnTo>
                  <a:pt x="138852" y="80990"/>
                </a:lnTo>
                <a:lnTo>
                  <a:pt x="138407" y="79818"/>
                </a:lnTo>
                <a:lnTo>
                  <a:pt x="137993" y="78611"/>
                </a:lnTo>
                <a:lnTo>
                  <a:pt x="137609" y="77368"/>
                </a:lnTo>
                <a:lnTo>
                  <a:pt x="137256" y="76090"/>
                </a:lnTo>
                <a:lnTo>
                  <a:pt x="136933" y="74776"/>
                </a:lnTo>
                <a:lnTo>
                  <a:pt x="136642" y="73427"/>
                </a:lnTo>
                <a:lnTo>
                  <a:pt x="136381" y="72043"/>
                </a:lnTo>
                <a:lnTo>
                  <a:pt x="136150" y="70624"/>
                </a:lnTo>
                <a:lnTo>
                  <a:pt x="135951" y="69169"/>
                </a:lnTo>
                <a:lnTo>
                  <a:pt x="135782" y="67678"/>
                </a:lnTo>
                <a:lnTo>
                  <a:pt x="135644" y="66152"/>
                </a:lnTo>
                <a:lnTo>
                  <a:pt x="135536" y="64591"/>
                </a:lnTo>
                <a:lnTo>
                  <a:pt x="135460" y="62995"/>
                </a:lnTo>
                <a:lnTo>
                  <a:pt x="135414" y="61363"/>
                </a:lnTo>
                <a:lnTo>
                  <a:pt x="135398" y="59696"/>
                </a:lnTo>
                <a:lnTo>
                  <a:pt x="135414" y="58054"/>
                </a:lnTo>
                <a:lnTo>
                  <a:pt x="135460" y="56447"/>
                </a:lnTo>
                <a:lnTo>
                  <a:pt x="135536" y="54875"/>
                </a:lnTo>
                <a:lnTo>
                  <a:pt x="135644" y="53338"/>
                </a:lnTo>
                <a:lnTo>
                  <a:pt x="135782" y="51835"/>
                </a:lnTo>
                <a:lnTo>
                  <a:pt x="135951" y="50368"/>
                </a:lnTo>
                <a:lnTo>
                  <a:pt x="136150" y="48934"/>
                </a:lnTo>
                <a:lnTo>
                  <a:pt x="136381" y="47536"/>
                </a:lnTo>
                <a:lnTo>
                  <a:pt x="136642" y="46172"/>
                </a:lnTo>
                <a:lnTo>
                  <a:pt x="136933" y="44843"/>
                </a:lnTo>
                <a:lnTo>
                  <a:pt x="137256" y="43548"/>
                </a:lnTo>
                <a:lnTo>
                  <a:pt x="137609" y="42288"/>
                </a:lnTo>
                <a:lnTo>
                  <a:pt x="137993" y="41063"/>
                </a:lnTo>
                <a:lnTo>
                  <a:pt x="138407" y="39873"/>
                </a:lnTo>
                <a:lnTo>
                  <a:pt x="138852" y="38717"/>
                </a:lnTo>
                <a:lnTo>
                  <a:pt x="139328" y="37596"/>
                </a:lnTo>
                <a:lnTo>
                  <a:pt x="139835" y="36510"/>
                </a:lnTo>
                <a:lnTo>
                  <a:pt x="140372" y="35458"/>
                </a:lnTo>
                <a:lnTo>
                  <a:pt x="140940" y="34441"/>
                </a:lnTo>
                <a:lnTo>
                  <a:pt x="141539" y="33459"/>
                </a:lnTo>
                <a:lnTo>
                  <a:pt x="142168" y="32512"/>
                </a:lnTo>
                <a:lnTo>
                  <a:pt x="142828" y="31599"/>
                </a:lnTo>
                <a:lnTo>
                  <a:pt x="143519" y="30721"/>
                </a:lnTo>
                <a:lnTo>
                  <a:pt x="144241" y="29877"/>
                </a:lnTo>
                <a:lnTo>
                  <a:pt x="144987" y="29068"/>
                </a:lnTo>
                <a:lnTo>
                  <a:pt x="145752" y="28294"/>
                </a:lnTo>
                <a:lnTo>
                  <a:pt x="146535" y="27554"/>
                </a:lnTo>
                <a:lnTo>
                  <a:pt x="147338" y="26848"/>
                </a:lnTo>
                <a:lnTo>
                  <a:pt x="148159" y="26177"/>
                </a:lnTo>
                <a:lnTo>
                  <a:pt x="148998" y="25540"/>
                </a:lnTo>
                <a:lnTo>
                  <a:pt x="149857" y="24938"/>
                </a:lnTo>
                <a:lnTo>
                  <a:pt x="150734" y="24370"/>
                </a:lnTo>
                <a:lnTo>
                  <a:pt x="151630" y="23836"/>
                </a:lnTo>
                <a:lnTo>
                  <a:pt x="152544" y="23337"/>
                </a:lnTo>
                <a:lnTo>
                  <a:pt x="153477" y="22873"/>
                </a:lnTo>
                <a:lnTo>
                  <a:pt x="154429" y="22442"/>
                </a:lnTo>
                <a:lnTo>
                  <a:pt x="155400" y="22046"/>
                </a:lnTo>
                <a:lnTo>
                  <a:pt x="156389" y="21685"/>
                </a:lnTo>
                <a:lnTo>
                  <a:pt x="157397" y="21358"/>
                </a:lnTo>
                <a:lnTo>
                  <a:pt x="158423" y="21065"/>
                </a:lnTo>
                <a:lnTo>
                  <a:pt x="159469" y="20807"/>
                </a:lnTo>
                <a:lnTo>
                  <a:pt x="160533" y="20584"/>
                </a:lnTo>
                <a:lnTo>
                  <a:pt x="161615" y="20394"/>
                </a:lnTo>
                <a:lnTo>
                  <a:pt x="162717" y="20239"/>
                </a:lnTo>
                <a:lnTo>
                  <a:pt x="163837" y="20119"/>
                </a:lnTo>
                <a:lnTo>
                  <a:pt x="164976" y="20033"/>
                </a:lnTo>
                <a:lnTo>
                  <a:pt x="166133" y="19981"/>
                </a:lnTo>
                <a:lnTo>
                  <a:pt x="167309" y="19964"/>
                </a:lnTo>
                <a:lnTo>
                  <a:pt x="168485" y="19981"/>
                </a:lnTo>
                <a:lnTo>
                  <a:pt x="169643" y="20032"/>
                </a:lnTo>
                <a:lnTo>
                  <a:pt x="170781" y="20118"/>
                </a:lnTo>
                <a:lnTo>
                  <a:pt x="171901" y="20238"/>
                </a:lnTo>
                <a:lnTo>
                  <a:pt x="173002" y="20392"/>
                </a:lnTo>
                <a:lnTo>
                  <a:pt x="174084" y="20580"/>
                </a:lnTo>
                <a:lnTo>
                  <a:pt x="175147" y="20802"/>
                </a:lnTo>
                <a:lnTo>
                  <a:pt x="176191" y="21059"/>
                </a:lnTo>
                <a:lnTo>
                  <a:pt x="177216" y="21350"/>
                </a:lnTo>
                <a:lnTo>
                  <a:pt x="178223" y="21675"/>
                </a:lnTo>
                <a:lnTo>
                  <a:pt x="179211" y="22034"/>
                </a:lnTo>
                <a:lnTo>
                  <a:pt x="180180" y="22428"/>
                </a:lnTo>
                <a:lnTo>
                  <a:pt x="181130" y="22855"/>
                </a:lnTo>
                <a:lnTo>
                  <a:pt x="182061" y="23317"/>
                </a:lnTo>
                <a:lnTo>
                  <a:pt x="182974" y="23813"/>
                </a:lnTo>
                <a:lnTo>
                  <a:pt x="183867" y="24344"/>
                </a:lnTo>
                <a:lnTo>
                  <a:pt x="184742" y="24908"/>
                </a:lnTo>
                <a:lnTo>
                  <a:pt x="185598" y="25507"/>
                </a:lnTo>
                <a:lnTo>
                  <a:pt x="186435" y="26140"/>
                </a:lnTo>
                <a:lnTo>
                  <a:pt x="187254" y="26807"/>
                </a:lnTo>
                <a:lnTo>
                  <a:pt x="188053" y="27509"/>
                </a:lnTo>
                <a:lnTo>
                  <a:pt x="188834" y="28244"/>
                </a:lnTo>
                <a:lnTo>
                  <a:pt x="189596" y="29014"/>
                </a:lnTo>
                <a:lnTo>
                  <a:pt x="190339" y="29818"/>
                </a:lnTo>
                <a:lnTo>
                  <a:pt x="191057" y="30657"/>
                </a:lnTo>
                <a:lnTo>
                  <a:pt x="191745" y="31531"/>
                </a:lnTo>
                <a:lnTo>
                  <a:pt x="192402" y="32440"/>
                </a:lnTo>
                <a:lnTo>
                  <a:pt x="193028" y="33383"/>
                </a:lnTo>
                <a:lnTo>
                  <a:pt x="193625" y="34362"/>
                </a:lnTo>
                <a:lnTo>
                  <a:pt x="194190" y="35376"/>
                </a:lnTo>
                <a:lnTo>
                  <a:pt x="194725" y="36425"/>
                </a:lnTo>
                <a:lnTo>
                  <a:pt x="195229" y="37509"/>
                </a:lnTo>
                <a:lnTo>
                  <a:pt x="195703" y="38628"/>
                </a:lnTo>
                <a:lnTo>
                  <a:pt x="196146" y="39782"/>
                </a:lnTo>
                <a:lnTo>
                  <a:pt x="196559" y="40971"/>
                </a:lnTo>
                <a:lnTo>
                  <a:pt x="196941" y="42195"/>
                </a:lnTo>
                <a:lnTo>
                  <a:pt x="197292" y="43454"/>
                </a:lnTo>
                <a:lnTo>
                  <a:pt x="197613" y="44748"/>
                </a:lnTo>
                <a:lnTo>
                  <a:pt x="197904" y="46078"/>
                </a:lnTo>
                <a:lnTo>
                  <a:pt x="198164" y="47442"/>
                </a:lnTo>
                <a:lnTo>
                  <a:pt x="198393" y="48841"/>
                </a:lnTo>
                <a:lnTo>
                  <a:pt x="198592" y="50275"/>
                </a:lnTo>
                <a:lnTo>
                  <a:pt x="198760" y="51745"/>
                </a:lnTo>
                <a:lnTo>
                  <a:pt x="198897" y="53249"/>
                </a:lnTo>
                <a:lnTo>
                  <a:pt x="199004" y="54789"/>
                </a:lnTo>
                <a:lnTo>
                  <a:pt x="199081" y="56363"/>
                </a:lnTo>
                <a:lnTo>
                  <a:pt x="199126" y="57972"/>
                </a:lnTo>
                <a:lnTo>
                  <a:pt x="199142" y="59617"/>
                </a:lnTo>
                <a:lnTo>
                  <a:pt x="199138" y="60418"/>
                </a:lnTo>
                <a:lnTo>
                  <a:pt x="199126" y="61211"/>
                </a:lnTo>
                <a:lnTo>
                  <a:pt x="199107" y="61997"/>
                </a:lnTo>
                <a:lnTo>
                  <a:pt x="199079" y="62775"/>
                </a:lnTo>
                <a:lnTo>
                  <a:pt x="199044" y="63546"/>
                </a:lnTo>
                <a:lnTo>
                  <a:pt x="199002" y="64309"/>
                </a:lnTo>
                <a:lnTo>
                  <a:pt x="198951" y="65064"/>
                </a:lnTo>
                <a:lnTo>
                  <a:pt x="198893" y="65811"/>
                </a:lnTo>
                <a:lnTo>
                  <a:pt x="198827" y="66551"/>
                </a:lnTo>
                <a:lnTo>
                  <a:pt x="198753" y="67284"/>
                </a:lnTo>
                <a:lnTo>
                  <a:pt x="198671" y="68008"/>
                </a:lnTo>
                <a:lnTo>
                  <a:pt x="198582" y="68725"/>
                </a:lnTo>
                <a:lnTo>
                  <a:pt x="198484" y="69435"/>
                </a:lnTo>
                <a:lnTo>
                  <a:pt x="198379" y="70136"/>
                </a:lnTo>
                <a:lnTo>
                  <a:pt x="198267" y="70831"/>
                </a:lnTo>
                <a:lnTo>
                  <a:pt x="198146" y="71517"/>
                </a:lnTo>
                <a:lnTo>
                  <a:pt x="198018" y="72196"/>
                </a:lnTo>
                <a:lnTo>
                  <a:pt x="197882" y="72867"/>
                </a:lnTo>
                <a:lnTo>
                  <a:pt x="197738" y="73531"/>
                </a:lnTo>
                <a:lnTo>
                  <a:pt x="197586" y="74187"/>
                </a:lnTo>
                <a:lnTo>
                  <a:pt x="197427" y="74835"/>
                </a:lnTo>
                <a:lnTo>
                  <a:pt x="197259" y="75476"/>
                </a:lnTo>
                <a:lnTo>
                  <a:pt x="197084" y="76109"/>
                </a:lnTo>
                <a:lnTo>
                  <a:pt x="196902" y="76734"/>
                </a:lnTo>
                <a:lnTo>
                  <a:pt x="196711" y="77352"/>
                </a:lnTo>
                <a:lnTo>
                  <a:pt x="196513" y="77962"/>
                </a:lnTo>
                <a:lnTo>
                  <a:pt x="196307" y="78565"/>
                </a:lnTo>
                <a:lnTo>
                  <a:pt x="196093" y="79160"/>
                </a:lnTo>
                <a:lnTo>
                  <a:pt x="195871" y="79747"/>
                </a:lnTo>
                <a:lnTo>
                  <a:pt x="195642" y="80327"/>
                </a:lnTo>
                <a:lnTo>
                  <a:pt x="195404" y="80899"/>
                </a:lnTo>
                <a:lnTo>
                  <a:pt x="195159" y="81463"/>
                </a:lnTo>
                <a:lnTo>
                  <a:pt x="194907" y="82020"/>
                </a:lnTo>
                <a:lnTo>
                  <a:pt x="194646" y="82569"/>
                </a:lnTo>
                <a:lnTo>
                  <a:pt x="194378" y="83110"/>
                </a:lnTo>
                <a:lnTo>
                  <a:pt x="194102" y="83644"/>
                </a:lnTo>
                <a:lnTo>
                  <a:pt x="193818" y="84170"/>
                </a:lnTo>
                <a:lnTo>
                  <a:pt x="193526" y="84689"/>
                </a:lnTo>
                <a:lnTo>
                  <a:pt x="193227" y="85200"/>
                </a:lnTo>
                <a:lnTo>
                  <a:pt x="192919" y="85703"/>
                </a:lnTo>
                <a:lnTo>
                  <a:pt x="192604" y="86199"/>
                </a:lnTo>
                <a:lnTo>
                  <a:pt x="192282" y="86687"/>
                </a:lnTo>
                <a:lnTo>
                  <a:pt x="191951" y="87167"/>
                </a:lnTo>
                <a:lnTo>
                  <a:pt x="191613" y="87640"/>
                </a:lnTo>
                <a:lnTo>
                  <a:pt x="191267" y="88105"/>
                </a:lnTo>
                <a:lnTo>
                  <a:pt x="190913" y="88563"/>
                </a:lnTo>
                <a:lnTo>
                  <a:pt x="190551" y="89013"/>
                </a:lnTo>
                <a:lnTo>
                  <a:pt x="190181" y="89455"/>
                </a:lnTo>
                <a:lnTo>
                  <a:pt x="189309" y="88798"/>
                </a:lnTo>
                <a:lnTo>
                  <a:pt x="188432" y="88154"/>
                </a:lnTo>
                <a:lnTo>
                  <a:pt x="187552" y="87525"/>
                </a:lnTo>
                <a:lnTo>
                  <a:pt x="186669" y="86909"/>
                </a:lnTo>
                <a:close/>
                <a:moveTo>
                  <a:pt x="334962" y="117269"/>
                </a:moveTo>
                <a:lnTo>
                  <a:pt x="357049" y="117269"/>
                </a:lnTo>
                <a:lnTo>
                  <a:pt x="357049" y="95104"/>
                </a:lnTo>
                <a:lnTo>
                  <a:pt x="334962" y="95104"/>
                </a:lnTo>
                <a:lnTo>
                  <a:pt x="334962" y="117269"/>
                </a:lnTo>
                <a:close/>
                <a:moveTo>
                  <a:pt x="686754" y="35411"/>
                </a:moveTo>
                <a:lnTo>
                  <a:pt x="686166" y="35100"/>
                </a:lnTo>
                <a:lnTo>
                  <a:pt x="685576" y="34804"/>
                </a:lnTo>
                <a:lnTo>
                  <a:pt x="684985" y="34522"/>
                </a:lnTo>
                <a:lnTo>
                  <a:pt x="684391" y="34254"/>
                </a:lnTo>
                <a:lnTo>
                  <a:pt x="683796" y="34001"/>
                </a:lnTo>
                <a:lnTo>
                  <a:pt x="683199" y="33762"/>
                </a:lnTo>
                <a:lnTo>
                  <a:pt x="682600" y="33538"/>
                </a:lnTo>
                <a:lnTo>
                  <a:pt x="681998" y="33329"/>
                </a:lnTo>
                <a:lnTo>
                  <a:pt x="681395" y="33133"/>
                </a:lnTo>
                <a:lnTo>
                  <a:pt x="680791" y="32952"/>
                </a:lnTo>
                <a:lnTo>
                  <a:pt x="680184" y="32786"/>
                </a:lnTo>
                <a:lnTo>
                  <a:pt x="679575" y="32634"/>
                </a:lnTo>
                <a:lnTo>
                  <a:pt x="678964" y="32497"/>
                </a:lnTo>
                <a:lnTo>
                  <a:pt x="678352" y="32374"/>
                </a:lnTo>
                <a:lnTo>
                  <a:pt x="677737" y="32265"/>
                </a:lnTo>
                <a:lnTo>
                  <a:pt x="677121" y="32171"/>
                </a:lnTo>
                <a:lnTo>
                  <a:pt x="676503" y="32092"/>
                </a:lnTo>
                <a:lnTo>
                  <a:pt x="675882" y="32027"/>
                </a:lnTo>
                <a:lnTo>
                  <a:pt x="675260" y="31976"/>
                </a:lnTo>
                <a:lnTo>
                  <a:pt x="674636" y="31940"/>
                </a:lnTo>
                <a:lnTo>
                  <a:pt x="674010" y="31918"/>
                </a:lnTo>
                <a:lnTo>
                  <a:pt x="673383" y="31911"/>
                </a:lnTo>
                <a:lnTo>
                  <a:pt x="672939" y="31916"/>
                </a:lnTo>
                <a:lnTo>
                  <a:pt x="672500" y="31930"/>
                </a:lnTo>
                <a:lnTo>
                  <a:pt x="672064" y="31953"/>
                </a:lnTo>
                <a:lnTo>
                  <a:pt x="671633" y="31985"/>
                </a:lnTo>
                <a:lnTo>
                  <a:pt x="671205" y="32027"/>
                </a:lnTo>
                <a:lnTo>
                  <a:pt x="670781" y="32078"/>
                </a:lnTo>
                <a:lnTo>
                  <a:pt x="670362" y="32138"/>
                </a:lnTo>
                <a:lnTo>
                  <a:pt x="669946" y="32208"/>
                </a:lnTo>
                <a:lnTo>
                  <a:pt x="669534" y="32287"/>
                </a:lnTo>
                <a:lnTo>
                  <a:pt x="669127" y="32375"/>
                </a:lnTo>
                <a:lnTo>
                  <a:pt x="668723" y="32472"/>
                </a:lnTo>
                <a:lnTo>
                  <a:pt x="668323" y="32579"/>
                </a:lnTo>
                <a:lnTo>
                  <a:pt x="667927" y="32695"/>
                </a:lnTo>
                <a:lnTo>
                  <a:pt x="667535" y="32820"/>
                </a:lnTo>
                <a:lnTo>
                  <a:pt x="667147" y="32955"/>
                </a:lnTo>
                <a:lnTo>
                  <a:pt x="666763" y="33099"/>
                </a:lnTo>
                <a:lnTo>
                  <a:pt x="666383" y="33252"/>
                </a:lnTo>
                <a:lnTo>
                  <a:pt x="666007" y="33414"/>
                </a:lnTo>
                <a:lnTo>
                  <a:pt x="665634" y="33586"/>
                </a:lnTo>
                <a:lnTo>
                  <a:pt x="665266" y="33767"/>
                </a:lnTo>
                <a:lnTo>
                  <a:pt x="664902" y="33957"/>
                </a:lnTo>
                <a:lnTo>
                  <a:pt x="664542" y="34157"/>
                </a:lnTo>
                <a:lnTo>
                  <a:pt x="664185" y="34365"/>
                </a:lnTo>
                <a:lnTo>
                  <a:pt x="663833" y="34583"/>
                </a:lnTo>
                <a:lnTo>
                  <a:pt x="663481" y="34816"/>
                </a:lnTo>
                <a:lnTo>
                  <a:pt x="663125" y="35069"/>
                </a:lnTo>
                <a:lnTo>
                  <a:pt x="662765" y="35341"/>
                </a:lnTo>
                <a:lnTo>
                  <a:pt x="662402" y="35634"/>
                </a:lnTo>
                <a:lnTo>
                  <a:pt x="662035" y="35946"/>
                </a:lnTo>
                <a:lnTo>
                  <a:pt x="661664" y="36278"/>
                </a:lnTo>
                <a:lnTo>
                  <a:pt x="661290" y="36630"/>
                </a:lnTo>
                <a:lnTo>
                  <a:pt x="660912" y="37002"/>
                </a:lnTo>
                <a:lnTo>
                  <a:pt x="660530" y="37394"/>
                </a:lnTo>
                <a:lnTo>
                  <a:pt x="660144" y="37806"/>
                </a:lnTo>
                <a:lnTo>
                  <a:pt x="659755" y="38238"/>
                </a:lnTo>
                <a:lnTo>
                  <a:pt x="659363" y="38690"/>
                </a:lnTo>
                <a:lnTo>
                  <a:pt x="658966" y="39162"/>
                </a:lnTo>
                <a:lnTo>
                  <a:pt x="658566" y="39654"/>
                </a:lnTo>
                <a:lnTo>
                  <a:pt x="658162" y="40165"/>
                </a:lnTo>
                <a:lnTo>
                  <a:pt x="657755" y="40697"/>
                </a:lnTo>
                <a:lnTo>
                  <a:pt x="657343" y="41248"/>
                </a:lnTo>
                <a:lnTo>
                  <a:pt x="656928" y="41819"/>
                </a:lnTo>
                <a:lnTo>
                  <a:pt x="656510" y="42411"/>
                </a:lnTo>
                <a:lnTo>
                  <a:pt x="656088" y="43022"/>
                </a:lnTo>
                <a:lnTo>
                  <a:pt x="655662" y="43653"/>
                </a:lnTo>
                <a:lnTo>
                  <a:pt x="655232" y="44304"/>
                </a:lnTo>
                <a:lnTo>
                  <a:pt x="654799" y="44975"/>
                </a:lnTo>
                <a:lnTo>
                  <a:pt x="654362" y="45666"/>
                </a:lnTo>
                <a:lnTo>
                  <a:pt x="654362" y="33797"/>
                </a:lnTo>
                <a:lnTo>
                  <a:pt x="633848" y="33797"/>
                </a:lnTo>
                <a:lnTo>
                  <a:pt x="633848" y="117269"/>
                </a:lnTo>
                <a:lnTo>
                  <a:pt x="655934" y="117269"/>
                </a:lnTo>
                <a:lnTo>
                  <a:pt x="655934" y="91489"/>
                </a:lnTo>
                <a:lnTo>
                  <a:pt x="655937" y="89739"/>
                </a:lnTo>
                <a:lnTo>
                  <a:pt x="655947" y="88040"/>
                </a:lnTo>
                <a:lnTo>
                  <a:pt x="655963" y="86392"/>
                </a:lnTo>
                <a:lnTo>
                  <a:pt x="655985" y="84795"/>
                </a:lnTo>
                <a:lnTo>
                  <a:pt x="656014" y="83248"/>
                </a:lnTo>
                <a:lnTo>
                  <a:pt x="656049" y="81752"/>
                </a:lnTo>
                <a:lnTo>
                  <a:pt x="656091" y="80307"/>
                </a:lnTo>
                <a:lnTo>
                  <a:pt x="656139" y="78913"/>
                </a:lnTo>
                <a:lnTo>
                  <a:pt x="656193" y="77569"/>
                </a:lnTo>
                <a:lnTo>
                  <a:pt x="656254" y="76277"/>
                </a:lnTo>
                <a:lnTo>
                  <a:pt x="656322" y="75035"/>
                </a:lnTo>
                <a:lnTo>
                  <a:pt x="656395" y="73843"/>
                </a:lnTo>
                <a:lnTo>
                  <a:pt x="656476" y="72703"/>
                </a:lnTo>
                <a:lnTo>
                  <a:pt x="656562" y="71613"/>
                </a:lnTo>
                <a:lnTo>
                  <a:pt x="656655" y="70574"/>
                </a:lnTo>
                <a:lnTo>
                  <a:pt x="656755" y="69586"/>
                </a:lnTo>
                <a:lnTo>
                  <a:pt x="656860" y="68648"/>
                </a:lnTo>
                <a:lnTo>
                  <a:pt x="656973" y="67762"/>
                </a:lnTo>
                <a:lnTo>
                  <a:pt x="657091" y="66926"/>
                </a:lnTo>
                <a:lnTo>
                  <a:pt x="657216" y="66141"/>
                </a:lnTo>
                <a:lnTo>
                  <a:pt x="657348" y="65406"/>
                </a:lnTo>
                <a:lnTo>
                  <a:pt x="657486" y="64723"/>
                </a:lnTo>
                <a:lnTo>
                  <a:pt x="657630" y="64090"/>
                </a:lnTo>
                <a:lnTo>
                  <a:pt x="657781" y="63508"/>
                </a:lnTo>
                <a:lnTo>
                  <a:pt x="657937" y="62958"/>
                </a:lnTo>
                <a:lnTo>
                  <a:pt x="658098" y="62423"/>
                </a:lnTo>
                <a:lnTo>
                  <a:pt x="658264" y="61902"/>
                </a:lnTo>
                <a:lnTo>
                  <a:pt x="658435" y="61395"/>
                </a:lnTo>
                <a:lnTo>
                  <a:pt x="658610" y="60903"/>
                </a:lnTo>
                <a:lnTo>
                  <a:pt x="658790" y="60425"/>
                </a:lnTo>
                <a:lnTo>
                  <a:pt x="658975" y="59961"/>
                </a:lnTo>
                <a:lnTo>
                  <a:pt x="659165" y="59512"/>
                </a:lnTo>
                <a:lnTo>
                  <a:pt x="659360" y="59077"/>
                </a:lnTo>
                <a:lnTo>
                  <a:pt x="659559" y="58657"/>
                </a:lnTo>
                <a:lnTo>
                  <a:pt x="659763" y="58250"/>
                </a:lnTo>
                <a:lnTo>
                  <a:pt x="659972" y="57858"/>
                </a:lnTo>
                <a:lnTo>
                  <a:pt x="660185" y="57481"/>
                </a:lnTo>
                <a:lnTo>
                  <a:pt x="660404" y="57117"/>
                </a:lnTo>
                <a:lnTo>
                  <a:pt x="660627" y="56768"/>
                </a:lnTo>
                <a:lnTo>
                  <a:pt x="660855" y="56434"/>
                </a:lnTo>
                <a:lnTo>
                  <a:pt x="661088" y="56113"/>
                </a:lnTo>
                <a:lnTo>
                  <a:pt x="661325" y="55807"/>
                </a:lnTo>
                <a:lnTo>
                  <a:pt x="661567" y="55516"/>
                </a:lnTo>
                <a:lnTo>
                  <a:pt x="661814" y="55238"/>
                </a:lnTo>
                <a:lnTo>
                  <a:pt x="662066" y="54975"/>
                </a:lnTo>
                <a:lnTo>
                  <a:pt x="662323" y="54727"/>
                </a:lnTo>
                <a:lnTo>
                  <a:pt x="662584" y="54492"/>
                </a:lnTo>
                <a:lnTo>
                  <a:pt x="662850" y="54272"/>
                </a:lnTo>
                <a:lnTo>
                  <a:pt x="663121" y="54064"/>
                </a:lnTo>
                <a:lnTo>
                  <a:pt x="663397" y="53864"/>
                </a:lnTo>
                <a:lnTo>
                  <a:pt x="663678" y="53674"/>
                </a:lnTo>
                <a:lnTo>
                  <a:pt x="663964" y="53492"/>
                </a:lnTo>
                <a:lnTo>
                  <a:pt x="664255" y="53319"/>
                </a:lnTo>
                <a:lnTo>
                  <a:pt x="664550" y="53155"/>
                </a:lnTo>
                <a:lnTo>
                  <a:pt x="664851" y="53000"/>
                </a:lnTo>
                <a:lnTo>
                  <a:pt x="665156" y="52853"/>
                </a:lnTo>
                <a:lnTo>
                  <a:pt x="665466" y="52716"/>
                </a:lnTo>
                <a:lnTo>
                  <a:pt x="665781" y="52587"/>
                </a:lnTo>
                <a:lnTo>
                  <a:pt x="666102" y="52467"/>
                </a:lnTo>
                <a:lnTo>
                  <a:pt x="666427" y="52356"/>
                </a:lnTo>
                <a:lnTo>
                  <a:pt x="666757" y="52254"/>
                </a:lnTo>
                <a:lnTo>
                  <a:pt x="667091" y="52161"/>
                </a:lnTo>
                <a:lnTo>
                  <a:pt x="667431" y="52077"/>
                </a:lnTo>
                <a:lnTo>
                  <a:pt x="667776" y="52002"/>
                </a:lnTo>
                <a:lnTo>
                  <a:pt x="668126" y="51935"/>
                </a:lnTo>
                <a:lnTo>
                  <a:pt x="668480" y="51877"/>
                </a:lnTo>
                <a:lnTo>
                  <a:pt x="668839" y="51829"/>
                </a:lnTo>
                <a:lnTo>
                  <a:pt x="669204" y="51789"/>
                </a:lnTo>
                <a:lnTo>
                  <a:pt x="669573" y="51758"/>
                </a:lnTo>
                <a:lnTo>
                  <a:pt x="669947" y="51736"/>
                </a:lnTo>
                <a:lnTo>
                  <a:pt x="670326" y="51722"/>
                </a:lnTo>
                <a:lnTo>
                  <a:pt x="670710" y="51718"/>
                </a:lnTo>
                <a:lnTo>
                  <a:pt x="671111" y="51724"/>
                </a:lnTo>
                <a:lnTo>
                  <a:pt x="671515" y="51743"/>
                </a:lnTo>
                <a:lnTo>
                  <a:pt x="671921" y="51774"/>
                </a:lnTo>
                <a:lnTo>
                  <a:pt x="672330" y="51818"/>
                </a:lnTo>
                <a:lnTo>
                  <a:pt x="672742" y="51875"/>
                </a:lnTo>
                <a:lnTo>
                  <a:pt x="673157" y="51944"/>
                </a:lnTo>
                <a:lnTo>
                  <a:pt x="673574" y="52025"/>
                </a:lnTo>
                <a:lnTo>
                  <a:pt x="673994" y="52120"/>
                </a:lnTo>
                <a:lnTo>
                  <a:pt x="674417" y="52226"/>
                </a:lnTo>
                <a:lnTo>
                  <a:pt x="674842" y="52346"/>
                </a:lnTo>
                <a:lnTo>
                  <a:pt x="675270" y="52477"/>
                </a:lnTo>
                <a:lnTo>
                  <a:pt x="675701" y="52622"/>
                </a:lnTo>
                <a:lnTo>
                  <a:pt x="676135" y="52779"/>
                </a:lnTo>
                <a:lnTo>
                  <a:pt x="676571" y="52948"/>
                </a:lnTo>
                <a:lnTo>
                  <a:pt x="677010" y="53130"/>
                </a:lnTo>
                <a:lnTo>
                  <a:pt x="677452" y="53325"/>
                </a:lnTo>
                <a:lnTo>
                  <a:pt x="677897" y="53532"/>
                </a:lnTo>
                <a:lnTo>
                  <a:pt x="678344" y="53752"/>
                </a:lnTo>
                <a:lnTo>
                  <a:pt x="678794" y="53984"/>
                </a:lnTo>
                <a:lnTo>
                  <a:pt x="679247" y="54229"/>
                </a:lnTo>
                <a:lnTo>
                  <a:pt x="679702" y="54486"/>
                </a:lnTo>
                <a:lnTo>
                  <a:pt x="680161" y="54756"/>
                </a:lnTo>
                <a:lnTo>
                  <a:pt x="680622" y="55038"/>
                </a:lnTo>
                <a:lnTo>
                  <a:pt x="681085" y="55333"/>
                </a:lnTo>
                <a:lnTo>
                  <a:pt x="687789" y="36454"/>
                </a:lnTo>
                <a:lnTo>
                  <a:pt x="720359" y="117269"/>
                </a:lnTo>
                <a:lnTo>
                  <a:pt x="740244" y="117269"/>
                </a:lnTo>
                <a:lnTo>
                  <a:pt x="773413" y="33797"/>
                </a:lnTo>
                <a:lnTo>
                  <a:pt x="750698" y="33797"/>
                </a:lnTo>
                <a:lnTo>
                  <a:pt x="734821" y="76398"/>
                </a:lnTo>
                <a:lnTo>
                  <a:pt x="734717" y="76693"/>
                </a:lnTo>
                <a:lnTo>
                  <a:pt x="734613" y="76987"/>
                </a:lnTo>
                <a:lnTo>
                  <a:pt x="734509" y="77282"/>
                </a:lnTo>
                <a:lnTo>
                  <a:pt x="734406" y="77577"/>
                </a:lnTo>
                <a:lnTo>
                  <a:pt x="734304" y="77872"/>
                </a:lnTo>
                <a:lnTo>
                  <a:pt x="734202" y="78166"/>
                </a:lnTo>
                <a:lnTo>
                  <a:pt x="734101" y="78461"/>
                </a:lnTo>
                <a:lnTo>
                  <a:pt x="734000" y="78756"/>
                </a:lnTo>
                <a:lnTo>
                  <a:pt x="733900" y="79050"/>
                </a:lnTo>
                <a:lnTo>
                  <a:pt x="733800" y="79345"/>
                </a:lnTo>
                <a:lnTo>
                  <a:pt x="733701" y="79640"/>
                </a:lnTo>
                <a:lnTo>
                  <a:pt x="733603" y="79935"/>
                </a:lnTo>
                <a:lnTo>
                  <a:pt x="733505" y="80229"/>
                </a:lnTo>
                <a:lnTo>
                  <a:pt x="733407" y="80524"/>
                </a:lnTo>
                <a:lnTo>
                  <a:pt x="733311" y="80819"/>
                </a:lnTo>
                <a:lnTo>
                  <a:pt x="733214" y="81114"/>
                </a:lnTo>
                <a:lnTo>
                  <a:pt x="733118" y="81408"/>
                </a:lnTo>
                <a:lnTo>
                  <a:pt x="733023" y="81703"/>
                </a:lnTo>
                <a:lnTo>
                  <a:pt x="732929" y="81998"/>
                </a:lnTo>
                <a:lnTo>
                  <a:pt x="732834" y="82293"/>
                </a:lnTo>
                <a:lnTo>
                  <a:pt x="732741" y="82587"/>
                </a:lnTo>
                <a:lnTo>
                  <a:pt x="732648" y="82882"/>
                </a:lnTo>
                <a:lnTo>
                  <a:pt x="732555" y="83177"/>
                </a:lnTo>
                <a:lnTo>
                  <a:pt x="732463" y="83472"/>
                </a:lnTo>
                <a:lnTo>
                  <a:pt x="732422" y="83622"/>
                </a:lnTo>
                <a:lnTo>
                  <a:pt x="732375" y="83786"/>
                </a:lnTo>
                <a:lnTo>
                  <a:pt x="732324" y="83962"/>
                </a:lnTo>
                <a:lnTo>
                  <a:pt x="732269" y="84151"/>
                </a:lnTo>
                <a:lnTo>
                  <a:pt x="732209" y="84352"/>
                </a:lnTo>
                <a:lnTo>
                  <a:pt x="732144" y="84567"/>
                </a:lnTo>
                <a:lnTo>
                  <a:pt x="732074" y="84795"/>
                </a:lnTo>
                <a:lnTo>
                  <a:pt x="732000" y="85035"/>
                </a:lnTo>
                <a:lnTo>
                  <a:pt x="731922" y="85288"/>
                </a:lnTo>
                <a:lnTo>
                  <a:pt x="731838" y="85554"/>
                </a:lnTo>
                <a:lnTo>
                  <a:pt x="731750" y="85833"/>
                </a:lnTo>
                <a:lnTo>
                  <a:pt x="731658" y="86124"/>
                </a:lnTo>
                <a:lnTo>
                  <a:pt x="731560" y="86429"/>
                </a:lnTo>
                <a:lnTo>
                  <a:pt x="731458" y="86746"/>
                </a:lnTo>
                <a:lnTo>
                  <a:pt x="731352" y="87076"/>
                </a:lnTo>
                <a:lnTo>
                  <a:pt x="731241" y="87419"/>
                </a:lnTo>
                <a:lnTo>
                  <a:pt x="731125" y="87775"/>
                </a:lnTo>
                <a:lnTo>
                  <a:pt x="731004" y="88143"/>
                </a:lnTo>
                <a:lnTo>
                  <a:pt x="730879" y="88525"/>
                </a:lnTo>
                <a:lnTo>
                  <a:pt x="730749" y="88919"/>
                </a:lnTo>
                <a:lnTo>
                  <a:pt x="730615" y="89326"/>
                </a:lnTo>
                <a:lnTo>
                  <a:pt x="730476" y="89746"/>
                </a:lnTo>
                <a:lnTo>
                  <a:pt x="730332" y="90179"/>
                </a:lnTo>
                <a:lnTo>
                  <a:pt x="730184" y="90624"/>
                </a:lnTo>
                <a:lnTo>
                  <a:pt x="725625" y="76398"/>
                </a:lnTo>
                <a:lnTo>
                  <a:pt x="709905" y="33797"/>
                </a:lnTo>
                <a:lnTo>
                  <a:pt x="686719" y="33797"/>
                </a:lnTo>
                <a:lnTo>
                  <a:pt x="687550" y="35859"/>
                </a:lnTo>
                <a:lnTo>
                  <a:pt x="687339" y="35737"/>
                </a:lnTo>
                <a:lnTo>
                  <a:pt x="686754" y="35411"/>
                </a:lnTo>
                <a:close/>
                <a:moveTo>
                  <a:pt x="834595" y="92703"/>
                </a:moveTo>
                <a:lnTo>
                  <a:pt x="834417" y="93173"/>
                </a:lnTo>
                <a:lnTo>
                  <a:pt x="834234" y="93631"/>
                </a:lnTo>
                <a:lnTo>
                  <a:pt x="834044" y="94076"/>
                </a:lnTo>
                <a:lnTo>
                  <a:pt x="833848" y="94510"/>
                </a:lnTo>
                <a:lnTo>
                  <a:pt x="833647" y="94932"/>
                </a:lnTo>
                <a:lnTo>
                  <a:pt x="833439" y="95342"/>
                </a:lnTo>
                <a:lnTo>
                  <a:pt x="833225" y="95740"/>
                </a:lnTo>
                <a:lnTo>
                  <a:pt x="833005" y="96126"/>
                </a:lnTo>
                <a:lnTo>
                  <a:pt x="832780" y="96500"/>
                </a:lnTo>
                <a:lnTo>
                  <a:pt x="832548" y="96862"/>
                </a:lnTo>
                <a:lnTo>
                  <a:pt x="832310" y="97212"/>
                </a:lnTo>
                <a:lnTo>
                  <a:pt x="832067" y="97550"/>
                </a:lnTo>
                <a:lnTo>
                  <a:pt x="831817" y="97875"/>
                </a:lnTo>
                <a:lnTo>
                  <a:pt x="831561" y="98189"/>
                </a:lnTo>
                <a:lnTo>
                  <a:pt x="831300" y="98491"/>
                </a:lnTo>
                <a:lnTo>
                  <a:pt x="831032" y="98781"/>
                </a:lnTo>
                <a:lnTo>
                  <a:pt x="830758" y="99059"/>
                </a:lnTo>
                <a:lnTo>
                  <a:pt x="830478" y="99325"/>
                </a:lnTo>
                <a:lnTo>
                  <a:pt x="830193" y="99578"/>
                </a:lnTo>
                <a:lnTo>
                  <a:pt x="829901" y="99820"/>
                </a:lnTo>
                <a:lnTo>
                  <a:pt x="829603" y="100051"/>
                </a:lnTo>
                <a:lnTo>
                  <a:pt x="829300" y="100272"/>
                </a:lnTo>
                <a:lnTo>
                  <a:pt x="828991" y="100483"/>
                </a:lnTo>
                <a:lnTo>
                  <a:pt x="828676" y="100685"/>
                </a:lnTo>
                <a:lnTo>
                  <a:pt x="828355" y="100876"/>
                </a:lnTo>
                <a:lnTo>
                  <a:pt x="828029" y="101058"/>
                </a:lnTo>
                <a:lnTo>
                  <a:pt x="827697" y="101230"/>
                </a:lnTo>
                <a:lnTo>
                  <a:pt x="827359" y="101392"/>
                </a:lnTo>
                <a:lnTo>
                  <a:pt x="827016" y="101544"/>
                </a:lnTo>
                <a:lnTo>
                  <a:pt x="826667" y="101687"/>
                </a:lnTo>
                <a:lnTo>
                  <a:pt x="826312" y="101820"/>
                </a:lnTo>
                <a:lnTo>
                  <a:pt x="825951" y="101942"/>
                </a:lnTo>
                <a:lnTo>
                  <a:pt x="825585" y="102055"/>
                </a:lnTo>
                <a:lnTo>
                  <a:pt x="825213" y="102158"/>
                </a:lnTo>
                <a:lnTo>
                  <a:pt x="824835" y="102252"/>
                </a:lnTo>
                <a:lnTo>
                  <a:pt x="824451" y="102335"/>
                </a:lnTo>
                <a:lnTo>
                  <a:pt x="824062" y="102409"/>
                </a:lnTo>
                <a:lnTo>
                  <a:pt x="823667" y="102473"/>
                </a:lnTo>
                <a:lnTo>
                  <a:pt x="823266" y="102527"/>
                </a:lnTo>
                <a:lnTo>
                  <a:pt x="822860" y="102571"/>
                </a:lnTo>
                <a:lnTo>
                  <a:pt x="822447" y="102605"/>
                </a:lnTo>
                <a:lnTo>
                  <a:pt x="822030" y="102630"/>
                </a:lnTo>
                <a:lnTo>
                  <a:pt x="821606" y="102645"/>
                </a:lnTo>
                <a:lnTo>
                  <a:pt x="821176" y="102650"/>
                </a:lnTo>
                <a:lnTo>
                  <a:pt x="820545" y="102640"/>
                </a:lnTo>
                <a:lnTo>
                  <a:pt x="819923" y="102612"/>
                </a:lnTo>
                <a:lnTo>
                  <a:pt x="819310" y="102564"/>
                </a:lnTo>
                <a:lnTo>
                  <a:pt x="818705" y="102498"/>
                </a:lnTo>
                <a:lnTo>
                  <a:pt x="818109" y="102413"/>
                </a:lnTo>
                <a:lnTo>
                  <a:pt x="817522" y="102308"/>
                </a:lnTo>
                <a:lnTo>
                  <a:pt x="816943" y="102185"/>
                </a:lnTo>
                <a:lnTo>
                  <a:pt x="816373" y="102043"/>
                </a:lnTo>
                <a:lnTo>
                  <a:pt x="815812" y="101882"/>
                </a:lnTo>
                <a:lnTo>
                  <a:pt x="815260" y="101701"/>
                </a:lnTo>
                <a:lnTo>
                  <a:pt x="814716" y="101502"/>
                </a:lnTo>
                <a:lnTo>
                  <a:pt x="814181" y="101284"/>
                </a:lnTo>
                <a:lnTo>
                  <a:pt x="813655" y="101047"/>
                </a:lnTo>
                <a:lnTo>
                  <a:pt x="813138" y="100791"/>
                </a:lnTo>
                <a:lnTo>
                  <a:pt x="812629" y="100516"/>
                </a:lnTo>
                <a:lnTo>
                  <a:pt x="812129" y="100222"/>
                </a:lnTo>
                <a:lnTo>
                  <a:pt x="811638" y="99909"/>
                </a:lnTo>
                <a:lnTo>
                  <a:pt x="811155" y="99577"/>
                </a:lnTo>
                <a:lnTo>
                  <a:pt x="810681" y="99226"/>
                </a:lnTo>
                <a:lnTo>
                  <a:pt x="810216" y="98856"/>
                </a:lnTo>
                <a:lnTo>
                  <a:pt x="809760" y="98467"/>
                </a:lnTo>
                <a:lnTo>
                  <a:pt x="809312" y="98060"/>
                </a:lnTo>
                <a:lnTo>
                  <a:pt x="808874" y="97633"/>
                </a:lnTo>
                <a:lnTo>
                  <a:pt x="808443" y="97187"/>
                </a:lnTo>
                <a:lnTo>
                  <a:pt x="808026" y="96724"/>
                </a:lnTo>
                <a:lnTo>
                  <a:pt x="807626" y="96246"/>
                </a:lnTo>
                <a:lnTo>
                  <a:pt x="807242" y="95753"/>
                </a:lnTo>
                <a:lnTo>
                  <a:pt x="806876" y="95245"/>
                </a:lnTo>
                <a:lnTo>
                  <a:pt x="806526" y="94722"/>
                </a:lnTo>
                <a:lnTo>
                  <a:pt x="806194" y="94183"/>
                </a:lnTo>
                <a:lnTo>
                  <a:pt x="805878" y="93629"/>
                </a:lnTo>
                <a:lnTo>
                  <a:pt x="805579" y="93061"/>
                </a:lnTo>
                <a:lnTo>
                  <a:pt x="805297" y="92477"/>
                </a:lnTo>
                <a:lnTo>
                  <a:pt x="805032" y="91878"/>
                </a:lnTo>
                <a:lnTo>
                  <a:pt x="804784" y="91263"/>
                </a:lnTo>
                <a:lnTo>
                  <a:pt x="804553" y="90634"/>
                </a:lnTo>
                <a:lnTo>
                  <a:pt x="804339" y="89989"/>
                </a:lnTo>
                <a:lnTo>
                  <a:pt x="804141" y="89330"/>
                </a:lnTo>
                <a:lnTo>
                  <a:pt x="803961" y="88655"/>
                </a:lnTo>
                <a:lnTo>
                  <a:pt x="803797" y="87965"/>
                </a:lnTo>
                <a:lnTo>
                  <a:pt x="803651" y="87260"/>
                </a:lnTo>
                <a:lnTo>
                  <a:pt x="803521" y="86539"/>
                </a:lnTo>
                <a:lnTo>
                  <a:pt x="803408" y="85804"/>
                </a:lnTo>
                <a:lnTo>
                  <a:pt x="803313" y="85053"/>
                </a:lnTo>
                <a:lnTo>
                  <a:pt x="803234" y="84288"/>
                </a:lnTo>
                <a:lnTo>
                  <a:pt x="803172" y="83507"/>
                </a:lnTo>
                <a:lnTo>
                  <a:pt x="803127" y="82711"/>
                </a:lnTo>
                <a:lnTo>
                  <a:pt x="803099" y="81900"/>
                </a:lnTo>
                <a:lnTo>
                  <a:pt x="858432" y="81900"/>
                </a:lnTo>
                <a:lnTo>
                  <a:pt x="858452" y="79807"/>
                </a:lnTo>
                <a:lnTo>
                  <a:pt x="858433" y="77759"/>
                </a:lnTo>
                <a:lnTo>
                  <a:pt x="858374" y="75757"/>
                </a:lnTo>
                <a:lnTo>
                  <a:pt x="858277" y="73801"/>
                </a:lnTo>
                <a:lnTo>
                  <a:pt x="858141" y="71890"/>
                </a:lnTo>
                <a:lnTo>
                  <a:pt x="857965" y="70024"/>
                </a:lnTo>
                <a:lnTo>
                  <a:pt x="857751" y="68204"/>
                </a:lnTo>
                <a:lnTo>
                  <a:pt x="857498" y="66429"/>
                </a:lnTo>
                <a:lnTo>
                  <a:pt x="857205" y="64699"/>
                </a:lnTo>
                <a:lnTo>
                  <a:pt x="856874" y="63016"/>
                </a:lnTo>
                <a:lnTo>
                  <a:pt x="856503" y="61377"/>
                </a:lnTo>
                <a:lnTo>
                  <a:pt x="856094" y="59784"/>
                </a:lnTo>
                <a:lnTo>
                  <a:pt x="855645" y="58236"/>
                </a:lnTo>
                <a:lnTo>
                  <a:pt x="855158" y="56734"/>
                </a:lnTo>
                <a:lnTo>
                  <a:pt x="854631" y="55277"/>
                </a:lnTo>
                <a:lnTo>
                  <a:pt x="854066" y="53866"/>
                </a:lnTo>
                <a:lnTo>
                  <a:pt x="853461" y="52500"/>
                </a:lnTo>
                <a:lnTo>
                  <a:pt x="852817" y="51180"/>
                </a:lnTo>
                <a:lnTo>
                  <a:pt x="852135" y="49905"/>
                </a:lnTo>
                <a:lnTo>
                  <a:pt x="851413" y="48675"/>
                </a:lnTo>
                <a:lnTo>
                  <a:pt x="850652" y="47491"/>
                </a:lnTo>
                <a:lnTo>
                  <a:pt x="849852" y="46353"/>
                </a:lnTo>
                <a:lnTo>
                  <a:pt x="849014" y="45259"/>
                </a:lnTo>
                <a:lnTo>
                  <a:pt x="848136" y="44212"/>
                </a:lnTo>
                <a:lnTo>
                  <a:pt x="847225" y="43208"/>
                </a:lnTo>
                <a:lnTo>
                  <a:pt x="846286" y="42247"/>
                </a:lnTo>
                <a:lnTo>
                  <a:pt x="845321" y="41329"/>
                </a:lnTo>
                <a:lnTo>
                  <a:pt x="844328" y="40453"/>
                </a:lnTo>
                <a:lnTo>
                  <a:pt x="843308" y="39620"/>
                </a:lnTo>
                <a:lnTo>
                  <a:pt x="842260" y="38830"/>
                </a:lnTo>
                <a:lnTo>
                  <a:pt x="841186" y="38083"/>
                </a:lnTo>
                <a:lnTo>
                  <a:pt x="840084" y="37378"/>
                </a:lnTo>
                <a:lnTo>
                  <a:pt x="838954" y="36716"/>
                </a:lnTo>
                <a:lnTo>
                  <a:pt x="837798" y="36097"/>
                </a:lnTo>
                <a:lnTo>
                  <a:pt x="836614" y="35520"/>
                </a:lnTo>
                <a:lnTo>
                  <a:pt x="835403" y="34986"/>
                </a:lnTo>
                <a:lnTo>
                  <a:pt x="834164" y="34495"/>
                </a:lnTo>
                <a:lnTo>
                  <a:pt x="832899" y="34047"/>
                </a:lnTo>
                <a:lnTo>
                  <a:pt x="831605" y="33641"/>
                </a:lnTo>
                <a:lnTo>
                  <a:pt x="830285" y="33278"/>
                </a:lnTo>
                <a:lnTo>
                  <a:pt x="828937" y="32957"/>
                </a:lnTo>
                <a:lnTo>
                  <a:pt x="827563" y="32680"/>
                </a:lnTo>
                <a:lnTo>
                  <a:pt x="826160" y="32445"/>
                </a:lnTo>
                <a:lnTo>
                  <a:pt x="824731" y="32253"/>
                </a:lnTo>
                <a:lnTo>
                  <a:pt x="823274" y="32103"/>
                </a:lnTo>
                <a:lnTo>
                  <a:pt x="821790" y="31996"/>
                </a:lnTo>
                <a:lnTo>
                  <a:pt x="820279" y="31932"/>
                </a:lnTo>
                <a:lnTo>
                  <a:pt x="818740" y="31911"/>
                </a:lnTo>
                <a:lnTo>
                  <a:pt x="817368" y="31931"/>
                </a:lnTo>
                <a:lnTo>
                  <a:pt x="816016" y="31993"/>
                </a:lnTo>
                <a:lnTo>
                  <a:pt x="814683" y="32095"/>
                </a:lnTo>
                <a:lnTo>
                  <a:pt x="813371" y="32237"/>
                </a:lnTo>
                <a:lnTo>
                  <a:pt x="812079" y="32421"/>
                </a:lnTo>
                <a:lnTo>
                  <a:pt x="810806" y="32645"/>
                </a:lnTo>
                <a:lnTo>
                  <a:pt x="809554" y="32911"/>
                </a:lnTo>
                <a:lnTo>
                  <a:pt x="808321" y="33217"/>
                </a:lnTo>
                <a:lnTo>
                  <a:pt x="807108" y="33563"/>
                </a:lnTo>
                <a:lnTo>
                  <a:pt x="805916" y="33951"/>
                </a:lnTo>
                <a:lnTo>
                  <a:pt x="804743" y="34379"/>
                </a:lnTo>
                <a:lnTo>
                  <a:pt x="803590" y="34849"/>
                </a:lnTo>
                <a:lnTo>
                  <a:pt x="802457" y="35359"/>
                </a:lnTo>
                <a:lnTo>
                  <a:pt x="801344" y="35909"/>
                </a:lnTo>
                <a:lnTo>
                  <a:pt x="800251" y="36501"/>
                </a:lnTo>
                <a:lnTo>
                  <a:pt x="799178" y="37133"/>
                </a:lnTo>
                <a:lnTo>
                  <a:pt x="798124" y="37807"/>
                </a:lnTo>
                <a:lnTo>
                  <a:pt x="797091" y="38521"/>
                </a:lnTo>
                <a:lnTo>
                  <a:pt x="796077" y="39275"/>
                </a:lnTo>
                <a:lnTo>
                  <a:pt x="795084" y="40071"/>
                </a:lnTo>
                <a:lnTo>
                  <a:pt x="794110" y="40907"/>
                </a:lnTo>
                <a:lnTo>
                  <a:pt x="793157" y="41785"/>
                </a:lnTo>
                <a:lnTo>
                  <a:pt x="792223" y="42703"/>
                </a:lnTo>
                <a:lnTo>
                  <a:pt x="791309" y="43661"/>
                </a:lnTo>
                <a:lnTo>
                  <a:pt x="790424" y="44656"/>
                </a:lnTo>
                <a:lnTo>
                  <a:pt x="789577" y="45682"/>
                </a:lnTo>
                <a:lnTo>
                  <a:pt x="788767" y="46740"/>
                </a:lnTo>
                <a:lnTo>
                  <a:pt x="787995" y="47828"/>
                </a:lnTo>
                <a:lnTo>
                  <a:pt x="787260" y="48948"/>
                </a:lnTo>
                <a:lnTo>
                  <a:pt x="786564" y="50099"/>
                </a:lnTo>
                <a:lnTo>
                  <a:pt x="785904" y="51282"/>
                </a:lnTo>
                <a:lnTo>
                  <a:pt x="785283" y="52495"/>
                </a:lnTo>
                <a:lnTo>
                  <a:pt x="784699" y="53740"/>
                </a:lnTo>
                <a:lnTo>
                  <a:pt x="784153" y="55016"/>
                </a:lnTo>
                <a:lnTo>
                  <a:pt x="783645" y="56323"/>
                </a:lnTo>
                <a:lnTo>
                  <a:pt x="783174" y="57662"/>
                </a:lnTo>
                <a:lnTo>
                  <a:pt x="782741" y="59032"/>
                </a:lnTo>
                <a:lnTo>
                  <a:pt x="782345" y="60433"/>
                </a:lnTo>
                <a:lnTo>
                  <a:pt x="781988" y="61865"/>
                </a:lnTo>
                <a:lnTo>
                  <a:pt x="781668" y="63329"/>
                </a:lnTo>
                <a:lnTo>
                  <a:pt x="781385" y="64823"/>
                </a:lnTo>
                <a:lnTo>
                  <a:pt x="781140" y="66349"/>
                </a:lnTo>
                <a:lnTo>
                  <a:pt x="780933" y="67907"/>
                </a:lnTo>
                <a:lnTo>
                  <a:pt x="780764" y="69495"/>
                </a:lnTo>
                <a:lnTo>
                  <a:pt x="780632" y="71115"/>
                </a:lnTo>
                <a:lnTo>
                  <a:pt x="780538" y="72766"/>
                </a:lnTo>
                <a:lnTo>
                  <a:pt x="780481" y="74448"/>
                </a:lnTo>
                <a:lnTo>
                  <a:pt x="780462" y="76162"/>
                </a:lnTo>
                <a:lnTo>
                  <a:pt x="780477" y="77599"/>
                </a:lnTo>
                <a:lnTo>
                  <a:pt x="780520" y="79016"/>
                </a:lnTo>
                <a:lnTo>
                  <a:pt x="780591" y="80411"/>
                </a:lnTo>
                <a:lnTo>
                  <a:pt x="780692" y="81786"/>
                </a:lnTo>
                <a:lnTo>
                  <a:pt x="780821" y="83140"/>
                </a:lnTo>
                <a:lnTo>
                  <a:pt x="780978" y="84474"/>
                </a:lnTo>
                <a:lnTo>
                  <a:pt x="781164" y="85786"/>
                </a:lnTo>
                <a:lnTo>
                  <a:pt x="781379" y="87078"/>
                </a:lnTo>
                <a:lnTo>
                  <a:pt x="781623" y="88350"/>
                </a:lnTo>
                <a:lnTo>
                  <a:pt x="781895" y="89600"/>
                </a:lnTo>
                <a:lnTo>
                  <a:pt x="782196" y="90830"/>
                </a:lnTo>
                <a:lnTo>
                  <a:pt x="782526" y="92039"/>
                </a:lnTo>
                <a:lnTo>
                  <a:pt x="782884" y="93227"/>
                </a:lnTo>
                <a:lnTo>
                  <a:pt x="783271" y="94395"/>
                </a:lnTo>
                <a:lnTo>
                  <a:pt x="783686" y="95541"/>
                </a:lnTo>
                <a:lnTo>
                  <a:pt x="784130" y="96667"/>
                </a:lnTo>
                <a:lnTo>
                  <a:pt x="784603" y="97773"/>
                </a:lnTo>
                <a:lnTo>
                  <a:pt x="785105" y="98857"/>
                </a:lnTo>
                <a:lnTo>
                  <a:pt x="785635" y="99921"/>
                </a:lnTo>
                <a:lnTo>
                  <a:pt x="786194" y="100964"/>
                </a:lnTo>
                <a:lnTo>
                  <a:pt x="786781" y="101987"/>
                </a:lnTo>
                <a:lnTo>
                  <a:pt x="787397" y="102988"/>
                </a:lnTo>
                <a:lnTo>
                  <a:pt x="788042" y="103969"/>
                </a:lnTo>
                <a:lnTo>
                  <a:pt x="788715" y="104929"/>
                </a:lnTo>
                <a:lnTo>
                  <a:pt x="789606" y="106090"/>
                </a:lnTo>
                <a:lnTo>
                  <a:pt x="790536" y="107201"/>
                </a:lnTo>
                <a:lnTo>
                  <a:pt x="791505" y="108263"/>
                </a:lnTo>
                <a:lnTo>
                  <a:pt x="792514" y="109276"/>
                </a:lnTo>
                <a:lnTo>
                  <a:pt x="793562" y="110239"/>
                </a:lnTo>
                <a:lnTo>
                  <a:pt x="794649" y="111153"/>
                </a:lnTo>
                <a:lnTo>
                  <a:pt x="795776" y="112018"/>
                </a:lnTo>
                <a:lnTo>
                  <a:pt x="796942" y="112833"/>
                </a:lnTo>
                <a:lnTo>
                  <a:pt x="798147" y="113598"/>
                </a:lnTo>
                <a:lnTo>
                  <a:pt x="799392" y="114314"/>
                </a:lnTo>
                <a:lnTo>
                  <a:pt x="800675" y="114981"/>
                </a:lnTo>
                <a:lnTo>
                  <a:pt x="801998" y="115599"/>
                </a:lnTo>
                <a:lnTo>
                  <a:pt x="803361" y="116167"/>
                </a:lnTo>
                <a:lnTo>
                  <a:pt x="804762" y="116686"/>
                </a:lnTo>
                <a:lnTo>
                  <a:pt x="806203" y="117155"/>
                </a:lnTo>
                <a:lnTo>
                  <a:pt x="807684" y="117575"/>
                </a:lnTo>
                <a:lnTo>
                  <a:pt x="809203" y="117945"/>
                </a:lnTo>
                <a:lnTo>
                  <a:pt x="810762" y="118266"/>
                </a:lnTo>
                <a:lnTo>
                  <a:pt x="812360" y="118538"/>
                </a:lnTo>
                <a:lnTo>
                  <a:pt x="813998" y="118760"/>
                </a:lnTo>
                <a:lnTo>
                  <a:pt x="815675" y="118933"/>
                </a:lnTo>
                <a:lnTo>
                  <a:pt x="817391" y="119057"/>
                </a:lnTo>
                <a:lnTo>
                  <a:pt x="819146" y="119131"/>
                </a:lnTo>
                <a:lnTo>
                  <a:pt x="820941" y="119155"/>
                </a:lnTo>
                <a:lnTo>
                  <a:pt x="822079" y="119144"/>
                </a:lnTo>
                <a:lnTo>
                  <a:pt x="823201" y="119112"/>
                </a:lnTo>
                <a:lnTo>
                  <a:pt x="824307" y="119057"/>
                </a:lnTo>
                <a:lnTo>
                  <a:pt x="825398" y="118980"/>
                </a:lnTo>
                <a:lnTo>
                  <a:pt x="826472" y="118882"/>
                </a:lnTo>
                <a:lnTo>
                  <a:pt x="827531" y="118761"/>
                </a:lnTo>
                <a:lnTo>
                  <a:pt x="828573" y="118619"/>
                </a:lnTo>
                <a:lnTo>
                  <a:pt x="829600" y="118455"/>
                </a:lnTo>
                <a:lnTo>
                  <a:pt x="830610" y="118268"/>
                </a:lnTo>
                <a:lnTo>
                  <a:pt x="831605" y="118060"/>
                </a:lnTo>
                <a:lnTo>
                  <a:pt x="832583" y="117830"/>
                </a:lnTo>
                <a:lnTo>
                  <a:pt x="833546" y="117579"/>
                </a:lnTo>
                <a:lnTo>
                  <a:pt x="834493" y="117305"/>
                </a:lnTo>
                <a:lnTo>
                  <a:pt x="835423" y="117009"/>
                </a:lnTo>
                <a:lnTo>
                  <a:pt x="836338" y="116692"/>
                </a:lnTo>
                <a:lnTo>
                  <a:pt x="837237" y="116352"/>
                </a:lnTo>
                <a:lnTo>
                  <a:pt x="838120" y="115991"/>
                </a:lnTo>
                <a:lnTo>
                  <a:pt x="838986" y="115607"/>
                </a:lnTo>
                <a:lnTo>
                  <a:pt x="839837" y="115202"/>
                </a:lnTo>
                <a:lnTo>
                  <a:pt x="840672" y="114775"/>
                </a:lnTo>
                <a:lnTo>
                  <a:pt x="841491" y="114326"/>
                </a:lnTo>
                <a:lnTo>
                  <a:pt x="842294" y="113855"/>
                </a:lnTo>
                <a:lnTo>
                  <a:pt x="843081" y="113363"/>
                </a:lnTo>
                <a:lnTo>
                  <a:pt x="843852" y="112848"/>
                </a:lnTo>
                <a:lnTo>
                  <a:pt x="844607" y="112312"/>
                </a:lnTo>
                <a:lnTo>
                  <a:pt x="845344" y="111757"/>
                </a:lnTo>
                <a:lnTo>
                  <a:pt x="846065" y="111181"/>
                </a:lnTo>
                <a:lnTo>
                  <a:pt x="846768" y="110585"/>
                </a:lnTo>
                <a:lnTo>
                  <a:pt x="847454" y="109970"/>
                </a:lnTo>
                <a:lnTo>
                  <a:pt x="848123" y="109334"/>
                </a:lnTo>
                <a:lnTo>
                  <a:pt x="848776" y="108679"/>
                </a:lnTo>
                <a:lnTo>
                  <a:pt x="849411" y="108003"/>
                </a:lnTo>
                <a:lnTo>
                  <a:pt x="850029" y="107308"/>
                </a:lnTo>
                <a:lnTo>
                  <a:pt x="850630" y="106592"/>
                </a:lnTo>
                <a:lnTo>
                  <a:pt x="851214" y="105857"/>
                </a:lnTo>
                <a:lnTo>
                  <a:pt x="851781" y="105101"/>
                </a:lnTo>
                <a:lnTo>
                  <a:pt x="852331" y="104325"/>
                </a:lnTo>
                <a:lnTo>
                  <a:pt x="852863" y="103530"/>
                </a:lnTo>
                <a:lnTo>
                  <a:pt x="853379" y="102714"/>
                </a:lnTo>
                <a:lnTo>
                  <a:pt x="853878" y="101879"/>
                </a:lnTo>
                <a:lnTo>
                  <a:pt x="854359" y="101024"/>
                </a:lnTo>
                <a:lnTo>
                  <a:pt x="854824" y="100148"/>
                </a:lnTo>
                <a:lnTo>
                  <a:pt x="855271" y="99253"/>
                </a:lnTo>
                <a:lnTo>
                  <a:pt x="855702" y="98337"/>
                </a:lnTo>
                <a:lnTo>
                  <a:pt x="856115" y="97402"/>
                </a:lnTo>
                <a:lnTo>
                  <a:pt x="856512" y="96446"/>
                </a:lnTo>
                <a:lnTo>
                  <a:pt x="856891" y="95471"/>
                </a:lnTo>
                <a:lnTo>
                  <a:pt x="857253" y="94475"/>
                </a:lnTo>
                <a:lnTo>
                  <a:pt x="835246" y="90703"/>
                </a:lnTo>
                <a:lnTo>
                  <a:pt x="835092" y="91221"/>
                </a:lnTo>
                <a:lnTo>
                  <a:pt x="834932" y="91727"/>
                </a:lnTo>
                <a:lnTo>
                  <a:pt x="834767" y="92221"/>
                </a:lnTo>
                <a:lnTo>
                  <a:pt x="834595" y="92703"/>
                </a:lnTo>
                <a:close/>
                <a:moveTo>
                  <a:pt x="803547" y="66189"/>
                </a:moveTo>
                <a:lnTo>
                  <a:pt x="803599" y="65484"/>
                </a:lnTo>
                <a:lnTo>
                  <a:pt x="803667" y="64793"/>
                </a:lnTo>
                <a:lnTo>
                  <a:pt x="803752" y="64114"/>
                </a:lnTo>
                <a:lnTo>
                  <a:pt x="803854" y="63449"/>
                </a:lnTo>
                <a:lnTo>
                  <a:pt x="803972" y="62797"/>
                </a:lnTo>
                <a:lnTo>
                  <a:pt x="804107" y="62157"/>
                </a:lnTo>
                <a:lnTo>
                  <a:pt x="804259" y="61531"/>
                </a:lnTo>
                <a:lnTo>
                  <a:pt x="804427" y="60918"/>
                </a:lnTo>
                <a:lnTo>
                  <a:pt x="804612" y="60318"/>
                </a:lnTo>
                <a:lnTo>
                  <a:pt x="804813" y="59730"/>
                </a:lnTo>
                <a:lnTo>
                  <a:pt x="805032" y="59156"/>
                </a:lnTo>
                <a:lnTo>
                  <a:pt x="805266" y="58595"/>
                </a:lnTo>
                <a:lnTo>
                  <a:pt x="805518" y="58047"/>
                </a:lnTo>
                <a:lnTo>
                  <a:pt x="805786" y="57512"/>
                </a:lnTo>
                <a:lnTo>
                  <a:pt x="806071" y="56990"/>
                </a:lnTo>
                <a:lnTo>
                  <a:pt x="806372" y="56481"/>
                </a:lnTo>
                <a:lnTo>
                  <a:pt x="806690" y="55985"/>
                </a:lnTo>
                <a:lnTo>
                  <a:pt x="807025" y="55503"/>
                </a:lnTo>
                <a:lnTo>
                  <a:pt x="807376" y="55033"/>
                </a:lnTo>
                <a:lnTo>
                  <a:pt x="807744" y="54576"/>
                </a:lnTo>
                <a:lnTo>
                  <a:pt x="808129" y="54132"/>
                </a:lnTo>
                <a:lnTo>
                  <a:pt x="808526" y="53704"/>
                </a:lnTo>
                <a:lnTo>
                  <a:pt x="808933" y="53295"/>
                </a:lnTo>
                <a:lnTo>
                  <a:pt x="809347" y="52903"/>
                </a:lnTo>
                <a:lnTo>
                  <a:pt x="809771" y="52530"/>
                </a:lnTo>
                <a:lnTo>
                  <a:pt x="810203" y="52175"/>
                </a:lnTo>
                <a:lnTo>
                  <a:pt x="810644" y="51838"/>
                </a:lnTo>
                <a:lnTo>
                  <a:pt x="811094" y="51519"/>
                </a:lnTo>
                <a:lnTo>
                  <a:pt x="811552" y="51219"/>
                </a:lnTo>
                <a:lnTo>
                  <a:pt x="812020" y="50937"/>
                </a:lnTo>
                <a:lnTo>
                  <a:pt x="812496" y="50673"/>
                </a:lnTo>
                <a:lnTo>
                  <a:pt x="812980" y="50427"/>
                </a:lnTo>
                <a:lnTo>
                  <a:pt x="813474" y="50199"/>
                </a:lnTo>
                <a:lnTo>
                  <a:pt x="813976" y="49990"/>
                </a:lnTo>
                <a:lnTo>
                  <a:pt x="814487" y="49799"/>
                </a:lnTo>
                <a:lnTo>
                  <a:pt x="815006" y="49626"/>
                </a:lnTo>
                <a:lnTo>
                  <a:pt x="815535" y="49471"/>
                </a:lnTo>
                <a:lnTo>
                  <a:pt x="816072" y="49334"/>
                </a:lnTo>
                <a:lnTo>
                  <a:pt x="816618" y="49216"/>
                </a:lnTo>
                <a:lnTo>
                  <a:pt x="817172" y="49116"/>
                </a:lnTo>
                <a:lnTo>
                  <a:pt x="817736" y="49034"/>
                </a:lnTo>
                <a:lnTo>
                  <a:pt x="818308" y="48970"/>
                </a:lnTo>
                <a:lnTo>
                  <a:pt x="818888" y="48925"/>
                </a:lnTo>
                <a:lnTo>
                  <a:pt x="819478" y="48897"/>
                </a:lnTo>
                <a:lnTo>
                  <a:pt x="820076" y="48888"/>
                </a:lnTo>
                <a:lnTo>
                  <a:pt x="820636" y="48897"/>
                </a:lnTo>
                <a:lnTo>
                  <a:pt x="821188" y="48923"/>
                </a:lnTo>
                <a:lnTo>
                  <a:pt x="821734" y="48966"/>
                </a:lnTo>
                <a:lnTo>
                  <a:pt x="822272" y="49026"/>
                </a:lnTo>
                <a:lnTo>
                  <a:pt x="822804" y="49104"/>
                </a:lnTo>
                <a:lnTo>
                  <a:pt x="823328" y="49199"/>
                </a:lnTo>
                <a:lnTo>
                  <a:pt x="823845" y="49311"/>
                </a:lnTo>
                <a:lnTo>
                  <a:pt x="824355" y="49441"/>
                </a:lnTo>
                <a:lnTo>
                  <a:pt x="824858" y="49587"/>
                </a:lnTo>
                <a:lnTo>
                  <a:pt x="825354" y="49751"/>
                </a:lnTo>
                <a:lnTo>
                  <a:pt x="825843" y="49933"/>
                </a:lnTo>
                <a:lnTo>
                  <a:pt x="826325" y="50131"/>
                </a:lnTo>
                <a:lnTo>
                  <a:pt x="826799" y="50347"/>
                </a:lnTo>
                <a:lnTo>
                  <a:pt x="827267" y="50580"/>
                </a:lnTo>
                <a:lnTo>
                  <a:pt x="827727" y="50830"/>
                </a:lnTo>
                <a:lnTo>
                  <a:pt x="828180" y="51098"/>
                </a:lnTo>
                <a:lnTo>
                  <a:pt x="828627" y="51383"/>
                </a:lnTo>
                <a:lnTo>
                  <a:pt x="829066" y="51685"/>
                </a:lnTo>
                <a:lnTo>
                  <a:pt x="829498" y="52004"/>
                </a:lnTo>
                <a:lnTo>
                  <a:pt x="829923" y="52341"/>
                </a:lnTo>
                <a:lnTo>
                  <a:pt x="830341" y="52694"/>
                </a:lnTo>
                <a:lnTo>
                  <a:pt x="830751" y="53066"/>
                </a:lnTo>
                <a:lnTo>
                  <a:pt x="831155" y="53454"/>
                </a:lnTo>
                <a:lnTo>
                  <a:pt x="831551" y="53860"/>
                </a:lnTo>
                <a:lnTo>
                  <a:pt x="831937" y="54282"/>
                </a:lnTo>
                <a:lnTo>
                  <a:pt x="832306" y="54720"/>
                </a:lnTo>
                <a:lnTo>
                  <a:pt x="832660" y="55174"/>
                </a:lnTo>
                <a:lnTo>
                  <a:pt x="832999" y="55644"/>
                </a:lnTo>
                <a:lnTo>
                  <a:pt x="833322" y="56130"/>
                </a:lnTo>
                <a:lnTo>
                  <a:pt x="833629" y="56631"/>
                </a:lnTo>
                <a:lnTo>
                  <a:pt x="833921" y="57149"/>
                </a:lnTo>
                <a:lnTo>
                  <a:pt x="834198" y="57683"/>
                </a:lnTo>
                <a:lnTo>
                  <a:pt x="834458" y="58232"/>
                </a:lnTo>
                <a:lnTo>
                  <a:pt x="834704" y="58797"/>
                </a:lnTo>
                <a:lnTo>
                  <a:pt x="834933" y="59379"/>
                </a:lnTo>
                <a:lnTo>
                  <a:pt x="835147" y="59976"/>
                </a:lnTo>
                <a:lnTo>
                  <a:pt x="835346" y="60589"/>
                </a:lnTo>
                <a:lnTo>
                  <a:pt x="835529" y="61217"/>
                </a:lnTo>
                <a:lnTo>
                  <a:pt x="835696" y="61862"/>
                </a:lnTo>
                <a:lnTo>
                  <a:pt x="835848" y="62523"/>
                </a:lnTo>
                <a:lnTo>
                  <a:pt x="835984" y="63200"/>
                </a:lnTo>
                <a:lnTo>
                  <a:pt x="836105" y="63892"/>
                </a:lnTo>
                <a:lnTo>
                  <a:pt x="836210" y="64600"/>
                </a:lnTo>
                <a:lnTo>
                  <a:pt x="836300" y="65325"/>
                </a:lnTo>
                <a:lnTo>
                  <a:pt x="836374" y="66065"/>
                </a:lnTo>
                <a:lnTo>
                  <a:pt x="836433" y="66821"/>
                </a:lnTo>
                <a:lnTo>
                  <a:pt x="836476" y="67593"/>
                </a:lnTo>
                <a:lnTo>
                  <a:pt x="836503" y="68381"/>
                </a:lnTo>
                <a:lnTo>
                  <a:pt x="803492" y="68381"/>
                </a:lnTo>
                <a:lnTo>
                  <a:pt x="803494" y="67637"/>
                </a:lnTo>
                <a:lnTo>
                  <a:pt x="803512" y="66906"/>
                </a:lnTo>
                <a:lnTo>
                  <a:pt x="803547" y="66189"/>
                </a:lnTo>
                <a:close/>
                <a:moveTo>
                  <a:pt x="589805" y="68928"/>
                </a:moveTo>
                <a:lnTo>
                  <a:pt x="589803" y="70395"/>
                </a:lnTo>
                <a:lnTo>
                  <a:pt x="589794" y="71816"/>
                </a:lnTo>
                <a:lnTo>
                  <a:pt x="589780" y="73190"/>
                </a:lnTo>
                <a:lnTo>
                  <a:pt x="589760" y="74519"/>
                </a:lnTo>
                <a:lnTo>
                  <a:pt x="589734" y="75801"/>
                </a:lnTo>
                <a:lnTo>
                  <a:pt x="589702" y="77037"/>
                </a:lnTo>
                <a:lnTo>
                  <a:pt x="589665" y="78227"/>
                </a:lnTo>
                <a:lnTo>
                  <a:pt x="589622" y="79371"/>
                </a:lnTo>
                <a:lnTo>
                  <a:pt x="589573" y="80469"/>
                </a:lnTo>
                <a:lnTo>
                  <a:pt x="589519" y="81520"/>
                </a:lnTo>
                <a:lnTo>
                  <a:pt x="589459" y="82525"/>
                </a:lnTo>
                <a:lnTo>
                  <a:pt x="589393" y="83485"/>
                </a:lnTo>
                <a:lnTo>
                  <a:pt x="589321" y="84398"/>
                </a:lnTo>
                <a:lnTo>
                  <a:pt x="589244" y="85264"/>
                </a:lnTo>
                <a:lnTo>
                  <a:pt x="589161" y="86085"/>
                </a:lnTo>
                <a:lnTo>
                  <a:pt x="589072" y="86860"/>
                </a:lnTo>
                <a:lnTo>
                  <a:pt x="588977" y="87588"/>
                </a:lnTo>
                <a:lnTo>
                  <a:pt x="588877" y="88271"/>
                </a:lnTo>
                <a:lnTo>
                  <a:pt x="588771" y="88907"/>
                </a:lnTo>
                <a:lnTo>
                  <a:pt x="588659" y="89497"/>
                </a:lnTo>
                <a:lnTo>
                  <a:pt x="588542" y="90041"/>
                </a:lnTo>
                <a:lnTo>
                  <a:pt x="588418" y="90538"/>
                </a:lnTo>
                <a:lnTo>
                  <a:pt x="588290" y="90990"/>
                </a:lnTo>
                <a:lnTo>
                  <a:pt x="588155" y="91395"/>
                </a:lnTo>
                <a:lnTo>
                  <a:pt x="588012" y="91775"/>
                </a:lnTo>
                <a:lnTo>
                  <a:pt x="587860" y="92150"/>
                </a:lnTo>
                <a:lnTo>
                  <a:pt x="587698" y="92519"/>
                </a:lnTo>
                <a:lnTo>
                  <a:pt x="587526" y="92883"/>
                </a:lnTo>
                <a:lnTo>
                  <a:pt x="587344" y="93242"/>
                </a:lnTo>
                <a:lnTo>
                  <a:pt x="587153" y="93596"/>
                </a:lnTo>
                <a:lnTo>
                  <a:pt x="586951" y="93945"/>
                </a:lnTo>
                <a:lnTo>
                  <a:pt x="586740" y="94289"/>
                </a:lnTo>
                <a:lnTo>
                  <a:pt x="586519" y="94627"/>
                </a:lnTo>
                <a:lnTo>
                  <a:pt x="586288" y="94960"/>
                </a:lnTo>
                <a:lnTo>
                  <a:pt x="586047" y="95288"/>
                </a:lnTo>
                <a:lnTo>
                  <a:pt x="585797" y="95611"/>
                </a:lnTo>
                <a:lnTo>
                  <a:pt x="585537" y="95928"/>
                </a:lnTo>
                <a:lnTo>
                  <a:pt x="585266" y="96241"/>
                </a:lnTo>
                <a:lnTo>
                  <a:pt x="584986" y="96548"/>
                </a:lnTo>
                <a:lnTo>
                  <a:pt x="584697" y="96850"/>
                </a:lnTo>
                <a:lnTo>
                  <a:pt x="584397" y="97147"/>
                </a:lnTo>
                <a:lnTo>
                  <a:pt x="584087" y="97439"/>
                </a:lnTo>
                <a:lnTo>
                  <a:pt x="583768" y="97726"/>
                </a:lnTo>
                <a:lnTo>
                  <a:pt x="583439" y="98007"/>
                </a:lnTo>
                <a:lnTo>
                  <a:pt x="583100" y="98283"/>
                </a:lnTo>
                <a:lnTo>
                  <a:pt x="582751" y="98554"/>
                </a:lnTo>
                <a:lnTo>
                  <a:pt x="582393" y="98820"/>
                </a:lnTo>
                <a:lnTo>
                  <a:pt x="582024" y="99081"/>
                </a:lnTo>
                <a:lnTo>
                  <a:pt x="581649" y="99334"/>
                </a:lnTo>
                <a:lnTo>
                  <a:pt x="581269" y="99576"/>
                </a:lnTo>
                <a:lnTo>
                  <a:pt x="580886" y="99807"/>
                </a:lnTo>
                <a:lnTo>
                  <a:pt x="580498" y="100027"/>
                </a:lnTo>
                <a:lnTo>
                  <a:pt x="580106" y="100237"/>
                </a:lnTo>
                <a:lnTo>
                  <a:pt x="579710" y="100436"/>
                </a:lnTo>
                <a:lnTo>
                  <a:pt x="579310" y="100624"/>
                </a:lnTo>
                <a:lnTo>
                  <a:pt x="578906" y="100802"/>
                </a:lnTo>
                <a:lnTo>
                  <a:pt x="578498" y="100968"/>
                </a:lnTo>
                <a:lnTo>
                  <a:pt x="578086" y="101124"/>
                </a:lnTo>
                <a:lnTo>
                  <a:pt x="577670" y="101269"/>
                </a:lnTo>
                <a:lnTo>
                  <a:pt x="577249" y="101404"/>
                </a:lnTo>
                <a:lnTo>
                  <a:pt x="576825" y="101527"/>
                </a:lnTo>
                <a:lnTo>
                  <a:pt x="576396" y="101640"/>
                </a:lnTo>
                <a:lnTo>
                  <a:pt x="575963" y="101743"/>
                </a:lnTo>
                <a:lnTo>
                  <a:pt x="575527" y="101834"/>
                </a:lnTo>
                <a:lnTo>
                  <a:pt x="575086" y="101915"/>
                </a:lnTo>
                <a:lnTo>
                  <a:pt x="574641" y="101985"/>
                </a:lnTo>
                <a:lnTo>
                  <a:pt x="574192" y="102044"/>
                </a:lnTo>
                <a:lnTo>
                  <a:pt x="573739" y="102092"/>
                </a:lnTo>
                <a:lnTo>
                  <a:pt x="573281" y="102130"/>
                </a:lnTo>
                <a:lnTo>
                  <a:pt x="572820" y="102157"/>
                </a:lnTo>
                <a:lnTo>
                  <a:pt x="572354" y="102173"/>
                </a:lnTo>
                <a:lnTo>
                  <a:pt x="571885" y="102178"/>
                </a:lnTo>
                <a:lnTo>
                  <a:pt x="571475" y="102174"/>
                </a:lnTo>
                <a:lnTo>
                  <a:pt x="571072" y="102162"/>
                </a:lnTo>
                <a:lnTo>
                  <a:pt x="570674" y="102142"/>
                </a:lnTo>
                <a:lnTo>
                  <a:pt x="570282" y="102114"/>
                </a:lnTo>
                <a:lnTo>
                  <a:pt x="569897" y="102078"/>
                </a:lnTo>
                <a:lnTo>
                  <a:pt x="569517" y="102034"/>
                </a:lnTo>
                <a:lnTo>
                  <a:pt x="569144" y="101981"/>
                </a:lnTo>
                <a:lnTo>
                  <a:pt x="568776" y="101921"/>
                </a:lnTo>
                <a:lnTo>
                  <a:pt x="568414" y="101853"/>
                </a:lnTo>
                <a:lnTo>
                  <a:pt x="568059" y="101776"/>
                </a:lnTo>
                <a:lnTo>
                  <a:pt x="567709" y="101692"/>
                </a:lnTo>
                <a:lnTo>
                  <a:pt x="567366" y="101600"/>
                </a:lnTo>
                <a:lnTo>
                  <a:pt x="567028" y="101499"/>
                </a:lnTo>
                <a:lnTo>
                  <a:pt x="566696" y="101391"/>
                </a:lnTo>
                <a:lnTo>
                  <a:pt x="566371" y="101274"/>
                </a:lnTo>
                <a:lnTo>
                  <a:pt x="566051" y="101150"/>
                </a:lnTo>
                <a:lnTo>
                  <a:pt x="565738" y="101017"/>
                </a:lnTo>
                <a:lnTo>
                  <a:pt x="565430" y="100877"/>
                </a:lnTo>
                <a:lnTo>
                  <a:pt x="565128" y="100728"/>
                </a:lnTo>
                <a:lnTo>
                  <a:pt x="564833" y="100571"/>
                </a:lnTo>
                <a:lnTo>
                  <a:pt x="564543" y="100407"/>
                </a:lnTo>
                <a:lnTo>
                  <a:pt x="564260" y="100234"/>
                </a:lnTo>
                <a:lnTo>
                  <a:pt x="563982" y="100053"/>
                </a:lnTo>
                <a:lnTo>
                  <a:pt x="563711" y="99864"/>
                </a:lnTo>
                <a:lnTo>
                  <a:pt x="563446" y="99669"/>
                </a:lnTo>
                <a:lnTo>
                  <a:pt x="563188" y="99467"/>
                </a:lnTo>
                <a:lnTo>
                  <a:pt x="562936" y="99260"/>
                </a:lnTo>
                <a:lnTo>
                  <a:pt x="562692" y="99047"/>
                </a:lnTo>
                <a:lnTo>
                  <a:pt x="562455" y="98829"/>
                </a:lnTo>
                <a:lnTo>
                  <a:pt x="562225" y="98605"/>
                </a:lnTo>
                <a:lnTo>
                  <a:pt x="562001" y="98375"/>
                </a:lnTo>
                <a:lnTo>
                  <a:pt x="561785" y="98139"/>
                </a:lnTo>
                <a:lnTo>
                  <a:pt x="561576" y="97898"/>
                </a:lnTo>
                <a:lnTo>
                  <a:pt x="561373" y="97651"/>
                </a:lnTo>
                <a:lnTo>
                  <a:pt x="561178" y="97398"/>
                </a:lnTo>
                <a:lnTo>
                  <a:pt x="560989" y="97139"/>
                </a:lnTo>
                <a:lnTo>
                  <a:pt x="560808" y="96875"/>
                </a:lnTo>
                <a:lnTo>
                  <a:pt x="560633" y="96605"/>
                </a:lnTo>
                <a:lnTo>
                  <a:pt x="560465" y="96329"/>
                </a:lnTo>
                <a:lnTo>
                  <a:pt x="560305" y="96048"/>
                </a:lnTo>
                <a:lnTo>
                  <a:pt x="560151" y="95761"/>
                </a:lnTo>
                <a:lnTo>
                  <a:pt x="560004" y="95468"/>
                </a:lnTo>
                <a:lnTo>
                  <a:pt x="559864" y="95170"/>
                </a:lnTo>
                <a:lnTo>
                  <a:pt x="559732" y="94865"/>
                </a:lnTo>
                <a:lnTo>
                  <a:pt x="559606" y="94555"/>
                </a:lnTo>
                <a:lnTo>
                  <a:pt x="559487" y="94240"/>
                </a:lnTo>
                <a:lnTo>
                  <a:pt x="559375" y="93918"/>
                </a:lnTo>
                <a:lnTo>
                  <a:pt x="559270" y="93591"/>
                </a:lnTo>
                <a:lnTo>
                  <a:pt x="559170" y="93238"/>
                </a:lnTo>
                <a:lnTo>
                  <a:pt x="559075" y="92837"/>
                </a:lnTo>
                <a:lnTo>
                  <a:pt x="558984" y="92389"/>
                </a:lnTo>
                <a:lnTo>
                  <a:pt x="558898" y="91893"/>
                </a:lnTo>
                <a:lnTo>
                  <a:pt x="558815" y="91351"/>
                </a:lnTo>
                <a:lnTo>
                  <a:pt x="558737" y="90761"/>
                </a:lnTo>
                <a:lnTo>
                  <a:pt x="558663" y="90124"/>
                </a:lnTo>
                <a:lnTo>
                  <a:pt x="558593" y="89440"/>
                </a:lnTo>
                <a:lnTo>
                  <a:pt x="558527" y="88708"/>
                </a:lnTo>
                <a:lnTo>
                  <a:pt x="558466" y="87929"/>
                </a:lnTo>
                <a:lnTo>
                  <a:pt x="558409" y="87103"/>
                </a:lnTo>
                <a:lnTo>
                  <a:pt x="558356" y="86230"/>
                </a:lnTo>
                <a:lnTo>
                  <a:pt x="558308" y="85309"/>
                </a:lnTo>
                <a:lnTo>
                  <a:pt x="558263" y="84342"/>
                </a:lnTo>
                <a:lnTo>
                  <a:pt x="558223" y="83327"/>
                </a:lnTo>
                <a:lnTo>
                  <a:pt x="558187" y="82264"/>
                </a:lnTo>
                <a:lnTo>
                  <a:pt x="558155" y="81155"/>
                </a:lnTo>
                <a:lnTo>
                  <a:pt x="558128" y="79998"/>
                </a:lnTo>
                <a:lnTo>
                  <a:pt x="558104" y="78794"/>
                </a:lnTo>
                <a:lnTo>
                  <a:pt x="558085" y="77543"/>
                </a:lnTo>
                <a:lnTo>
                  <a:pt x="558071" y="76244"/>
                </a:lnTo>
                <a:lnTo>
                  <a:pt x="558060" y="74898"/>
                </a:lnTo>
                <a:lnTo>
                  <a:pt x="558054" y="73505"/>
                </a:lnTo>
                <a:lnTo>
                  <a:pt x="558052" y="72065"/>
                </a:lnTo>
                <a:lnTo>
                  <a:pt x="558052" y="33797"/>
                </a:lnTo>
                <a:lnTo>
                  <a:pt x="535965" y="33797"/>
                </a:lnTo>
                <a:lnTo>
                  <a:pt x="535965" y="86616"/>
                </a:lnTo>
                <a:lnTo>
                  <a:pt x="535971" y="87589"/>
                </a:lnTo>
                <a:lnTo>
                  <a:pt x="535986" y="88545"/>
                </a:lnTo>
                <a:lnTo>
                  <a:pt x="536012" y="89483"/>
                </a:lnTo>
                <a:lnTo>
                  <a:pt x="536048" y="90404"/>
                </a:lnTo>
                <a:lnTo>
                  <a:pt x="536095" y="91306"/>
                </a:lnTo>
                <a:lnTo>
                  <a:pt x="536152" y="92191"/>
                </a:lnTo>
                <a:lnTo>
                  <a:pt x="536219" y="93058"/>
                </a:lnTo>
                <a:lnTo>
                  <a:pt x="536297" y="93908"/>
                </a:lnTo>
                <a:lnTo>
                  <a:pt x="536385" y="94739"/>
                </a:lnTo>
                <a:lnTo>
                  <a:pt x="536484" y="95553"/>
                </a:lnTo>
                <a:lnTo>
                  <a:pt x="536593" y="96350"/>
                </a:lnTo>
                <a:lnTo>
                  <a:pt x="536712" y="97128"/>
                </a:lnTo>
                <a:lnTo>
                  <a:pt x="536842" y="97889"/>
                </a:lnTo>
                <a:lnTo>
                  <a:pt x="536982" y="98632"/>
                </a:lnTo>
                <a:lnTo>
                  <a:pt x="537132" y="99357"/>
                </a:lnTo>
                <a:lnTo>
                  <a:pt x="537293" y="100065"/>
                </a:lnTo>
                <a:lnTo>
                  <a:pt x="537464" y="100754"/>
                </a:lnTo>
                <a:lnTo>
                  <a:pt x="537645" y="101427"/>
                </a:lnTo>
                <a:lnTo>
                  <a:pt x="537837" y="102081"/>
                </a:lnTo>
                <a:lnTo>
                  <a:pt x="538040" y="102717"/>
                </a:lnTo>
                <a:lnTo>
                  <a:pt x="538252" y="103336"/>
                </a:lnTo>
                <a:lnTo>
                  <a:pt x="538475" y="103937"/>
                </a:lnTo>
                <a:lnTo>
                  <a:pt x="538708" y="104521"/>
                </a:lnTo>
                <a:lnTo>
                  <a:pt x="538952" y="105086"/>
                </a:lnTo>
                <a:lnTo>
                  <a:pt x="539207" y="105638"/>
                </a:lnTo>
                <a:lnTo>
                  <a:pt x="539476" y="106179"/>
                </a:lnTo>
                <a:lnTo>
                  <a:pt x="539757" y="106710"/>
                </a:lnTo>
                <a:lnTo>
                  <a:pt x="540050" y="107230"/>
                </a:lnTo>
                <a:lnTo>
                  <a:pt x="540357" y="107740"/>
                </a:lnTo>
                <a:lnTo>
                  <a:pt x="540676" y="108240"/>
                </a:lnTo>
                <a:lnTo>
                  <a:pt x="541009" y="108729"/>
                </a:lnTo>
                <a:lnTo>
                  <a:pt x="541354" y="109208"/>
                </a:lnTo>
                <a:lnTo>
                  <a:pt x="541712" y="109677"/>
                </a:lnTo>
                <a:lnTo>
                  <a:pt x="542082" y="110135"/>
                </a:lnTo>
                <a:lnTo>
                  <a:pt x="542466" y="110583"/>
                </a:lnTo>
                <a:lnTo>
                  <a:pt x="542862" y="111020"/>
                </a:lnTo>
                <a:lnTo>
                  <a:pt x="543272" y="111448"/>
                </a:lnTo>
                <a:lnTo>
                  <a:pt x="543694" y="111864"/>
                </a:lnTo>
                <a:lnTo>
                  <a:pt x="544129" y="112271"/>
                </a:lnTo>
                <a:lnTo>
                  <a:pt x="544576" y="112667"/>
                </a:lnTo>
                <a:lnTo>
                  <a:pt x="545037" y="113052"/>
                </a:lnTo>
                <a:lnTo>
                  <a:pt x="545510" y="113428"/>
                </a:lnTo>
                <a:lnTo>
                  <a:pt x="545996" y="113792"/>
                </a:lnTo>
                <a:lnTo>
                  <a:pt x="546495" y="114147"/>
                </a:lnTo>
                <a:lnTo>
                  <a:pt x="547007" y="114491"/>
                </a:lnTo>
                <a:lnTo>
                  <a:pt x="547532" y="114825"/>
                </a:lnTo>
                <a:lnTo>
                  <a:pt x="548069" y="115148"/>
                </a:lnTo>
                <a:lnTo>
                  <a:pt x="548620" y="115461"/>
                </a:lnTo>
                <a:lnTo>
                  <a:pt x="549180" y="115763"/>
                </a:lnTo>
                <a:lnTo>
                  <a:pt x="549745" y="116051"/>
                </a:lnTo>
                <a:lnTo>
                  <a:pt x="550317" y="116327"/>
                </a:lnTo>
                <a:lnTo>
                  <a:pt x="550895" y="116590"/>
                </a:lnTo>
                <a:lnTo>
                  <a:pt x="551479" y="116840"/>
                </a:lnTo>
                <a:lnTo>
                  <a:pt x="552068" y="117077"/>
                </a:lnTo>
                <a:lnTo>
                  <a:pt x="552664" y="117302"/>
                </a:lnTo>
                <a:lnTo>
                  <a:pt x="553266" y="117514"/>
                </a:lnTo>
                <a:lnTo>
                  <a:pt x="553874" y="117712"/>
                </a:lnTo>
                <a:lnTo>
                  <a:pt x="554487" y="117898"/>
                </a:lnTo>
                <a:lnTo>
                  <a:pt x="555107" y="118072"/>
                </a:lnTo>
                <a:lnTo>
                  <a:pt x="555733" y="118232"/>
                </a:lnTo>
                <a:lnTo>
                  <a:pt x="556365" y="118379"/>
                </a:lnTo>
                <a:lnTo>
                  <a:pt x="557003" y="118514"/>
                </a:lnTo>
                <a:lnTo>
                  <a:pt x="557646" y="118636"/>
                </a:lnTo>
                <a:lnTo>
                  <a:pt x="558296" y="118745"/>
                </a:lnTo>
                <a:lnTo>
                  <a:pt x="558952" y="118841"/>
                </a:lnTo>
                <a:lnTo>
                  <a:pt x="559614" y="118925"/>
                </a:lnTo>
                <a:lnTo>
                  <a:pt x="560282" y="118995"/>
                </a:lnTo>
                <a:lnTo>
                  <a:pt x="560955" y="119053"/>
                </a:lnTo>
                <a:lnTo>
                  <a:pt x="561635" y="119098"/>
                </a:lnTo>
                <a:lnTo>
                  <a:pt x="562321" y="119130"/>
                </a:lnTo>
                <a:lnTo>
                  <a:pt x="563013" y="119149"/>
                </a:lnTo>
                <a:lnTo>
                  <a:pt x="563711" y="119155"/>
                </a:lnTo>
                <a:lnTo>
                  <a:pt x="564397" y="119149"/>
                </a:lnTo>
                <a:lnTo>
                  <a:pt x="565080" y="119129"/>
                </a:lnTo>
                <a:lnTo>
                  <a:pt x="565761" y="119095"/>
                </a:lnTo>
                <a:lnTo>
                  <a:pt x="566439" y="119048"/>
                </a:lnTo>
                <a:lnTo>
                  <a:pt x="567114" y="118988"/>
                </a:lnTo>
                <a:lnTo>
                  <a:pt x="567786" y="118915"/>
                </a:lnTo>
                <a:lnTo>
                  <a:pt x="568455" y="118828"/>
                </a:lnTo>
                <a:lnTo>
                  <a:pt x="569121" y="118727"/>
                </a:lnTo>
                <a:lnTo>
                  <a:pt x="569784" y="118614"/>
                </a:lnTo>
                <a:lnTo>
                  <a:pt x="570445" y="118487"/>
                </a:lnTo>
                <a:lnTo>
                  <a:pt x="571102" y="118346"/>
                </a:lnTo>
                <a:lnTo>
                  <a:pt x="571757" y="118193"/>
                </a:lnTo>
                <a:lnTo>
                  <a:pt x="572409" y="118025"/>
                </a:lnTo>
                <a:lnTo>
                  <a:pt x="573058" y="117845"/>
                </a:lnTo>
                <a:lnTo>
                  <a:pt x="573704" y="117651"/>
                </a:lnTo>
                <a:lnTo>
                  <a:pt x="574348" y="117444"/>
                </a:lnTo>
                <a:lnTo>
                  <a:pt x="574988" y="117223"/>
                </a:lnTo>
                <a:lnTo>
                  <a:pt x="575626" y="116989"/>
                </a:lnTo>
                <a:lnTo>
                  <a:pt x="576260" y="116742"/>
                </a:lnTo>
                <a:lnTo>
                  <a:pt x="576892" y="116481"/>
                </a:lnTo>
                <a:lnTo>
                  <a:pt x="577521" y="116207"/>
                </a:lnTo>
                <a:lnTo>
                  <a:pt x="578147" y="115919"/>
                </a:lnTo>
                <a:lnTo>
                  <a:pt x="578771" y="115618"/>
                </a:lnTo>
                <a:lnTo>
                  <a:pt x="579391" y="115304"/>
                </a:lnTo>
                <a:lnTo>
                  <a:pt x="580005" y="114978"/>
                </a:lnTo>
                <a:lnTo>
                  <a:pt x="580609" y="114643"/>
                </a:lnTo>
                <a:lnTo>
                  <a:pt x="581203" y="114297"/>
                </a:lnTo>
                <a:lnTo>
                  <a:pt x="581787" y="113942"/>
                </a:lnTo>
                <a:lnTo>
                  <a:pt x="582361" y="113577"/>
                </a:lnTo>
                <a:lnTo>
                  <a:pt x="582926" y="113202"/>
                </a:lnTo>
                <a:lnTo>
                  <a:pt x="583480" y="112817"/>
                </a:lnTo>
                <a:lnTo>
                  <a:pt x="584024" y="112422"/>
                </a:lnTo>
                <a:lnTo>
                  <a:pt x="584558" y="112018"/>
                </a:lnTo>
                <a:lnTo>
                  <a:pt x="585083" y="111603"/>
                </a:lnTo>
                <a:lnTo>
                  <a:pt x="585597" y="111179"/>
                </a:lnTo>
                <a:lnTo>
                  <a:pt x="586101" y="110745"/>
                </a:lnTo>
                <a:lnTo>
                  <a:pt x="586596" y="110302"/>
                </a:lnTo>
                <a:lnTo>
                  <a:pt x="587080" y="109848"/>
                </a:lnTo>
                <a:lnTo>
                  <a:pt x="587555" y="109385"/>
                </a:lnTo>
                <a:lnTo>
                  <a:pt x="588019" y="108911"/>
                </a:lnTo>
                <a:lnTo>
                  <a:pt x="588474" y="108428"/>
                </a:lnTo>
                <a:lnTo>
                  <a:pt x="588919" y="107935"/>
                </a:lnTo>
                <a:lnTo>
                  <a:pt x="589353" y="107433"/>
                </a:lnTo>
                <a:lnTo>
                  <a:pt x="589778" y="106920"/>
                </a:lnTo>
                <a:lnTo>
                  <a:pt x="590193" y="106398"/>
                </a:lnTo>
                <a:lnTo>
                  <a:pt x="590598" y="105866"/>
                </a:lnTo>
                <a:lnTo>
                  <a:pt x="590993" y="105324"/>
                </a:lnTo>
                <a:lnTo>
                  <a:pt x="591377" y="104772"/>
                </a:lnTo>
                <a:lnTo>
                  <a:pt x="591377" y="117269"/>
                </a:lnTo>
                <a:lnTo>
                  <a:pt x="611892" y="117269"/>
                </a:lnTo>
                <a:lnTo>
                  <a:pt x="611892" y="33797"/>
                </a:lnTo>
                <a:lnTo>
                  <a:pt x="589805" y="33797"/>
                </a:lnTo>
                <a:lnTo>
                  <a:pt x="589805" y="68928"/>
                </a:lnTo>
                <a:close/>
                <a:moveTo>
                  <a:pt x="897189" y="119294"/>
                </a:moveTo>
                <a:lnTo>
                  <a:pt x="897004" y="119846"/>
                </a:lnTo>
                <a:lnTo>
                  <a:pt x="896813" y="120391"/>
                </a:lnTo>
                <a:lnTo>
                  <a:pt x="896616" y="120926"/>
                </a:lnTo>
                <a:lnTo>
                  <a:pt x="896414" y="121453"/>
                </a:lnTo>
                <a:lnTo>
                  <a:pt x="896205" y="121972"/>
                </a:lnTo>
                <a:lnTo>
                  <a:pt x="895990" y="122482"/>
                </a:lnTo>
                <a:lnTo>
                  <a:pt x="895769" y="122983"/>
                </a:lnTo>
                <a:lnTo>
                  <a:pt x="895542" y="123476"/>
                </a:lnTo>
                <a:lnTo>
                  <a:pt x="895310" y="123960"/>
                </a:lnTo>
                <a:lnTo>
                  <a:pt x="895071" y="124435"/>
                </a:lnTo>
                <a:lnTo>
                  <a:pt x="894826" y="124902"/>
                </a:lnTo>
                <a:lnTo>
                  <a:pt x="894575" y="125360"/>
                </a:lnTo>
                <a:lnTo>
                  <a:pt x="894318" y="125810"/>
                </a:lnTo>
                <a:lnTo>
                  <a:pt x="894056" y="126251"/>
                </a:lnTo>
                <a:lnTo>
                  <a:pt x="893787" y="126684"/>
                </a:lnTo>
                <a:lnTo>
                  <a:pt x="893512" y="127108"/>
                </a:lnTo>
                <a:lnTo>
                  <a:pt x="893231" y="127523"/>
                </a:lnTo>
                <a:lnTo>
                  <a:pt x="892944" y="127930"/>
                </a:lnTo>
                <a:lnTo>
                  <a:pt x="892651" y="128328"/>
                </a:lnTo>
                <a:lnTo>
                  <a:pt x="892353" y="128717"/>
                </a:lnTo>
                <a:lnTo>
                  <a:pt x="892048" y="129098"/>
                </a:lnTo>
                <a:lnTo>
                  <a:pt x="891733" y="129467"/>
                </a:lnTo>
                <a:lnTo>
                  <a:pt x="891404" y="129820"/>
                </a:lnTo>
                <a:lnTo>
                  <a:pt x="891062" y="130157"/>
                </a:lnTo>
                <a:lnTo>
                  <a:pt x="890705" y="130479"/>
                </a:lnTo>
                <a:lnTo>
                  <a:pt x="890335" y="130785"/>
                </a:lnTo>
                <a:lnTo>
                  <a:pt x="889950" y="131075"/>
                </a:lnTo>
                <a:lnTo>
                  <a:pt x="889552" y="131350"/>
                </a:lnTo>
                <a:lnTo>
                  <a:pt x="889140" y="131609"/>
                </a:lnTo>
                <a:lnTo>
                  <a:pt x="888713" y="131852"/>
                </a:lnTo>
                <a:lnTo>
                  <a:pt x="888273" y="132080"/>
                </a:lnTo>
                <a:lnTo>
                  <a:pt x="887819" y="132292"/>
                </a:lnTo>
                <a:lnTo>
                  <a:pt x="887351" y="132488"/>
                </a:lnTo>
                <a:lnTo>
                  <a:pt x="886870" y="132668"/>
                </a:lnTo>
                <a:lnTo>
                  <a:pt x="886374" y="132833"/>
                </a:lnTo>
                <a:lnTo>
                  <a:pt x="885864" y="132982"/>
                </a:lnTo>
                <a:lnTo>
                  <a:pt x="885341" y="133115"/>
                </a:lnTo>
                <a:lnTo>
                  <a:pt x="884803" y="133233"/>
                </a:lnTo>
                <a:lnTo>
                  <a:pt x="884252" y="133335"/>
                </a:lnTo>
                <a:lnTo>
                  <a:pt x="883686" y="133421"/>
                </a:lnTo>
                <a:lnTo>
                  <a:pt x="883107" y="133492"/>
                </a:lnTo>
                <a:lnTo>
                  <a:pt x="882514" y="133547"/>
                </a:lnTo>
                <a:lnTo>
                  <a:pt x="881907" y="133586"/>
                </a:lnTo>
                <a:lnTo>
                  <a:pt x="881286" y="133610"/>
                </a:lnTo>
                <a:lnTo>
                  <a:pt x="880651" y="133618"/>
                </a:lnTo>
                <a:lnTo>
                  <a:pt x="880302" y="133616"/>
                </a:lnTo>
                <a:lnTo>
                  <a:pt x="879950" y="133610"/>
                </a:lnTo>
                <a:lnTo>
                  <a:pt x="879594" y="133602"/>
                </a:lnTo>
                <a:lnTo>
                  <a:pt x="879234" y="133589"/>
                </a:lnTo>
                <a:lnTo>
                  <a:pt x="878871" y="133573"/>
                </a:lnTo>
                <a:lnTo>
                  <a:pt x="878504" y="133554"/>
                </a:lnTo>
                <a:lnTo>
                  <a:pt x="878134" y="133531"/>
                </a:lnTo>
                <a:lnTo>
                  <a:pt x="877760" y="133504"/>
                </a:lnTo>
                <a:lnTo>
                  <a:pt x="877383" y="133474"/>
                </a:lnTo>
                <a:lnTo>
                  <a:pt x="877002" y="133440"/>
                </a:lnTo>
                <a:lnTo>
                  <a:pt x="876618" y="133403"/>
                </a:lnTo>
                <a:lnTo>
                  <a:pt x="876230" y="133362"/>
                </a:lnTo>
                <a:lnTo>
                  <a:pt x="875838" y="133318"/>
                </a:lnTo>
                <a:lnTo>
                  <a:pt x="875443" y="133270"/>
                </a:lnTo>
                <a:lnTo>
                  <a:pt x="875045" y="133218"/>
                </a:lnTo>
                <a:lnTo>
                  <a:pt x="874643" y="133163"/>
                </a:lnTo>
                <a:lnTo>
                  <a:pt x="874237" y="133105"/>
                </a:lnTo>
                <a:lnTo>
                  <a:pt x="873828" y="133043"/>
                </a:lnTo>
                <a:lnTo>
                  <a:pt x="873415" y="132977"/>
                </a:lnTo>
                <a:lnTo>
                  <a:pt x="872999" y="132908"/>
                </a:lnTo>
                <a:lnTo>
                  <a:pt x="872579" y="132835"/>
                </a:lnTo>
                <a:lnTo>
                  <a:pt x="872155" y="132759"/>
                </a:lnTo>
                <a:lnTo>
                  <a:pt x="871728" y="132679"/>
                </a:lnTo>
                <a:lnTo>
                  <a:pt x="871298" y="132596"/>
                </a:lnTo>
                <a:lnTo>
                  <a:pt x="873263" y="149887"/>
                </a:lnTo>
                <a:lnTo>
                  <a:pt x="873774" y="149996"/>
                </a:lnTo>
                <a:lnTo>
                  <a:pt x="874286" y="150101"/>
                </a:lnTo>
                <a:lnTo>
                  <a:pt x="874799" y="150201"/>
                </a:lnTo>
                <a:lnTo>
                  <a:pt x="875313" y="150296"/>
                </a:lnTo>
                <a:lnTo>
                  <a:pt x="875827" y="150386"/>
                </a:lnTo>
                <a:lnTo>
                  <a:pt x="876343" y="150472"/>
                </a:lnTo>
                <a:lnTo>
                  <a:pt x="876859" y="150553"/>
                </a:lnTo>
                <a:lnTo>
                  <a:pt x="877376" y="150630"/>
                </a:lnTo>
                <a:lnTo>
                  <a:pt x="877894" y="150702"/>
                </a:lnTo>
                <a:lnTo>
                  <a:pt x="878413" y="150769"/>
                </a:lnTo>
                <a:lnTo>
                  <a:pt x="878932" y="150832"/>
                </a:lnTo>
                <a:lnTo>
                  <a:pt x="879452" y="150890"/>
                </a:lnTo>
                <a:lnTo>
                  <a:pt x="879973" y="150943"/>
                </a:lnTo>
                <a:lnTo>
                  <a:pt x="880495" y="150992"/>
                </a:lnTo>
                <a:lnTo>
                  <a:pt x="881018" y="151036"/>
                </a:lnTo>
                <a:lnTo>
                  <a:pt x="881542" y="151075"/>
                </a:lnTo>
                <a:lnTo>
                  <a:pt x="882066" y="151110"/>
                </a:lnTo>
                <a:lnTo>
                  <a:pt x="882591" y="151140"/>
                </a:lnTo>
                <a:lnTo>
                  <a:pt x="883117" y="151166"/>
                </a:lnTo>
                <a:lnTo>
                  <a:pt x="883644" y="151186"/>
                </a:lnTo>
                <a:lnTo>
                  <a:pt x="884172" y="151203"/>
                </a:lnTo>
                <a:lnTo>
                  <a:pt x="884700" y="151214"/>
                </a:lnTo>
                <a:lnTo>
                  <a:pt x="885230" y="151221"/>
                </a:lnTo>
                <a:lnTo>
                  <a:pt x="885760" y="151224"/>
                </a:lnTo>
                <a:lnTo>
                  <a:pt x="886282" y="151221"/>
                </a:lnTo>
                <a:lnTo>
                  <a:pt x="886799" y="151214"/>
                </a:lnTo>
                <a:lnTo>
                  <a:pt x="887312" y="151203"/>
                </a:lnTo>
                <a:lnTo>
                  <a:pt x="887820" y="151186"/>
                </a:lnTo>
                <a:lnTo>
                  <a:pt x="888324" y="151166"/>
                </a:lnTo>
                <a:lnTo>
                  <a:pt x="888823" y="151140"/>
                </a:lnTo>
                <a:lnTo>
                  <a:pt x="889317" y="151110"/>
                </a:lnTo>
                <a:lnTo>
                  <a:pt x="889808" y="151075"/>
                </a:lnTo>
                <a:lnTo>
                  <a:pt x="890293" y="151036"/>
                </a:lnTo>
                <a:lnTo>
                  <a:pt x="890775" y="150992"/>
                </a:lnTo>
                <a:lnTo>
                  <a:pt x="891251" y="150943"/>
                </a:lnTo>
                <a:lnTo>
                  <a:pt x="891724" y="150890"/>
                </a:lnTo>
                <a:lnTo>
                  <a:pt x="892191" y="150832"/>
                </a:lnTo>
                <a:lnTo>
                  <a:pt x="892654" y="150769"/>
                </a:lnTo>
                <a:lnTo>
                  <a:pt x="893113" y="150702"/>
                </a:lnTo>
                <a:lnTo>
                  <a:pt x="893567" y="150630"/>
                </a:lnTo>
                <a:lnTo>
                  <a:pt x="894017" y="150553"/>
                </a:lnTo>
                <a:lnTo>
                  <a:pt x="894462" y="150472"/>
                </a:lnTo>
                <a:lnTo>
                  <a:pt x="894903" y="150386"/>
                </a:lnTo>
                <a:lnTo>
                  <a:pt x="895339" y="150296"/>
                </a:lnTo>
                <a:lnTo>
                  <a:pt x="895771" y="150201"/>
                </a:lnTo>
                <a:lnTo>
                  <a:pt x="896198" y="150101"/>
                </a:lnTo>
                <a:lnTo>
                  <a:pt x="896621" y="149996"/>
                </a:lnTo>
                <a:lnTo>
                  <a:pt x="897039" y="149887"/>
                </a:lnTo>
                <a:lnTo>
                  <a:pt x="897452" y="149774"/>
                </a:lnTo>
                <a:lnTo>
                  <a:pt x="897860" y="149657"/>
                </a:lnTo>
                <a:lnTo>
                  <a:pt x="898262" y="149537"/>
                </a:lnTo>
                <a:lnTo>
                  <a:pt x="898659" y="149413"/>
                </a:lnTo>
                <a:lnTo>
                  <a:pt x="899050" y="149285"/>
                </a:lnTo>
                <a:lnTo>
                  <a:pt x="899436" y="149153"/>
                </a:lnTo>
                <a:lnTo>
                  <a:pt x="899816" y="149018"/>
                </a:lnTo>
                <a:lnTo>
                  <a:pt x="900191" y="148879"/>
                </a:lnTo>
                <a:lnTo>
                  <a:pt x="900561" y="148736"/>
                </a:lnTo>
                <a:lnTo>
                  <a:pt x="900925" y="148590"/>
                </a:lnTo>
                <a:lnTo>
                  <a:pt x="901284" y="148440"/>
                </a:lnTo>
                <a:lnTo>
                  <a:pt x="901637" y="148286"/>
                </a:lnTo>
                <a:lnTo>
                  <a:pt x="901984" y="148129"/>
                </a:lnTo>
                <a:lnTo>
                  <a:pt x="902327" y="147968"/>
                </a:lnTo>
                <a:lnTo>
                  <a:pt x="902663" y="147803"/>
                </a:lnTo>
                <a:lnTo>
                  <a:pt x="902995" y="147634"/>
                </a:lnTo>
                <a:lnTo>
                  <a:pt x="903321" y="147462"/>
                </a:lnTo>
                <a:lnTo>
                  <a:pt x="903641" y="147286"/>
                </a:lnTo>
                <a:lnTo>
                  <a:pt x="903956" y="147107"/>
                </a:lnTo>
                <a:lnTo>
                  <a:pt x="904265" y="146924"/>
                </a:lnTo>
                <a:lnTo>
                  <a:pt x="904569" y="146737"/>
                </a:lnTo>
                <a:lnTo>
                  <a:pt x="904868" y="146546"/>
                </a:lnTo>
                <a:lnTo>
                  <a:pt x="905161" y="146352"/>
                </a:lnTo>
                <a:lnTo>
                  <a:pt x="905449" y="146154"/>
                </a:lnTo>
                <a:lnTo>
                  <a:pt x="905732" y="145952"/>
                </a:lnTo>
                <a:lnTo>
                  <a:pt x="906013" y="145744"/>
                </a:lnTo>
                <a:lnTo>
                  <a:pt x="906291" y="145532"/>
                </a:lnTo>
                <a:lnTo>
                  <a:pt x="906567" y="145315"/>
                </a:lnTo>
                <a:lnTo>
                  <a:pt x="906839" y="145092"/>
                </a:lnTo>
                <a:lnTo>
                  <a:pt x="907109" y="144864"/>
                </a:lnTo>
                <a:lnTo>
                  <a:pt x="907376" y="144632"/>
                </a:lnTo>
                <a:lnTo>
                  <a:pt x="907641" y="144394"/>
                </a:lnTo>
                <a:lnTo>
                  <a:pt x="907903" y="144152"/>
                </a:lnTo>
                <a:lnTo>
                  <a:pt x="908162" y="143904"/>
                </a:lnTo>
                <a:lnTo>
                  <a:pt x="908418" y="143651"/>
                </a:lnTo>
                <a:lnTo>
                  <a:pt x="908671" y="143393"/>
                </a:lnTo>
                <a:lnTo>
                  <a:pt x="908922" y="143130"/>
                </a:lnTo>
                <a:lnTo>
                  <a:pt x="909170" y="142862"/>
                </a:lnTo>
                <a:lnTo>
                  <a:pt x="909416" y="142589"/>
                </a:lnTo>
                <a:lnTo>
                  <a:pt x="909658" y="142311"/>
                </a:lnTo>
                <a:lnTo>
                  <a:pt x="909898" y="142028"/>
                </a:lnTo>
                <a:lnTo>
                  <a:pt x="910135" y="141740"/>
                </a:lnTo>
                <a:lnTo>
                  <a:pt x="910370" y="141447"/>
                </a:lnTo>
                <a:lnTo>
                  <a:pt x="910601" y="141149"/>
                </a:lnTo>
                <a:lnTo>
                  <a:pt x="910830" y="140846"/>
                </a:lnTo>
                <a:lnTo>
                  <a:pt x="911057" y="140537"/>
                </a:lnTo>
                <a:lnTo>
                  <a:pt x="911280" y="140224"/>
                </a:lnTo>
                <a:lnTo>
                  <a:pt x="911501" y="139905"/>
                </a:lnTo>
                <a:lnTo>
                  <a:pt x="911721" y="139578"/>
                </a:lnTo>
                <a:lnTo>
                  <a:pt x="911942" y="139240"/>
                </a:lnTo>
                <a:lnTo>
                  <a:pt x="912163" y="138889"/>
                </a:lnTo>
                <a:lnTo>
                  <a:pt x="912386" y="138526"/>
                </a:lnTo>
                <a:lnTo>
                  <a:pt x="912610" y="138151"/>
                </a:lnTo>
                <a:lnTo>
                  <a:pt x="912835" y="137764"/>
                </a:lnTo>
                <a:lnTo>
                  <a:pt x="913060" y="137365"/>
                </a:lnTo>
                <a:lnTo>
                  <a:pt x="913287" y="136954"/>
                </a:lnTo>
                <a:lnTo>
                  <a:pt x="913514" y="136531"/>
                </a:lnTo>
                <a:lnTo>
                  <a:pt x="913743" y="136096"/>
                </a:lnTo>
                <a:lnTo>
                  <a:pt x="913972" y="135649"/>
                </a:lnTo>
                <a:lnTo>
                  <a:pt x="914203" y="135190"/>
                </a:lnTo>
                <a:lnTo>
                  <a:pt x="914434" y="134718"/>
                </a:lnTo>
                <a:lnTo>
                  <a:pt x="914666" y="134235"/>
                </a:lnTo>
                <a:lnTo>
                  <a:pt x="914900" y="133740"/>
                </a:lnTo>
                <a:lnTo>
                  <a:pt x="915134" y="133233"/>
                </a:lnTo>
                <a:lnTo>
                  <a:pt x="915369" y="132714"/>
                </a:lnTo>
                <a:lnTo>
                  <a:pt x="915605" y="132183"/>
                </a:lnTo>
                <a:lnTo>
                  <a:pt x="915842" y="131640"/>
                </a:lnTo>
                <a:lnTo>
                  <a:pt x="916080" y="131085"/>
                </a:lnTo>
                <a:lnTo>
                  <a:pt x="916319" y="130518"/>
                </a:lnTo>
                <a:lnTo>
                  <a:pt x="916559" y="129939"/>
                </a:lnTo>
                <a:lnTo>
                  <a:pt x="916800" y="129348"/>
                </a:lnTo>
                <a:lnTo>
                  <a:pt x="917042" y="128744"/>
                </a:lnTo>
                <a:lnTo>
                  <a:pt x="922308" y="114152"/>
                </a:lnTo>
                <a:lnTo>
                  <a:pt x="951783" y="33797"/>
                </a:lnTo>
                <a:lnTo>
                  <a:pt x="928910" y="33797"/>
                </a:lnTo>
                <a:lnTo>
                  <a:pt x="909418" y="93117"/>
                </a:lnTo>
                <a:lnTo>
                  <a:pt x="889454" y="33797"/>
                </a:lnTo>
                <a:lnTo>
                  <a:pt x="865953" y="33797"/>
                </a:lnTo>
                <a:lnTo>
                  <a:pt x="897707" y="117583"/>
                </a:lnTo>
                <a:lnTo>
                  <a:pt x="897540" y="118162"/>
                </a:lnTo>
                <a:lnTo>
                  <a:pt x="897367" y="118732"/>
                </a:lnTo>
                <a:lnTo>
                  <a:pt x="897189" y="119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AnswersAnalysis">
            <a:extLst xmlns:a="http://schemas.openxmlformats.org/drawingml/2006/main">
              <a:ext uri="{FF2B5EF4-FFF2-40B4-BE49-F238E27FC236}">
                <a16:creationId xmlns:a16="http://schemas.microsoft.com/office/drawing/2014/main" id="{8B174798-108B-4DEF-9CDC-C05EA6D7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401" y="4763653"/>
            <a:ext cx="1364056" cy="149180"/>
          </a:xfrm>
          <a:custGeom xmlns:a="http://schemas.openxmlformats.org/drawingml/2006/main">
            <a:pathLst>
              <a:path w="1364056" h="149180">
                <a:moveTo>
                  <a:pt x="115618" y="115225"/>
                </a:moveTo>
                <a:lnTo>
                  <a:pt x="90310" y="115225"/>
                </a:lnTo>
                <a:lnTo>
                  <a:pt x="80249" y="88974"/>
                </a:lnTo>
                <a:lnTo>
                  <a:pt x="34190" y="88974"/>
                </a:lnTo>
                <a:lnTo>
                  <a:pt x="24680" y="115225"/>
                </a:lnTo>
                <a:lnTo>
                  <a:pt x="0" y="115225"/>
                </a:lnTo>
                <a:lnTo>
                  <a:pt x="44880" y="0"/>
                </a:lnTo>
                <a:lnTo>
                  <a:pt x="69481" y="0"/>
                </a:lnTo>
                <a:lnTo>
                  <a:pt x="115618" y="115225"/>
                </a:lnTo>
                <a:moveTo>
                  <a:pt x="72782" y="69481"/>
                </a:moveTo>
                <a:lnTo>
                  <a:pt x="56905" y="26881"/>
                </a:lnTo>
                <a:lnTo>
                  <a:pt x="41343" y="69481"/>
                </a:lnTo>
                <a:lnTo>
                  <a:pt x="72782" y="69481"/>
                </a:lnTo>
                <a:close/>
                <a:moveTo>
                  <a:pt x="203700" y="115225"/>
                </a:moveTo>
                <a:lnTo>
                  <a:pt x="181614" y="115225"/>
                </a:lnTo>
                <a:lnTo>
                  <a:pt x="181614" y="72674"/>
                </a:lnTo>
                <a:cubicBezTo>
                  <a:pt x="181614" y="63671"/>
                  <a:pt x="181143" y="57849"/>
                  <a:pt x="180199" y="55206"/>
                </a:cubicBezTo>
                <a:cubicBezTo>
                  <a:pt x="179256" y="52563"/>
                  <a:pt x="177724" y="50509"/>
                  <a:pt x="175601" y="49043"/>
                </a:cubicBezTo>
                <a:cubicBezTo>
                  <a:pt x="173479" y="47578"/>
                  <a:pt x="170925" y="46845"/>
                  <a:pt x="167938" y="46845"/>
                </a:cubicBezTo>
                <a:cubicBezTo>
                  <a:pt x="164113" y="46845"/>
                  <a:pt x="160681" y="47892"/>
                  <a:pt x="157642" y="49986"/>
                </a:cubicBezTo>
                <a:cubicBezTo>
                  <a:pt x="154603" y="52079"/>
                  <a:pt x="152520" y="54853"/>
                  <a:pt x="151393" y="58308"/>
                </a:cubicBezTo>
                <a:cubicBezTo>
                  <a:pt x="150267" y="61761"/>
                  <a:pt x="149703" y="68147"/>
                  <a:pt x="149703" y="77464"/>
                </a:cubicBezTo>
                <a:lnTo>
                  <a:pt x="149703" y="115225"/>
                </a:lnTo>
                <a:lnTo>
                  <a:pt x="127617" y="115225"/>
                </a:lnTo>
                <a:lnTo>
                  <a:pt x="127617" y="31754"/>
                </a:lnTo>
                <a:lnTo>
                  <a:pt x="148131" y="31754"/>
                </a:lnTo>
                <a:lnTo>
                  <a:pt x="148131" y="44015"/>
                </a:lnTo>
                <a:cubicBezTo>
                  <a:pt x="155415" y="34583"/>
                  <a:pt x="164585" y="29867"/>
                  <a:pt x="175641" y="29867"/>
                </a:cubicBezTo>
                <a:cubicBezTo>
                  <a:pt x="180514" y="29867"/>
                  <a:pt x="184968" y="30745"/>
                  <a:pt x="189003" y="32501"/>
                </a:cubicBezTo>
                <a:cubicBezTo>
                  <a:pt x="193037" y="34256"/>
                  <a:pt x="196089" y="36496"/>
                  <a:pt x="198159" y="39221"/>
                </a:cubicBezTo>
                <a:cubicBezTo>
                  <a:pt x="200229" y="41945"/>
                  <a:pt x="201670" y="45037"/>
                  <a:pt x="202482" y="48495"/>
                </a:cubicBezTo>
                <a:cubicBezTo>
                  <a:pt x="203294" y="51954"/>
                  <a:pt x="203700" y="56905"/>
                  <a:pt x="203700" y="63350"/>
                </a:cubicBezTo>
                <a:lnTo>
                  <a:pt x="203700" y="115225"/>
                </a:lnTo>
                <a:close/>
                <a:moveTo>
                  <a:pt x="218345" y="91489"/>
                </a:moveTo>
                <a:lnTo>
                  <a:pt x="240510" y="88030"/>
                </a:lnTo>
                <a:cubicBezTo>
                  <a:pt x="241453" y="92301"/>
                  <a:pt x="243366" y="95543"/>
                  <a:pt x="246248" y="97757"/>
                </a:cubicBezTo>
                <a:cubicBezTo>
                  <a:pt x="249130" y="99971"/>
                  <a:pt x="253164" y="101078"/>
                  <a:pt x="258352" y="101078"/>
                </a:cubicBezTo>
                <a:cubicBezTo>
                  <a:pt x="264063" y="101078"/>
                  <a:pt x="268360" y="100031"/>
                  <a:pt x="271242" y="97939"/>
                </a:cubicBezTo>
                <a:cubicBezTo>
                  <a:pt x="273181" y="96473"/>
                  <a:pt x="274150" y="94511"/>
                  <a:pt x="274150" y="92051"/>
                </a:cubicBezTo>
                <a:cubicBezTo>
                  <a:pt x="274150" y="90376"/>
                  <a:pt x="273626" y="88989"/>
                  <a:pt x="272578" y="87890"/>
                </a:cubicBezTo>
                <a:cubicBezTo>
                  <a:pt x="271478" y="86844"/>
                  <a:pt x="269015" y="85876"/>
                  <a:pt x="265190" y="84987"/>
                </a:cubicBezTo>
                <a:cubicBezTo>
                  <a:pt x="247374" y="81064"/>
                  <a:pt x="236082" y="77479"/>
                  <a:pt x="231314" y="74234"/>
                </a:cubicBezTo>
                <a:cubicBezTo>
                  <a:pt x="224712" y="69731"/>
                  <a:pt x="221411" y="63475"/>
                  <a:pt x="221411" y="55466"/>
                </a:cubicBezTo>
                <a:cubicBezTo>
                  <a:pt x="221411" y="48241"/>
                  <a:pt x="224266" y="42169"/>
                  <a:pt x="229978" y="37248"/>
                </a:cubicBezTo>
                <a:cubicBezTo>
                  <a:pt x="235689" y="32328"/>
                  <a:pt x="244545" y="29867"/>
                  <a:pt x="256544" y="29867"/>
                </a:cubicBezTo>
                <a:cubicBezTo>
                  <a:pt x="267967" y="29867"/>
                  <a:pt x="276456" y="31721"/>
                  <a:pt x="282010" y="35428"/>
                </a:cubicBezTo>
                <a:cubicBezTo>
                  <a:pt x="287564" y="39136"/>
                  <a:pt x="291390" y="44618"/>
                  <a:pt x="293485" y="51875"/>
                </a:cubicBezTo>
                <a:lnTo>
                  <a:pt x="272657" y="55805"/>
                </a:lnTo>
                <a:cubicBezTo>
                  <a:pt x="271766" y="52556"/>
                  <a:pt x="270076" y="50067"/>
                  <a:pt x="267587" y="48338"/>
                </a:cubicBezTo>
                <a:cubicBezTo>
                  <a:pt x="265098" y="46609"/>
                  <a:pt x="261548" y="45744"/>
                  <a:pt x="256937" y="45744"/>
                </a:cubicBezTo>
                <a:cubicBezTo>
                  <a:pt x="251121" y="45744"/>
                  <a:pt x="246955" y="46556"/>
                  <a:pt x="244440" y="48178"/>
                </a:cubicBezTo>
                <a:cubicBezTo>
                  <a:pt x="242763" y="49328"/>
                  <a:pt x="241925" y="50819"/>
                  <a:pt x="241925" y="52651"/>
                </a:cubicBezTo>
                <a:cubicBezTo>
                  <a:pt x="241925" y="54220"/>
                  <a:pt x="242658" y="55554"/>
                  <a:pt x="244126" y="56652"/>
                </a:cubicBezTo>
                <a:cubicBezTo>
                  <a:pt x="246117" y="58118"/>
                  <a:pt x="252994" y="60185"/>
                  <a:pt x="264758" y="62854"/>
                </a:cubicBezTo>
                <a:cubicBezTo>
                  <a:pt x="276521" y="65523"/>
                  <a:pt x="284735" y="68797"/>
                  <a:pt x="289398" y="72677"/>
                </a:cubicBezTo>
                <a:cubicBezTo>
                  <a:pt x="294009" y="76610"/>
                  <a:pt x="296315" y="82089"/>
                  <a:pt x="296315" y="89114"/>
                </a:cubicBezTo>
                <a:cubicBezTo>
                  <a:pt x="296315" y="96769"/>
                  <a:pt x="293119" y="103349"/>
                  <a:pt x="286726" y="108854"/>
                </a:cubicBezTo>
                <a:cubicBezTo>
                  <a:pt x="280333" y="114359"/>
                  <a:pt x="270875" y="117112"/>
                  <a:pt x="258352" y="117112"/>
                </a:cubicBezTo>
                <a:cubicBezTo>
                  <a:pt x="246981" y="117112"/>
                  <a:pt x="237982" y="114814"/>
                  <a:pt x="231353" y="110217"/>
                </a:cubicBezTo>
                <a:cubicBezTo>
                  <a:pt x="224725" y="105619"/>
                  <a:pt x="220389" y="99376"/>
                  <a:pt x="218345" y="91489"/>
                </a:cubicBezTo>
                <a:close/>
                <a:moveTo>
                  <a:pt x="331188" y="115225"/>
                </a:moveTo>
                <a:lnTo>
                  <a:pt x="304779" y="31754"/>
                </a:lnTo>
                <a:lnTo>
                  <a:pt x="326237" y="31754"/>
                </a:lnTo>
                <a:lnTo>
                  <a:pt x="341878" y="86458"/>
                </a:lnTo>
                <a:lnTo>
                  <a:pt x="356261" y="31754"/>
                </a:lnTo>
                <a:lnTo>
                  <a:pt x="377561" y="31754"/>
                </a:lnTo>
                <a:lnTo>
                  <a:pt x="391473" y="86458"/>
                </a:lnTo>
                <a:lnTo>
                  <a:pt x="407429" y="31754"/>
                </a:lnTo>
                <a:lnTo>
                  <a:pt x="429201" y="31754"/>
                </a:lnTo>
                <a:lnTo>
                  <a:pt x="402399" y="115225"/>
                </a:lnTo>
                <a:lnTo>
                  <a:pt x="381177" y="115225"/>
                </a:lnTo>
                <a:lnTo>
                  <a:pt x="366793" y="61543"/>
                </a:lnTo>
                <a:lnTo>
                  <a:pt x="352646" y="115225"/>
                </a:lnTo>
                <a:lnTo>
                  <a:pt x="331188" y="115225"/>
                </a:lnTo>
                <a:close/>
                <a:moveTo>
                  <a:pt x="489198" y="88659"/>
                </a:moveTo>
                <a:lnTo>
                  <a:pt x="511206" y="92432"/>
                </a:lnTo>
                <a:cubicBezTo>
                  <a:pt x="508376" y="100475"/>
                  <a:pt x="503909" y="106599"/>
                  <a:pt x="497805" y="110804"/>
                </a:cubicBezTo>
                <a:cubicBezTo>
                  <a:pt x="491700" y="115009"/>
                  <a:pt x="484063" y="117112"/>
                  <a:pt x="474893" y="117112"/>
                </a:cubicBezTo>
                <a:cubicBezTo>
                  <a:pt x="460379" y="117112"/>
                  <a:pt x="449637" y="112370"/>
                  <a:pt x="442668" y="102886"/>
                </a:cubicBezTo>
                <a:cubicBezTo>
                  <a:pt x="437166" y="95288"/>
                  <a:pt x="434415" y="85699"/>
                  <a:pt x="434415" y="74118"/>
                </a:cubicBezTo>
                <a:cubicBezTo>
                  <a:pt x="434415" y="60285"/>
                  <a:pt x="438030" y="49452"/>
                  <a:pt x="445261" y="41618"/>
                </a:cubicBezTo>
                <a:cubicBezTo>
                  <a:pt x="452493" y="33784"/>
                  <a:pt x="461636" y="29867"/>
                  <a:pt x="472692" y="29867"/>
                </a:cubicBezTo>
                <a:cubicBezTo>
                  <a:pt x="485111" y="29867"/>
                  <a:pt x="494910" y="33968"/>
                  <a:pt x="502088" y="42168"/>
                </a:cubicBezTo>
                <a:cubicBezTo>
                  <a:pt x="509267" y="50369"/>
                  <a:pt x="512699" y="62931"/>
                  <a:pt x="512385" y="79856"/>
                </a:cubicBezTo>
                <a:lnTo>
                  <a:pt x="457051" y="79856"/>
                </a:lnTo>
                <a:cubicBezTo>
                  <a:pt x="457208" y="86406"/>
                  <a:pt x="458990" y="91502"/>
                  <a:pt x="462396" y="95144"/>
                </a:cubicBezTo>
                <a:cubicBezTo>
                  <a:pt x="465802" y="98785"/>
                  <a:pt x="470046" y="100606"/>
                  <a:pt x="475129" y="100606"/>
                </a:cubicBezTo>
                <a:cubicBezTo>
                  <a:pt x="478587" y="100606"/>
                  <a:pt x="481495" y="99663"/>
                  <a:pt x="483853" y="97777"/>
                </a:cubicBezTo>
                <a:cubicBezTo>
                  <a:pt x="486211" y="95890"/>
                  <a:pt x="487993" y="92851"/>
                  <a:pt x="489198" y="88659"/>
                </a:cubicBezTo>
                <a:moveTo>
                  <a:pt x="490456" y="66337"/>
                </a:moveTo>
                <a:cubicBezTo>
                  <a:pt x="490298" y="59971"/>
                  <a:pt x="488648" y="55130"/>
                  <a:pt x="485504" y="51816"/>
                </a:cubicBezTo>
                <a:cubicBezTo>
                  <a:pt x="482360" y="48502"/>
                  <a:pt x="478535" y="46845"/>
                  <a:pt x="474029" y="46845"/>
                </a:cubicBezTo>
                <a:cubicBezTo>
                  <a:pt x="469208" y="46845"/>
                  <a:pt x="465225" y="48593"/>
                  <a:pt x="462082" y="52089"/>
                </a:cubicBezTo>
                <a:cubicBezTo>
                  <a:pt x="458938" y="55586"/>
                  <a:pt x="457392" y="60336"/>
                  <a:pt x="457444" y="66337"/>
                </a:cubicBezTo>
                <a:lnTo>
                  <a:pt x="490456" y="66337"/>
                </a:lnTo>
                <a:close/>
                <a:moveTo>
                  <a:pt x="551502" y="115225"/>
                </a:moveTo>
                <a:lnTo>
                  <a:pt x="529416" y="115225"/>
                </a:lnTo>
                <a:lnTo>
                  <a:pt x="529416" y="31754"/>
                </a:lnTo>
                <a:lnTo>
                  <a:pt x="549930" y="31754"/>
                </a:lnTo>
                <a:lnTo>
                  <a:pt x="549930" y="43622"/>
                </a:lnTo>
                <a:cubicBezTo>
                  <a:pt x="553441" y="38015"/>
                  <a:pt x="556598" y="34321"/>
                  <a:pt x="559402" y="32540"/>
                </a:cubicBezTo>
                <a:cubicBezTo>
                  <a:pt x="562205" y="30758"/>
                  <a:pt x="565388" y="29867"/>
                  <a:pt x="568951" y="29867"/>
                </a:cubicBezTo>
                <a:cubicBezTo>
                  <a:pt x="573982" y="29867"/>
                  <a:pt x="578829" y="31256"/>
                  <a:pt x="583492" y="34033"/>
                </a:cubicBezTo>
                <a:lnTo>
                  <a:pt x="576654" y="53290"/>
                </a:lnTo>
                <a:cubicBezTo>
                  <a:pt x="572934" y="50879"/>
                  <a:pt x="569475" y="49674"/>
                  <a:pt x="566279" y="49674"/>
                </a:cubicBezTo>
                <a:cubicBezTo>
                  <a:pt x="563187" y="49674"/>
                  <a:pt x="560567" y="50526"/>
                  <a:pt x="558419" y="52229"/>
                </a:cubicBezTo>
                <a:cubicBezTo>
                  <a:pt x="556271" y="53932"/>
                  <a:pt x="554581" y="57010"/>
                  <a:pt x="553349" y="61464"/>
                </a:cubicBezTo>
                <a:cubicBezTo>
                  <a:pt x="552118" y="65918"/>
                  <a:pt x="551502" y="75245"/>
                  <a:pt x="551502" y="89445"/>
                </a:cubicBezTo>
                <a:lnTo>
                  <a:pt x="551502" y="115225"/>
                </a:lnTo>
                <a:close/>
                <a:moveTo>
                  <a:pt x="585196" y="91489"/>
                </a:moveTo>
                <a:lnTo>
                  <a:pt x="607360" y="88030"/>
                </a:lnTo>
                <a:cubicBezTo>
                  <a:pt x="608304" y="92301"/>
                  <a:pt x="610216" y="95543"/>
                  <a:pt x="613098" y="97757"/>
                </a:cubicBezTo>
                <a:cubicBezTo>
                  <a:pt x="615980" y="99971"/>
                  <a:pt x="620015" y="101078"/>
                  <a:pt x="625202" y="101078"/>
                </a:cubicBezTo>
                <a:cubicBezTo>
                  <a:pt x="630914" y="101078"/>
                  <a:pt x="635211" y="100031"/>
                  <a:pt x="638093" y="97939"/>
                </a:cubicBezTo>
                <a:cubicBezTo>
                  <a:pt x="640031" y="96473"/>
                  <a:pt x="641001" y="94511"/>
                  <a:pt x="641001" y="92051"/>
                </a:cubicBezTo>
                <a:cubicBezTo>
                  <a:pt x="641001" y="90376"/>
                  <a:pt x="640477" y="88989"/>
                  <a:pt x="639429" y="87890"/>
                </a:cubicBezTo>
                <a:cubicBezTo>
                  <a:pt x="638328" y="86844"/>
                  <a:pt x="635866" y="85876"/>
                  <a:pt x="632040" y="84987"/>
                </a:cubicBezTo>
                <a:cubicBezTo>
                  <a:pt x="614225" y="81064"/>
                  <a:pt x="602933" y="77479"/>
                  <a:pt x="598164" y="74234"/>
                </a:cubicBezTo>
                <a:cubicBezTo>
                  <a:pt x="591562" y="69731"/>
                  <a:pt x="588261" y="63475"/>
                  <a:pt x="588261" y="55466"/>
                </a:cubicBezTo>
                <a:cubicBezTo>
                  <a:pt x="588261" y="48241"/>
                  <a:pt x="591117" y="42169"/>
                  <a:pt x="596828" y="37248"/>
                </a:cubicBezTo>
                <a:cubicBezTo>
                  <a:pt x="602540" y="32328"/>
                  <a:pt x="611395" y="29867"/>
                  <a:pt x="623395" y="29867"/>
                </a:cubicBezTo>
                <a:cubicBezTo>
                  <a:pt x="634818" y="29867"/>
                  <a:pt x="643306" y="31721"/>
                  <a:pt x="648861" y="35428"/>
                </a:cubicBezTo>
                <a:cubicBezTo>
                  <a:pt x="654415" y="39136"/>
                  <a:pt x="658240" y="44618"/>
                  <a:pt x="660336" y="51875"/>
                </a:cubicBezTo>
                <a:lnTo>
                  <a:pt x="639507" y="55805"/>
                </a:lnTo>
                <a:cubicBezTo>
                  <a:pt x="638617" y="52556"/>
                  <a:pt x="636927" y="50067"/>
                  <a:pt x="634438" y="48338"/>
                </a:cubicBezTo>
                <a:cubicBezTo>
                  <a:pt x="631949" y="46609"/>
                  <a:pt x="628399" y="45744"/>
                  <a:pt x="623788" y="45744"/>
                </a:cubicBezTo>
                <a:cubicBezTo>
                  <a:pt x="617971" y="45744"/>
                  <a:pt x="613806" y="46556"/>
                  <a:pt x="611290" y="48178"/>
                </a:cubicBezTo>
                <a:cubicBezTo>
                  <a:pt x="609614" y="49328"/>
                  <a:pt x="608775" y="50819"/>
                  <a:pt x="608775" y="52651"/>
                </a:cubicBezTo>
                <a:cubicBezTo>
                  <a:pt x="608775" y="54220"/>
                  <a:pt x="609509" y="55554"/>
                  <a:pt x="610976" y="56652"/>
                </a:cubicBezTo>
                <a:cubicBezTo>
                  <a:pt x="612967" y="58118"/>
                  <a:pt x="619845" y="60185"/>
                  <a:pt x="631608" y="62854"/>
                </a:cubicBezTo>
                <a:cubicBezTo>
                  <a:pt x="643372" y="65523"/>
                  <a:pt x="651585" y="68797"/>
                  <a:pt x="656249" y="72677"/>
                </a:cubicBezTo>
                <a:cubicBezTo>
                  <a:pt x="660860" y="76610"/>
                  <a:pt x="663165" y="82089"/>
                  <a:pt x="663165" y="89114"/>
                </a:cubicBezTo>
                <a:cubicBezTo>
                  <a:pt x="663165" y="96769"/>
                  <a:pt x="659969" y="103349"/>
                  <a:pt x="653576" y="108854"/>
                </a:cubicBezTo>
                <a:cubicBezTo>
                  <a:pt x="647184" y="114359"/>
                  <a:pt x="637726" y="117112"/>
                  <a:pt x="625202" y="117112"/>
                </a:cubicBezTo>
                <a:cubicBezTo>
                  <a:pt x="613832" y="117112"/>
                  <a:pt x="604832" y="114814"/>
                  <a:pt x="598204" y="110217"/>
                </a:cubicBezTo>
                <a:cubicBezTo>
                  <a:pt x="591575" y="105619"/>
                  <a:pt x="587239" y="99376"/>
                  <a:pt x="585196" y="91489"/>
                </a:cubicBezTo>
                <a:close/>
                <a:moveTo>
                  <a:pt x="825362" y="115225"/>
                </a:moveTo>
                <a:lnTo>
                  <a:pt x="800054" y="115225"/>
                </a:lnTo>
                <a:lnTo>
                  <a:pt x="789993" y="88974"/>
                </a:lnTo>
                <a:lnTo>
                  <a:pt x="743934" y="88974"/>
                </a:lnTo>
                <a:lnTo>
                  <a:pt x="734424" y="115225"/>
                </a:lnTo>
                <a:lnTo>
                  <a:pt x="709744" y="115225"/>
                </a:lnTo>
                <a:lnTo>
                  <a:pt x="754624" y="0"/>
                </a:lnTo>
                <a:lnTo>
                  <a:pt x="779225" y="0"/>
                </a:lnTo>
                <a:lnTo>
                  <a:pt x="825362" y="115225"/>
                </a:lnTo>
                <a:moveTo>
                  <a:pt x="782526" y="69481"/>
                </a:moveTo>
                <a:lnTo>
                  <a:pt x="766649" y="26881"/>
                </a:lnTo>
                <a:lnTo>
                  <a:pt x="751087" y="69481"/>
                </a:lnTo>
                <a:lnTo>
                  <a:pt x="782526" y="69481"/>
                </a:lnTo>
                <a:close/>
                <a:moveTo>
                  <a:pt x="913444" y="115225"/>
                </a:moveTo>
                <a:lnTo>
                  <a:pt x="891358" y="115225"/>
                </a:lnTo>
                <a:lnTo>
                  <a:pt x="891358" y="72674"/>
                </a:lnTo>
                <a:cubicBezTo>
                  <a:pt x="891358" y="63671"/>
                  <a:pt x="890886" y="57849"/>
                  <a:pt x="889943" y="55206"/>
                </a:cubicBezTo>
                <a:cubicBezTo>
                  <a:pt x="889000" y="52563"/>
                  <a:pt x="887467" y="50509"/>
                  <a:pt x="885345" y="49043"/>
                </a:cubicBezTo>
                <a:cubicBezTo>
                  <a:pt x="883223" y="47578"/>
                  <a:pt x="880669" y="46845"/>
                  <a:pt x="877682" y="46845"/>
                </a:cubicBezTo>
                <a:cubicBezTo>
                  <a:pt x="873857" y="46845"/>
                  <a:pt x="870425" y="47892"/>
                  <a:pt x="867386" y="49986"/>
                </a:cubicBezTo>
                <a:cubicBezTo>
                  <a:pt x="864346" y="52079"/>
                  <a:pt x="862264" y="54853"/>
                  <a:pt x="861137" y="58308"/>
                </a:cubicBezTo>
                <a:cubicBezTo>
                  <a:pt x="860010" y="61761"/>
                  <a:pt x="859447" y="68147"/>
                  <a:pt x="859447" y="77464"/>
                </a:cubicBezTo>
                <a:lnTo>
                  <a:pt x="859447" y="115225"/>
                </a:lnTo>
                <a:lnTo>
                  <a:pt x="837361" y="115225"/>
                </a:lnTo>
                <a:lnTo>
                  <a:pt x="837361" y="31754"/>
                </a:lnTo>
                <a:lnTo>
                  <a:pt x="857875" y="31754"/>
                </a:lnTo>
                <a:lnTo>
                  <a:pt x="857875" y="44015"/>
                </a:lnTo>
                <a:cubicBezTo>
                  <a:pt x="865159" y="34583"/>
                  <a:pt x="874328" y="29867"/>
                  <a:pt x="885385" y="29867"/>
                </a:cubicBezTo>
                <a:cubicBezTo>
                  <a:pt x="890258" y="29867"/>
                  <a:pt x="894712" y="30745"/>
                  <a:pt x="898746" y="32501"/>
                </a:cubicBezTo>
                <a:cubicBezTo>
                  <a:pt x="902781" y="34256"/>
                  <a:pt x="905833" y="36496"/>
                  <a:pt x="907903" y="39221"/>
                </a:cubicBezTo>
                <a:cubicBezTo>
                  <a:pt x="909973" y="41945"/>
                  <a:pt x="911414" y="45037"/>
                  <a:pt x="912226" y="48495"/>
                </a:cubicBezTo>
                <a:cubicBezTo>
                  <a:pt x="913038" y="51954"/>
                  <a:pt x="913444" y="56905"/>
                  <a:pt x="913444" y="63350"/>
                </a:cubicBezTo>
                <a:lnTo>
                  <a:pt x="913444" y="115225"/>
                </a:lnTo>
                <a:close/>
                <a:moveTo>
                  <a:pt x="952376" y="57534"/>
                </a:moveTo>
                <a:lnTo>
                  <a:pt x="932333" y="53919"/>
                </a:lnTo>
                <a:cubicBezTo>
                  <a:pt x="934587" y="45743"/>
                  <a:pt x="938464" y="39691"/>
                  <a:pt x="943966" y="35762"/>
                </a:cubicBezTo>
                <a:cubicBezTo>
                  <a:pt x="949468" y="31832"/>
                  <a:pt x="957642" y="29867"/>
                  <a:pt x="968489" y="29867"/>
                </a:cubicBezTo>
                <a:cubicBezTo>
                  <a:pt x="978340" y="29867"/>
                  <a:pt x="985676" y="31033"/>
                  <a:pt x="990496" y="33365"/>
                </a:cubicBezTo>
                <a:cubicBezTo>
                  <a:pt x="995317" y="35697"/>
                  <a:pt x="998710" y="38657"/>
                  <a:pt x="1000675" y="42247"/>
                </a:cubicBezTo>
                <a:cubicBezTo>
                  <a:pt x="1002640" y="45836"/>
                  <a:pt x="1003622" y="52425"/>
                  <a:pt x="1003622" y="62014"/>
                </a:cubicBezTo>
                <a:lnTo>
                  <a:pt x="1003387" y="87795"/>
                </a:lnTo>
                <a:cubicBezTo>
                  <a:pt x="1003387" y="95130"/>
                  <a:pt x="1003740" y="100541"/>
                  <a:pt x="1004448" y="104025"/>
                </a:cubicBezTo>
                <a:cubicBezTo>
                  <a:pt x="1005155" y="107510"/>
                  <a:pt x="1006478" y="111243"/>
                  <a:pt x="1008417" y="115225"/>
                </a:cubicBezTo>
                <a:lnTo>
                  <a:pt x="986566" y="115225"/>
                </a:lnTo>
                <a:cubicBezTo>
                  <a:pt x="985990" y="113758"/>
                  <a:pt x="985283" y="111584"/>
                  <a:pt x="984444" y="108702"/>
                </a:cubicBezTo>
                <a:cubicBezTo>
                  <a:pt x="984077" y="107392"/>
                  <a:pt x="983815" y="106527"/>
                  <a:pt x="983658" y="106108"/>
                </a:cubicBezTo>
                <a:cubicBezTo>
                  <a:pt x="979886" y="109776"/>
                  <a:pt x="975851" y="112527"/>
                  <a:pt x="971554" y="114361"/>
                </a:cubicBezTo>
                <a:cubicBezTo>
                  <a:pt x="967257" y="116195"/>
                  <a:pt x="962672" y="117112"/>
                  <a:pt x="957799" y="117112"/>
                </a:cubicBezTo>
                <a:cubicBezTo>
                  <a:pt x="949206" y="117112"/>
                  <a:pt x="942433" y="114790"/>
                  <a:pt x="937482" y="110146"/>
                </a:cubicBezTo>
                <a:cubicBezTo>
                  <a:pt x="932530" y="105502"/>
                  <a:pt x="930054" y="99632"/>
                  <a:pt x="930054" y="92535"/>
                </a:cubicBezTo>
                <a:cubicBezTo>
                  <a:pt x="930054" y="87839"/>
                  <a:pt x="931181" y="83652"/>
                  <a:pt x="933434" y="79974"/>
                </a:cubicBezTo>
                <a:cubicBezTo>
                  <a:pt x="935687" y="76295"/>
                  <a:pt x="938844" y="73477"/>
                  <a:pt x="942905" y="71520"/>
                </a:cubicBezTo>
                <a:cubicBezTo>
                  <a:pt x="946966" y="69563"/>
                  <a:pt x="952821" y="67854"/>
                  <a:pt x="960472" y="66394"/>
                </a:cubicBezTo>
                <a:cubicBezTo>
                  <a:pt x="970794" y="64463"/>
                  <a:pt x="977947" y="62663"/>
                  <a:pt x="981929" y="60992"/>
                </a:cubicBezTo>
                <a:lnTo>
                  <a:pt x="981929" y="58767"/>
                </a:lnTo>
                <a:cubicBezTo>
                  <a:pt x="981929" y="54475"/>
                  <a:pt x="980881" y="51416"/>
                  <a:pt x="978785" y="49588"/>
                </a:cubicBezTo>
                <a:cubicBezTo>
                  <a:pt x="976689" y="47759"/>
                  <a:pt x="972733" y="46845"/>
                  <a:pt x="966917" y="46845"/>
                </a:cubicBezTo>
                <a:cubicBezTo>
                  <a:pt x="962987" y="46845"/>
                  <a:pt x="959922" y="47636"/>
                  <a:pt x="957721" y="49217"/>
                </a:cubicBezTo>
                <a:cubicBezTo>
                  <a:pt x="955520" y="50798"/>
                  <a:pt x="953738" y="53570"/>
                  <a:pt x="952376" y="57534"/>
                </a:cubicBezTo>
                <a:moveTo>
                  <a:pt x="981929" y="75455"/>
                </a:moveTo>
                <a:cubicBezTo>
                  <a:pt x="979100" y="76386"/>
                  <a:pt x="974619" y="77500"/>
                  <a:pt x="968489" y="78795"/>
                </a:cubicBezTo>
                <a:cubicBezTo>
                  <a:pt x="962358" y="80089"/>
                  <a:pt x="958350" y="81357"/>
                  <a:pt x="956463" y="82600"/>
                </a:cubicBezTo>
                <a:cubicBezTo>
                  <a:pt x="953581" y="84619"/>
                  <a:pt x="952140" y="87181"/>
                  <a:pt x="952140" y="90288"/>
                </a:cubicBezTo>
                <a:cubicBezTo>
                  <a:pt x="952140" y="93343"/>
                  <a:pt x="953293" y="95984"/>
                  <a:pt x="955599" y="98211"/>
                </a:cubicBezTo>
                <a:cubicBezTo>
                  <a:pt x="957904" y="100437"/>
                  <a:pt x="960839" y="101549"/>
                  <a:pt x="964402" y="101549"/>
                </a:cubicBezTo>
                <a:cubicBezTo>
                  <a:pt x="968384" y="101549"/>
                  <a:pt x="972183" y="100255"/>
                  <a:pt x="975798" y="97666"/>
                </a:cubicBezTo>
                <a:cubicBezTo>
                  <a:pt x="978471" y="95699"/>
                  <a:pt x="980226" y="93292"/>
                  <a:pt x="981065" y="90442"/>
                </a:cubicBezTo>
                <a:cubicBezTo>
                  <a:pt x="981641" y="88579"/>
                  <a:pt x="981929" y="85033"/>
                  <a:pt x="981929" y="79805"/>
                </a:cubicBezTo>
                <a:lnTo>
                  <a:pt x="981929" y="75455"/>
                </a:lnTo>
                <a:close/>
                <a:moveTo>
                  <a:pt x="1025370" y="115225"/>
                </a:moveTo>
                <a:lnTo>
                  <a:pt x="1025370" y="0"/>
                </a:lnTo>
                <a:lnTo>
                  <a:pt x="1047456" y="0"/>
                </a:lnTo>
                <a:lnTo>
                  <a:pt x="1047456" y="115225"/>
                </a:lnTo>
                <a:lnTo>
                  <a:pt x="1025370" y="115225"/>
                </a:lnTo>
                <a:close/>
                <a:moveTo>
                  <a:pt x="1059666" y="31754"/>
                </a:moveTo>
                <a:lnTo>
                  <a:pt x="1083167" y="31754"/>
                </a:lnTo>
                <a:lnTo>
                  <a:pt x="1103131" y="91074"/>
                </a:lnTo>
                <a:lnTo>
                  <a:pt x="1122624" y="31754"/>
                </a:lnTo>
                <a:lnTo>
                  <a:pt x="1145496" y="31754"/>
                </a:lnTo>
                <a:lnTo>
                  <a:pt x="1116021" y="112109"/>
                </a:lnTo>
                <a:lnTo>
                  <a:pt x="1110755" y="126701"/>
                </a:lnTo>
                <a:cubicBezTo>
                  <a:pt x="1108816" y="131574"/>
                  <a:pt x="1106969" y="135294"/>
                  <a:pt x="1105214" y="137862"/>
                </a:cubicBezTo>
                <a:cubicBezTo>
                  <a:pt x="1103459" y="140429"/>
                  <a:pt x="1101441" y="142512"/>
                  <a:pt x="1099162" y="144110"/>
                </a:cubicBezTo>
                <a:cubicBezTo>
                  <a:pt x="1096883" y="145709"/>
                  <a:pt x="1094079" y="146953"/>
                  <a:pt x="1090752" y="147844"/>
                </a:cubicBezTo>
                <a:cubicBezTo>
                  <a:pt x="1087425" y="148735"/>
                  <a:pt x="1083665" y="149180"/>
                  <a:pt x="1079473" y="149180"/>
                </a:cubicBezTo>
                <a:cubicBezTo>
                  <a:pt x="1075229" y="149180"/>
                  <a:pt x="1071063" y="148735"/>
                  <a:pt x="1066976" y="147844"/>
                </a:cubicBezTo>
                <a:lnTo>
                  <a:pt x="1065011" y="130552"/>
                </a:lnTo>
                <a:cubicBezTo>
                  <a:pt x="1068469" y="131233"/>
                  <a:pt x="1071587" y="131574"/>
                  <a:pt x="1074364" y="131574"/>
                </a:cubicBezTo>
                <a:cubicBezTo>
                  <a:pt x="1079499" y="131574"/>
                  <a:pt x="1083298" y="130067"/>
                  <a:pt x="1085761" y="127055"/>
                </a:cubicBezTo>
                <a:cubicBezTo>
                  <a:pt x="1088224" y="124042"/>
                  <a:pt x="1090110" y="120203"/>
                  <a:pt x="1091420" y="115540"/>
                </a:cubicBezTo>
                <a:lnTo>
                  <a:pt x="1059666" y="31754"/>
                </a:lnTo>
                <a:close/>
                <a:moveTo>
                  <a:pt x="1151837" y="91489"/>
                </a:moveTo>
                <a:lnTo>
                  <a:pt x="1174002" y="88030"/>
                </a:lnTo>
                <a:cubicBezTo>
                  <a:pt x="1174945" y="92301"/>
                  <a:pt x="1176858" y="95543"/>
                  <a:pt x="1179740" y="97757"/>
                </a:cubicBezTo>
                <a:cubicBezTo>
                  <a:pt x="1182622" y="99971"/>
                  <a:pt x="1186656" y="101078"/>
                  <a:pt x="1191844" y="101078"/>
                </a:cubicBezTo>
                <a:cubicBezTo>
                  <a:pt x="1197555" y="101078"/>
                  <a:pt x="1201852" y="100031"/>
                  <a:pt x="1204734" y="97939"/>
                </a:cubicBezTo>
                <a:cubicBezTo>
                  <a:pt x="1206673" y="96473"/>
                  <a:pt x="1207642" y="94511"/>
                  <a:pt x="1207642" y="92051"/>
                </a:cubicBezTo>
                <a:cubicBezTo>
                  <a:pt x="1207642" y="90376"/>
                  <a:pt x="1207118" y="88989"/>
                  <a:pt x="1206070" y="87890"/>
                </a:cubicBezTo>
                <a:cubicBezTo>
                  <a:pt x="1204970" y="86844"/>
                  <a:pt x="1202507" y="85876"/>
                  <a:pt x="1198682" y="84987"/>
                </a:cubicBezTo>
                <a:cubicBezTo>
                  <a:pt x="1180866" y="81064"/>
                  <a:pt x="1169574" y="77479"/>
                  <a:pt x="1164806" y="74234"/>
                </a:cubicBezTo>
                <a:cubicBezTo>
                  <a:pt x="1158204" y="69731"/>
                  <a:pt x="1154902" y="63475"/>
                  <a:pt x="1154902" y="55466"/>
                </a:cubicBezTo>
                <a:cubicBezTo>
                  <a:pt x="1154902" y="48241"/>
                  <a:pt x="1157758" y="42169"/>
                  <a:pt x="1163470" y="37248"/>
                </a:cubicBezTo>
                <a:cubicBezTo>
                  <a:pt x="1169181" y="32328"/>
                  <a:pt x="1178037" y="29867"/>
                  <a:pt x="1190036" y="29867"/>
                </a:cubicBezTo>
                <a:cubicBezTo>
                  <a:pt x="1201459" y="29867"/>
                  <a:pt x="1209948" y="31721"/>
                  <a:pt x="1215502" y="35428"/>
                </a:cubicBezTo>
                <a:cubicBezTo>
                  <a:pt x="1221056" y="39136"/>
                  <a:pt x="1224881" y="44618"/>
                  <a:pt x="1226977" y="51875"/>
                </a:cubicBezTo>
                <a:lnTo>
                  <a:pt x="1206149" y="55805"/>
                </a:lnTo>
                <a:cubicBezTo>
                  <a:pt x="1205258" y="52556"/>
                  <a:pt x="1203568" y="50067"/>
                  <a:pt x="1201079" y="48338"/>
                </a:cubicBezTo>
                <a:cubicBezTo>
                  <a:pt x="1198590" y="46609"/>
                  <a:pt x="1195040" y="45744"/>
                  <a:pt x="1190429" y="45744"/>
                </a:cubicBezTo>
                <a:cubicBezTo>
                  <a:pt x="1184613" y="45744"/>
                  <a:pt x="1180447" y="46556"/>
                  <a:pt x="1177932" y="48178"/>
                </a:cubicBezTo>
                <a:cubicBezTo>
                  <a:pt x="1176255" y="49328"/>
                  <a:pt x="1175417" y="50819"/>
                  <a:pt x="1175417" y="52651"/>
                </a:cubicBezTo>
                <a:cubicBezTo>
                  <a:pt x="1175417" y="54220"/>
                  <a:pt x="1176150" y="55554"/>
                  <a:pt x="1177617" y="56652"/>
                </a:cubicBezTo>
                <a:cubicBezTo>
                  <a:pt x="1179609" y="58118"/>
                  <a:pt x="1186486" y="60185"/>
                  <a:pt x="1198250" y="62854"/>
                </a:cubicBezTo>
                <a:cubicBezTo>
                  <a:pt x="1210013" y="65523"/>
                  <a:pt x="1218227" y="68797"/>
                  <a:pt x="1222890" y="72677"/>
                </a:cubicBezTo>
                <a:cubicBezTo>
                  <a:pt x="1227501" y="76610"/>
                  <a:pt x="1229807" y="82089"/>
                  <a:pt x="1229807" y="89114"/>
                </a:cubicBezTo>
                <a:cubicBezTo>
                  <a:pt x="1229807" y="96769"/>
                  <a:pt x="1226610" y="103349"/>
                  <a:pt x="1220218" y="108854"/>
                </a:cubicBezTo>
                <a:cubicBezTo>
                  <a:pt x="1213825" y="114359"/>
                  <a:pt x="1204367" y="117112"/>
                  <a:pt x="1191844" y="117112"/>
                </a:cubicBezTo>
                <a:cubicBezTo>
                  <a:pt x="1180473" y="117112"/>
                  <a:pt x="1171474" y="114814"/>
                  <a:pt x="1164845" y="110217"/>
                </a:cubicBezTo>
                <a:cubicBezTo>
                  <a:pt x="1158217" y="105619"/>
                  <a:pt x="1153881" y="99376"/>
                  <a:pt x="1151837" y="91489"/>
                </a:cubicBezTo>
                <a:close/>
                <a:moveTo>
                  <a:pt x="1249118" y="20436"/>
                </a:moveTo>
                <a:lnTo>
                  <a:pt x="1249118" y="0"/>
                </a:lnTo>
                <a:lnTo>
                  <a:pt x="1271204" y="0"/>
                </a:lnTo>
                <a:lnTo>
                  <a:pt x="1271204" y="20436"/>
                </a:lnTo>
                <a:lnTo>
                  <a:pt x="1249118" y="20436"/>
                </a:lnTo>
                <a:moveTo>
                  <a:pt x="1249118" y="115225"/>
                </a:moveTo>
                <a:lnTo>
                  <a:pt x="1249118" y="31754"/>
                </a:lnTo>
                <a:lnTo>
                  <a:pt x="1271204" y="31754"/>
                </a:lnTo>
                <a:lnTo>
                  <a:pt x="1271204" y="115225"/>
                </a:lnTo>
                <a:lnTo>
                  <a:pt x="1249118" y="115225"/>
                </a:lnTo>
                <a:close/>
                <a:moveTo>
                  <a:pt x="1286086" y="91489"/>
                </a:moveTo>
                <a:lnTo>
                  <a:pt x="1308251" y="88030"/>
                </a:lnTo>
                <a:cubicBezTo>
                  <a:pt x="1309194" y="92301"/>
                  <a:pt x="1311107" y="95543"/>
                  <a:pt x="1313989" y="97757"/>
                </a:cubicBezTo>
                <a:cubicBezTo>
                  <a:pt x="1316871" y="99971"/>
                  <a:pt x="1320906" y="101078"/>
                  <a:pt x="1326093" y="101078"/>
                </a:cubicBezTo>
                <a:cubicBezTo>
                  <a:pt x="1331805" y="101078"/>
                  <a:pt x="1336101" y="100031"/>
                  <a:pt x="1338983" y="97939"/>
                </a:cubicBezTo>
                <a:cubicBezTo>
                  <a:pt x="1340922" y="96473"/>
                  <a:pt x="1341891" y="94511"/>
                  <a:pt x="1341891" y="92051"/>
                </a:cubicBezTo>
                <a:cubicBezTo>
                  <a:pt x="1341891" y="90376"/>
                  <a:pt x="1341367" y="88989"/>
                  <a:pt x="1340319" y="87890"/>
                </a:cubicBezTo>
                <a:cubicBezTo>
                  <a:pt x="1339219" y="86844"/>
                  <a:pt x="1336756" y="85876"/>
                  <a:pt x="1332931" y="84987"/>
                </a:cubicBezTo>
                <a:cubicBezTo>
                  <a:pt x="1315115" y="81064"/>
                  <a:pt x="1303824" y="77479"/>
                  <a:pt x="1299055" y="74234"/>
                </a:cubicBezTo>
                <a:cubicBezTo>
                  <a:pt x="1292453" y="69731"/>
                  <a:pt x="1289152" y="63475"/>
                  <a:pt x="1289152" y="55466"/>
                </a:cubicBezTo>
                <a:cubicBezTo>
                  <a:pt x="1289152" y="48241"/>
                  <a:pt x="1292008" y="42169"/>
                  <a:pt x="1297719" y="37248"/>
                </a:cubicBezTo>
                <a:cubicBezTo>
                  <a:pt x="1303431" y="32328"/>
                  <a:pt x="1312286" y="29867"/>
                  <a:pt x="1324285" y="29867"/>
                </a:cubicBezTo>
                <a:cubicBezTo>
                  <a:pt x="1335708" y="29867"/>
                  <a:pt x="1344197" y="31721"/>
                  <a:pt x="1349751" y="35428"/>
                </a:cubicBezTo>
                <a:cubicBezTo>
                  <a:pt x="1355306" y="39136"/>
                  <a:pt x="1359131" y="44618"/>
                  <a:pt x="1361227" y="51875"/>
                </a:cubicBezTo>
                <a:lnTo>
                  <a:pt x="1340398" y="55805"/>
                </a:lnTo>
                <a:cubicBezTo>
                  <a:pt x="1339507" y="52556"/>
                  <a:pt x="1337817" y="50067"/>
                  <a:pt x="1335328" y="48338"/>
                </a:cubicBezTo>
                <a:cubicBezTo>
                  <a:pt x="1332839" y="46609"/>
                  <a:pt x="1329289" y="45744"/>
                  <a:pt x="1324678" y="45744"/>
                </a:cubicBezTo>
                <a:cubicBezTo>
                  <a:pt x="1318862" y="45744"/>
                  <a:pt x="1314696" y="46556"/>
                  <a:pt x="1312181" y="48178"/>
                </a:cubicBezTo>
                <a:cubicBezTo>
                  <a:pt x="1310504" y="49328"/>
                  <a:pt x="1309666" y="50819"/>
                  <a:pt x="1309666" y="52651"/>
                </a:cubicBezTo>
                <a:cubicBezTo>
                  <a:pt x="1309666" y="54220"/>
                  <a:pt x="1310400" y="55554"/>
                  <a:pt x="1311867" y="56652"/>
                </a:cubicBezTo>
                <a:cubicBezTo>
                  <a:pt x="1313858" y="58118"/>
                  <a:pt x="1320735" y="60185"/>
                  <a:pt x="1332499" y="62854"/>
                </a:cubicBezTo>
                <a:cubicBezTo>
                  <a:pt x="1344262" y="65523"/>
                  <a:pt x="1352476" y="68797"/>
                  <a:pt x="1357140" y="72677"/>
                </a:cubicBezTo>
                <a:cubicBezTo>
                  <a:pt x="1361751" y="76610"/>
                  <a:pt x="1364056" y="82089"/>
                  <a:pt x="1364056" y="89114"/>
                </a:cubicBezTo>
                <a:cubicBezTo>
                  <a:pt x="1364056" y="96769"/>
                  <a:pt x="1360860" y="103349"/>
                  <a:pt x="1354467" y="108854"/>
                </a:cubicBezTo>
                <a:cubicBezTo>
                  <a:pt x="1348074" y="114359"/>
                  <a:pt x="1338616" y="117112"/>
                  <a:pt x="1326093" y="117112"/>
                </a:cubicBezTo>
                <a:cubicBezTo>
                  <a:pt x="1314723" y="117112"/>
                  <a:pt x="1305723" y="114814"/>
                  <a:pt x="1299094" y="110217"/>
                </a:cubicBezTo>
                <a:cubicBezTo>
                  <a:pt x="1292466" y="105619"/>
                  <a:pt x="1288130" y="99376"/>
                  <a:pt x="1286086" y="9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7F63A-5EB7-414D-933F-33DBFBA7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42" y="3681678"/>
            <a:ext cx="329316" cy="317908"/>
          </a:xfrm>
          <a:custGeom xmlns:a="http://schemas.openxmlformats.org/drawingml/2006/main">
            <a:pathLst>
              <a:path w="329316" h="317908">
                <a:moveTo>
                  <a:pt x="0" y="317908"/>
                </a:moveTo>
                <a:lnTo>
                  <a:pt x="329316" y="317908"/>
                </a:lnTo>
                <a:lnTo>
                  <a:pt x="329316" y="0"/>
                </a:lnTo>
                <a:lnTo>
                  <a:pt x="0" y="0"/>
                </a:lnTo>
                <a:lnTo>
                  <a:pt x="0" y="3179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d159d93fc4612"/>
          <a:stretch xmlns:a="http://schemas.openxmlformats.org/drawingml/2006/main"/>
        </p:blipFill>
        <p:spPr>
          <a:xfrm xmlns:a="http://schemas.openxmlformats.org/drawingml/2006/main">
            <a:off x="8333442" y="3682834"/>
            <a:ext cx="329316" cy="315595"/>
          </a:xfrm>
          <a:prstGeom xmlns:a="http://schemas.openxmlformats.org/drawingml/2006/main" prst="rect">
            <a:avLst/>
          </a:prstGeom>
        </p:spPr>
      </p:pic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03B73-5FE3-4300-A510-E1509B49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42" y="4356665"/>
            <a:ext cx="329316" cy="317920"/>
          </a:xfrm>
          <a:custGeom xmlns:a="http://schemas.openxmlformats.org/drawingml/2006/main">
            <a:pathLst>
              <a:path w="329316" h="317920">
                <a:moveTo>
                  <a:pt x="0" y="317920"/>
                </a:moveTo>
                <a:lnTo>
                  <a:pt x="329316" y="317920"/>
                </a:lnTo>
                <a:lnTo>
                  <a:pt x="329316" y="0"/>
                </a:lnTo>
                <a:lnTo>
                  <a:pt x="0" y="0"/>
                </a:lnTo>
                <a:lnTo>
                  <a:pt x="0" y="3179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cce3d4d894415"/>
          <a:stretch xmlns:a="http://schemas.openxmlformats.org/drawingml/2006/main"/>
        </p:blipFill>
        <p:spPr>
          <a:xfrm xmlns:a="http://schemas.openxmlformats.org/drawingml/2006/main">
            <a:off x="8333442" y="4357827"/>
            <a:ext cx="329316" cy="315595"/>
          </a:xfrm>
          <a:prstGeom xmlns:a="http://schemas.openxmlformats.org/drawingml/2006/main" prst="rect">
            <a:avLst/>
          </a:prstGeom>
        </p:spPr>
      </p:pic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BC504-8ED2-4285-ABE0-DBC30882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941" y="4035533"/>
            <a:ext cx="324469" cy="21346"/>
          </a:xfrm>
          <a:custGeom xmlns:a="http://schemas.openxmlformats.org/drawingml/2006/main">
            <a:pathLst>
              <a:path w="324469" h="21346" fill="none">
                <a:moveTo>
                  <a:pt x="0" y="21346"/>
                </a:moveTo>
                <a:lnTo>
                  <a:pt x="3244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3004E-4F7A-4EAC-8FF3-8ECB04FA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864" y="3990184"/>
            <a:ext cx="96726" cy="93783"/>
          </a:xfrm>
          <a:custGeom xmlns:a="http://schemas.openxmlformats.org/drawingml/2006/main">
            <a:pathLst>
              <a:path w="96726" h="93783">
                <a:moveTo>
                  <a:pt x="96726" y="40777"/>
                </a:moveTo>
                <a:lnTo>
                  <a:pt x="6172" y="93783"/>
                </a:lnTo>
                <a:lnTo>
                  <a:pt x="26546" y="45349"/>
                </a:lnTo>
                <a:lnTo>
                  <a:pt x="0" y="0"/>
                </a:lnTo>
                <a:lnTo>
                  <a:pt x="96726" y="407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1A7B2-BD07-499C-ADF1-15FB72BF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864" y="3990184"/>
            <a:ext cx="96726" cy="93783"/>
          </a:xfrm>
          <a:custGeom xmlns:a="http://schemas.openxmlformats.org/drawingml/2006/main">
            <a:pathLst>
              <a:path w="96726" h="93783" fill="none">
                <a:moveTo>
                  <a:pt x="96726" y="40777"/>
                </a:moveTo>
                <a:lnTo>
                  <a:pt x="6172" y="93783"/>
                </a:lnTo>
                <a:lnTo>
                  <a:pt x="26546" y="45349"/>
                </a:lnTo>
                <a:lnTo>
                  <a:pt x="0" y="0"/>
                </a:lnTo>
                <a:lnTo>
                  <a:pt x="96726" y="407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16F37-009F-4E38-B575-A14FA772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941" y="4103684"/>
            <a:ext cx="366474" cy="624307"/>
          </a:xfrm>
          <a:custGeom xmlns:a="http://schemas.openxmlformats.org/drawingml/2006/main">
            <a:pathLst>
              <a:path w="366474" h="624307" fill="none">
                <a:moveTo>
                  <a:pt x="0" y="624307"/>
                </a:moveTo>
                <a:lnTo>
                  <a:pt x="366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60B4D-A6F5-4757-89EA-FBAE39BD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5952" y="4042905"/>
            <a:ext cx="88011" cy="104785"/>
          </a:xfrm>
          <a:custGeom xmlns:a="http://schemas.openxmlformats.org/drawingml/2006/main">
            <a:pathLst>
              <a:path w="88011" h="104785">
                <a:moveTo>
                  <a:pt x="88011" y="0"/>
                </a:moveTo>
                <a:lnTo>
                  <a:pt x="81039" y="104785"/>
                </a:lnTo>
                <a:lnTo>
                  <a:pt x="52464" y="60779"/>
                </a:lnTo>
                <a:lnTo>
                  <a:pt x="0" y="57150"/>
                </a:lnTo>
                <a:lnTo>
                  <a:pt x="8801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E0888-D1D3-4222-8EB9-EFB57B19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5952" y="4042905"/>
            <a:ext cx="88011" cy="104785"/>
          </a:xfrm>
          <a:custGeom xmlns:a="http://schemas.openxmlformats.org/drawingml/2006/main">
            <a:pathLst>
              <a:path w="88011" h="104785" fill="none">
                <a:moveTo>
                  <a:pt x="88011" y="0"/>
                </a:moveTo>
                <a:lnTo>
                  <a:pt x="81039" y="104785"/>
                </a:lnTo>
                <a:lnTo>
                  <a:pt x="52464" y="60779"/>
                </a:lnTo>
                <a:lnTo>
                  <a:pt x="0" y="57150"/>
                </a:lnTo>
                <a:lnTo>
                  <a:pt x="8801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9747E-5A5A-4D02-9210-1FC10FC0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740" y="1182891"/>
            <a:ext cx="260233" cy="308924"/>
          </a:xfrm>
          <a:custGeom xmlns:a="http://schemas.openxmlformats.org/drawingml/2006/main">
            <a:pathLst>
              <a:path w="260233" h="308924" fill="none">
                <a:moveTo>
                  <a:pt x="0" y="308924"/>
                </a:moveTo>
                <a:lnTo>
                  <a:pt x="2602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F2A2D-CC2D-4753-9E58-8CD6F133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52" y="1128970"/>
            <a:ext cx="96469" cy="102070"/>
          </a:xfrm>
          <a:custGeom xmlns:a="http://schemas.openxmlformats.org/drawingml/2006/main">
            <a:pathLst>
              <a:path w="96469" h="102070">
                <a:moveTo>
                  <a:pt x="96469" y="0"/>
                </a:moveTo>
                <a:lnTo>
                  <a:pt x="71923" y="102070"/>
                </a:lnTo>
                <a:lnTo>
                  <a:pt x="51121" y="53921"/>
                </a:lnTo>
                <a:lnTo>
                  <a:pt x="0" y="41577"/>
                </a:lnTo>
                <a:lnTo>
                  <a:pt x="9646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2614D-ECD1-440F-BE9A-13475C38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52" y="1128970"/>
            <a:ext cx="96469" cy="102070"/>
          </a:xfrm>
          <a:custGeom xmlns:a="http://schemas.openxmlformats.org/drawingml/2006/main">
            <a:pathLst>
              <a:path w="96469" h="102070" fill="none">
                <a:moveTo>
                  <a:pt x="96469" y="0"/>
                </a:moveTo>
                <a:lnTo>
                  <a:pt x="71923" y="102070"/>
                </a:lnTo>
                <a:lnTo>
                  <a:pt x="51121" y="53921"/>
                </a:lnTo>
                <a:lnTo>
                  <a:pt x="0" y="41577"/>
                </a:lnTo>
                <a:lnTo>
                  <a:pt x="9646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D91F7-B853-484B-AAB5-8E27C4F4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740" y="1102681"/>
            <a:ext cx="229914" cy="10858"/>
          </a:xfrm>
          <a:custGeom xmlns:a="http://schemas.openxmlformats.org/drawingml/2006/main">
            <a:pathLst>
              <a:path w="229914" h="10858" fill="none">
                <a:moveTo>
                  <a:pt x="0" y="0"/>
                </a:moveTo>
                <a:lnTo>
                  <a:pt x="229914" y="10858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D907C-83A5-4B00-ABD6-553841DF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051" y="1065505"/>
            <a:ext cx="95898" cy="93783"/>
          </a:xfrm>
          <a:custGeom xmlns:a="http://schemas.openxmlformats.org/drawingml/2006/main">
            <a:pathLst>
              <a:path w="95898" h="93783">
                <a:moveTo>
                  <a:pt x="95898" y="51235"/>
                </a:moveTo>
                <a:lnTo>
                  <a:pt x="0" y="93783"/>
                </a:lnTo>
                <a:lnTo>
                  <a:pt x="25603" y="48035"/>
                </a:lnTo>
                <a:lnTo>
                  <a:pt x="4401" y="0"/>
                </a:lnTo>
                <a:lnTo>
                  <a:pt x="95898" y="512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3AFC7-9C13-4FD5-A1C1-50019A2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051" y="1065505"/>
            <a:ext cx="95898" cy="93783"/>
          </a:xfrm>
          <a:custGeom xmlns:a="http://schemas.openxmlformats.org/drawingml/2006/main">
            <a:pathLst>
              <a:path w="95898" h="93783" fill="none">
                <a:moveTo>
                  <a:pt x="95898" y="51235"/>
                </a:moveTo>
                <a:lnTo>
                  <a:pt x="0" y="93783"/>
                </a:lnTo>
                <a:lnTo>
                  <a:pt x="25603" y="48035"/>
                </a:lnTo>
                <a:lnTo>
                  <a:pt x="4401" y="0"/>
                </a:lnTo>
                <a:lnTo>
                  <a:pt x="95898" y="512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9F8BB-EA3C-4449-B8F8-48E48104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740" y="688715"/>
            <a:ext cx="264662" cy="359874"/>
          </a:xfrm>
          <a:custGeom xmlns:a="http://schemas.openxmlformats.org/drawingml/2006/main">
            <a:pathLst>
              <a:path w="264662" h="359874" fill="none">
                <a:moveTo>
                  <a:pt x="0" y="0"/>
                </a:moveTo>
                <a:lnTo>
                  <a:pt x="264662" y="359874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E2CD2-A9E6-4B3A-8830-1ECBC272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624" y="1001925"/>
            <a:ext cx="93497" cy="103413"/>
          </a:xfrm>
          <a:custGeom xmlns:a="http://schemas.openxmlformats.org/drawingml/2006/main">
            <a:pathLst>
              <a:path w="93497" h="103413">
                <a:moveTo>
                  <a:pt x="93497" y="103413"/>
                </a:moveTo>
                <a:lnTo>
                  <a:pt x="0" y="55664"/>
                </a:lnTo>
                <a:lnTo>
                  <a:pt x="51778" y="46663"/>
                </a:lnTo>
                <a:lnTo>
                  <a:pt x="75667" y="0"/>
                </a:lnTo>
                <a:lnTo>
                  <a:pt x="93497" y="1034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18DDB-0957-4B82-822D-1D934838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624" y="1001925"/>
            <a:ext cx="93497" cy="103413"/>
          </a:xfrm>
          <a:custGeom xmlns:a="http://schemas.openxmlformats.org/drawingml/2006/main">
            <a:pathLst>
              <a:path w="93497" h="103413" fill="none">
                <a:moveTo>
                  <a:pt x="93497" y="103413"/>
                </a:moveTo>
                <a:lnTo>
                  <a:pt x="0" y="55664"/>
                </a:lnTo>
                <a:lnTo>
                  <a:pt x="51778" y="46663"/>
                </a:lnTo>
                <a:lnTo>
                  <a:pt x="75667" y="0"/>
                </a:lnTo>
                <a:lnTo>
                  <a:pt x="93497" y="1034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BC20D-BDD2-4826-A6C4-CD9343FF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768" y="1118511"/>
            <a:ext cx="385277" cy="4543"/>
          </a:xfrm>
          <a:custGeom xmlns:a="http://schemas.openxmlformats.org/drawingml/2006/main">
            <a:pathLst>
              <a:path w="385277" h="4543" fill="none">
                <a:moveTo>
                  <a:pt x="0" y="4543"/>
                </a:moveTo>
                <a:lnTo>
                  <a:pt x="3852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E3918-0170-42B9-BC8E-9E285600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013" y="1071820"/>
            <a:ext cx="94440" cy="93897"/>
          </a:xfrm>
          <a:custGeom xmlns:a="http://schemas.openxmlformats.org/drawingml/2006/main">
            <a:pathLst>
              <a:path w="94440" h="93897">
                <a:moveTo>
                  <a:pt x="94440" y="45863"/>
                </a:moveTo>
                <a:lnTo>
                  <a:pt x="1086" y="93897"/>
                </a:lnTo>
                <a:lnTo>
                  <a:pt x="24032" y="46692"/>
                </a:lnTo>
                <a:lnTo>
                  <a:pt x="0" y="0"/>
                </a:lnTo>
                <a:lnTo>
                  <a:pt x="94440" y="458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3C808-F8E2-4D13-912C-16C2154F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013" y="1071820"/>
            <a:ext cx="94440" cy="93897"/>
          </a:xfrm>
          <a:custGeom xmlns:a="http://schemas.openxmlformats.org/drawingml/2006/main">
            <a:pathLst>
              <a:path w="94440" h="93897" fill="none">
                <a:moveTo>
                  <a:pt x="94440" y="45863"/>
                </a:moveTo>
                <a:lnTo>
                  <a:pt x="1086" y="93897"/>
                </a:lnTo>
                <a:lnTo>
                  <a:pt x="24032" y="46692"/>
                </a:lnTo>
                <a:lnTo>
                  <a:pt x="0" y="0"/>
                </a:lnTo>
                <a:lnTo>
                  <a:pt x="94440" y="458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96473-90B2-4C0E-91B8-86A0FC8F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202" y="1194149"/>
            <a:ext cx="3004776" cy="2376868"/>
          </a:xfrm>
          <a:custGeom xmlns:a="http://schemas.openxmlformats.org/drawingml/2006/main">
            <a:pathLst>
              <a:path w="3004776" h="2376868" fill="none">
                <a:moveTo>
                  <a:pt x="2876274" y="0"/>
                </a:moveTo>
                <a:lnTo>
                  <a:pt x="3004776" y="2543"/>
                </a:lnTo>
                <a:lnTo>
                  <a:pt x="3004776" y="1478099"/>
                </a:lnTo>
                <a:lnTo>
                  <a:pt x="0" y="1478099"/>
                </a:lnTo>
                <a:lnTo>
                  <a:pt x="0" y="2376868"/>
                </a:lnTo>
                <a:lnTo>
                  <a:pt x="435169" y="2374182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74A3F-A9A5-4D62-8721-25F60A7D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21497"/>
            <a:ext cx="94183" cy="93897"/>
          </a:xfrm>
          <a:custGeom xmlns:a="http://schemas.openxmlformats.org/drawingml/2006/main">
            <a:pathLst>
              <a:path w="94183" h="93897">
                <a:moveTo>
                  <a:pt x="94183" y="46434"/>
                </a:moveTo>
                <a:lnTo>
                  <a:pt x="543" y="93897"/>
                </a:lnTo>
                <a:lnTo>
                  <a:pt x="23746" y="46834"/>
                </a:lnTo>
                <a:lnTo>
                  <a:pt x="0" y="0"/>
                </a:lnTo>
                <a:lnTo>
                  <a:pt x="94183" y="464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B31A4-789B-4CE9-AFFF-95D43A69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21497"/>
            <a:ext cx="94183" cy="93897"/>
          </a:xfrm>
          <a:custGeom xmlns:a="http://schemas.openxmlformats.org/drawingml/2006/main">
            <a:pathLst>
              <a:path w="94183" h="93897" fill="none">
                <a:moveTo>
                  <a:pt x="94183" y="46434"/>
                </a:moveTo>
                <a:lnTo>
                  <a:pt x="543" y="93897"/>
                </a:lnTo>
                <a:lnTo>
                  <a:pt x="23746" y="46834"/>
                </a:lnTo>
                <a:lnTo>
                  <a:pt x="0" y="0"/>
                </a:lnTo>
                <a:lnTo>
                  <a:pt x="94183" y="46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EF15E-B3D5-4FBE-938C-9D6D27E1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6" y="1193349"/>
            <a:ext cx="10999592" cy="2565464"/>
          </a:xfrm>
          <a:custGeom xmlns:a="http://schemas.openxmlformats.org/drawingml/2006/main">
            <a:pathLst>
              <a:path w="10999592" h="2565464" fill="none">
                <a:moveTo>
                  <a:pt x="10865461" y="0"/>
                </a:moveTo>
                <a:lnTo>
                  <a:pt x="10999592" y="3343"/>
                </a:lnTo>
                <a:lnTo>
                  <a:pt x="10999592" y="1478899"/>
                </a:lnTo>
                <a:lnTo>
                  <a:pt x="0" y="1478899"/>
                </a:lnTo>
                <a:lnTo>
                  <a:pt x="0" y="2565464"/>
                </a:lnTo>
                <a:lnTo>
                  <a:pt x="182834" y="2565464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B23B5-9FD4-4270-A2D5-3149A110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6" y="3711835"/>
            <a:ext cx="93897" cy="93926"/>
          </a:xfrm>
          <a:custGeom xmlns:a="http://schemas.openxmlformats.org/drawingml/2006/main">
            <a:pathLst>
              <a:path w="93897" h="93926">
                <a:moveTo>
                  <a:pt x="93897" y="46977"/>
                </a:moveTo>
                <a:lnTo>
                  <a:pt x="0" y="93926"/>
                </a:lnTo>
                <a:lnTo>
                  <a:pt x="23474" y="46977"/>
                </a:lnTo>
                <a:lnTo>
                  <a:pt x="0" y="0"/>
                </a:lnTo>
                <a:lnTo>
                  <a:pt x="93897" y="469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DC73A-4DF7-49B5-BA28-BB6C9083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6" y="3711835"/>
            <a:ext cx="93897" cy="93926"/>
          </a:xfrm>
          <a:custGeom xmlns:a="http://schemas.openxmlformats.org/drawingml/2006/main">
            <a:pathLst>
              <a:path w="93897" h="93926" fill="none">
                <a:moveTo>
                  <a:pt x="93897" y="46977"/>
                </a:moveTo>
                <a:lnTo>
                  <a:pt x="0" y="93926"/>
                </a:lnTo>
                <a:lnTo>
                  <a:pt x="23474" y="46977"/>
                </a:lnTo>
                <a:lnTo>
                  <a:pt x="0" y="0"/>
                </a:lnTo>
                <a:lnTo>
                  <a:pt x="93897" y="469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ECC14-F73E-436E-A38E-185E37B6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530" y="4684385"/>
            <a:ext cx="162735" cy="10"/>
          </a:xfrm>
          <a:custGeom xmlns:a="http://schemas.openxmlformats.org/drawingml/2006/main">
            <a:pathLst>
              <a:path w="162735" h="1" fill="none">
                <a:moveTo>
                  <a:pt x="0" y="0"/>
                </a:moveTo>
                <a:lnTo>
                  <a:pt x="1627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6B9C0-2963-47F7-9128-C62D16D8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75" y="4637437"/>
            <a:ext cx="93897" cy="93897"/>
          </a:xfrm>
          <a:custGeom xmlns:a="http://schemas.openxmlformats.org/drawingml/2006/main">
            <a:pathLst>
              <a:path w="93897" h="93897">
                <a:moveTo>
                  <a:pt x="93897" y="46949"/>
                </a:moveTo>
                <a:lnTo>
                  <a:pt x="0" y="93897"/>
                </a:lnTo>
                <a:lnTo>
                  <a:pt x="23489" y="46949"/>
                </a:lnTo>
                <a:lnTo>
                  <a:pt x="0" y="0"/>
                </a:lnTo>
                <a:lnTo>
                  <a:pt x="93897" y="469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DD25F-CE5B-4A39-81CE-F26FD12F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75" y="4637437"/>
            <a:ext cx="93897" cy="93897"/>
          </a:xfrm>
          <a:custGeom xmlns:a="http://schemas.openxmlformats.org/drawingml/2006/main">
            <a:pathLst>
              <a:path w="93897" h="93897" fill="none">
                <a:moveTo>
                  <a:pt x="93897" y="46949"/>
                </a:moveTo>
                <a:lnTo>
                  <a:pt x="0" y="93897"/>
                </a:lnTo>
                <a:lnTo>
                  <a:pt x="23489" y="46949"/>
                </a:lnTo>
                <a:lnTo>
                  <a:pt x="0" y="0"/>
                </a:lnTo>
                <a:lnTo>
                  <a:pt x="93897" y="46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93097-282A-480E-A508-4946CB99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202" y="3584419"/>
            <a:ext cx="3852939" cy="1596285"/>
          </a:xfrm>
          <a:custGeom xmlns:a="http://schemas.openxmlformats.org/drawingml/2006/main">
            <a:pathLst>
              <a:path w="3852939" h="1596285" fill="none">
                <a:moveTo>
                  <a:pt x="0" y="0"/>
                </a:moveTo>
                <a:lnTo>
                  <a:pt x="348758" y="0"/>
                </a:lnTo>
                <a:lnTo>
                  <a:pt x="348758" y="1596285"/>
                </a:lnTo>
                <a:lnTo>
                  <a:pt x="3434001" y="1596285"/>
                </a:lnTo>
                <a:lnTo>
                  <a:pt x="3434001" y="657282"/>
                </a:lnTo>
                <a:lnTo>
                  <a:pt x="3852939" y="659711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7377B-F17E-4AB3-ADDF-A7A683C4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394" y="4197039"/>
            <a:ext cx="94183" cy="93897"/>
          </a:xfrm>
          <a:custGeom xmlns:a="http://schemas.openxmlformats.org/drawingml/2006/main">
            <a:pathLst>
              <a:path w="94183" h="93897">
                <a:moveTo>
                  <a:pt x="94183" y="47492"/>
                </a:moveTo>
                <a:lnTo>
                  <a:pt x="0" y="93897"/>
                </a:lnTo>
                <a:lnTo>
                  <a:pt x="23746" y="47092"/>
                </a:lnTo>
                <a:lnTo>
                  <a:pt x="543" y="0"/>
                </a:lnTo>
                <a:lnTo>
                  <a:pt x="94183" y="474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43AB6-1F1F-4508-A607-19789529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394" y="4197039"/>
            <a:ext cx="94183" cy="93897"/>
          </a:xfrm>
          <a:custGeom xmlns:a="http://schemas.openxmlformats.org/drawingml/2006/main">
            <a:pathLst>
              <a:path w="94183" h="93897" fill="none">
                <a:moveTo>
                  <a:pt x="94183" y="47492"/>
                </a:moveTo>
                <a:lnTo>
                  <a:pt x="0" y="93897"/>
                </a:lnTo>
                <a:lnTo>
                  <a:pt x="23746" y="47092"/>
                </a:lnTo>
                <a:lnTo>
                  <a:pt x="543" y="0"/>
                </a:lnTo>
                <a:lnTo>
                  <a:pt x="94183" y="474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47F3B-7136-4889-AEB9-D3AF43CA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444" y="4798143"/>
            <a:ext cx="773182" cy="52835"/>
          </a:xfrm>
          <a:custGeom xmlns:a="http://schemas.openxmlformats.org/drawingml/2006/main">
            <a:pathLst>
              <a:path w="773182" h="52835" fill="none">
                <a:moveTo>
                  <a:pt x="0" y="52035"/>
                </a:moveTo>
                <a:lnTo>
                  <a:pt x="308524" y="52321"/>
                </a:lnTo>
                <a:cubicBezTo>
                  <a:pt x="308524" y="0"/>
                  <a:pt x="389020" y="114"/>
                  <a:pt x="389020" y="52435"/>
                </a:cubicBezTo>
                <a:lnTo>
                  <a:pt x="773182" y="52835"/>
                </a:lnTo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B35F2-92D5-4B76-94C5-CAA20E8D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7" y="4804029"/>
            <a:ext cx="93897" cy="93897"/>
          </a:xfrm>
          <a:custGeom xmlns:a="http://schemas.openxmlformats.org/drawingml/2006/main">
            <a:pathLst>
              <a:path w="93897" h="93897">
                <a:moveTo>
                  <a:pt x="93897" y="47092"/>
                </a:moveTo>
                <a:lnTo>
                  <a:pt x="0" y="93897"/>
                </a:lnTo>
                <a:lnTo>
                  <a:pt x="23460" y="46949"/>
                </a:lnTo>
                <a:lnTo>
                  <a:pt x="143" y="0"/>
                </a:lnTo>
                <a:lnTo>
                  <a:pt x="93897" y="470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9F14A-EF91-4EC6-9257-CC83DBB7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7" y="4804029"/>
            <a:ext cx="93897" cy="93897"/>
          </a:xfrm>
          <a:custGeom xmlns:a="http://schemas.openxmlformats.org/drawingml/2006/main">
            <a:pathLst>
              <a:path w="93897" h="93897" fill="none">
                <a:moveTo>
                  <a:pt x="93897" y="47092"/>
                </a:moveTo>
                <a:lnTo>
                  <a:pt x="0" y="93897"/>
                </a:lnTo>
                <a:lnTo>
                  <a:pt x="23460" y="46949"/>
                </a:lnTo>
                <a:lnTo>
                  <a:pt x="143" y="0"/>
                </a:lnTo>
                <a:lnTo>
                  <a:pt x="93897" y="470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14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435346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2026-09-05T18:29:02.7330000Z</dcterms:created>
  <dcterms:modified xsi:type="dcterms:W3CDTF">2026-09-05T18:29:02.7330000Z</dcterms:modified>
</coreProperties>
</file>